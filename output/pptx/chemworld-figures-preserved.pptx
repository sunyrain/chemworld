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5675060464c82" /><Relationship Type="http://schemas.openxmlformats.org/officeDocument/2006/relationships/extended-properties" Target="/docProps/app.xml" Id="Rbe68d26d026b4742" /><Relationship Type="http://schemas.openxmlformats.org/officeDocument/2006/relationships/officeDocument" Target="/ppt/presentation.xml" Id="Rbe8e98a1f8f444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cc688b1f44c6b"/>
  </p:sldMasterIdLst>
  <p:notesMasterIdLst>
    <p:notesMasterId xmlns:r="http://schemas.openxmlformats.org/officeDocument/2006/relationships" r:id="Rbf33019b33fe4e86"/>
  </p:notesMasterIdLst>
  <p:sldIdLst>
    <p:sldId xmlns:r="http://schemas.openxmlformats.org/officeDocument/2006/relationships" id="256" r:id="Rf16acf3c05294105"/>
    <p:sldId xmlns:r="http://schemas.openxmlformats.org/officeDocument/2006/relationships" id="257" r:id="R4b7fc1bc1c334774"/>
    <p:sldId xmlns:r="http://schemas.openxmlformats.org/officeDocument/2006/relationships" id="258" r:id="R629a222ccddc4f98"/>
    <p:sldId xmlns:r="http://schemas.openxmlformats.org/officeDocument/2006/relationships" id="259" r:id="Re0c3d2a621904b7e"/>
    <p:sldId xmlns:r="http://schemas.openxmlformats.org/officeDocument/2006/relationships" id="260" r:id="Ra2a0150e4a7f435f"/>
    <p:sldId xmlns:r="http://schemas.openxmlformats.org/officeDocument/2006/relationships" id="261" r:id="R8bef0eadd50b4637"/>
    <p:sldId xmlns:r="http://schemas.openxmlformats.org/officeDocument/2006/relationships" id="262" r:id="R237dbcb96eac47f9"/>
    <p:sldId xmlns:r="http://schemas.openxmlformats.org/officeDocument/2006/relationships" id="263" r:id="Rfdaeae8978e345d2"/>
    <p:sldId xmlns:r="http://schemas.openxmlformats.org/officeDocument/2006/relationships" id="264" r:id="R2eacac50a2bf47d4"/>
  </p:sldIdLst>
  <p:sldSz cx="13716000" cy="16097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137819ffd541a6" /><Relationship Type="http://schemas.openxmlformats.org/officeDocument/2006/relationships/slideMaster" Target="/ppt/slideMasters/slideMaster1.xml" Id="R5fdcc688b1f44c6b" /><Relationship Type="http://schemas.openxmlformats.org/officeDocument/2006/relationships/notesMaster" Target="/ppt/notesMasters/notesMaster1.xml" Id="Rbf33019b33fe4e86" /><Relationship Type="http://schemas.openxmlformats.org/officeDocument/2006/relationships/presProps" Target="/ppt/presProps.xml" Id="R900b9e7d9c634366" /><Relationship Type="http://schemas.openxmlformats.org/officeDocument/2006/relationships/tableStyles" Target="/ppt/tableStyles.xml" Id="R1b78b499af7242f7" /><Relationship Type="http://schemas.openxmlformats.org/officeDocument/2006/relationships/slide" Target="/ppt/slides/slide1.xml" Id="Rf16acf3c05294105" /><Relationship Type="http://schemas.openxmlformats.org/officeDocument/2006/relationships/slide" Target="/ppt/slides/slide2.xml" Id="R4b7fc1bc1c334774" /><Relationship Type="http://schemas.openxmlformats.org/officeDocument/2006/relationships/slide" Target="/ppt/slides/slide3.xml" Id="R629a222ccddc4f98" /><Relationship Type="http://schemas.openxmlformats.org/officeDocument/2006/relationships/slide" Target="/ppt/slides/slide4.xml" Id="Re0c3d2a621904b7e" /><Relationship Type="http://schemas.openxmlformats.org/officeDocument/2006/relationships/slide" Target="/ppt/slides/slide5.xml" Id="Ra2a0150e4a7f435f" /><Relationship Type="http://schemas.openxmlformats.org/officeDocument/2006/relationships/slide" Target="/ppt/slides/slide6.xml" Id="R8bef0eadd50b4637" /><Relationship Type="http://schemas.openxmlformats.org/officeDocument/2006/relationships/slide" Target="/ppt/slides/slide7.xml" Id="R237dbcb96eac47f9" /><Relationship Type="http://schemas.openxmlformats.org/officeDocument/2006/relationships/slide" Target="/ppt/slides/slide8.xml" Id="Rfdaeae8978e345d2" /><Relationship Type="http://schemas.openxmlformats.org/officeDocument/2006/relationships/slide" Target="/ppt/slides/slide9.xml" Id="R2eacac50a2bf47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102a7c10b0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eee9b5d3f4c50" /><Relationship Type="http://schemas.openxmlformats.org/officeDocument/2006/relationships/notesMaster" Target="/ppt/notesMasters/notesMaster1.xml" Id="Rb5467446d0d4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86ec87f6e84a38" /><Relationship Type="http://schemas.openxmlformats.org/officeDocument/2006/relationships/notesMaster" Target="/ppt/notesMasters/notesMaster1.xml" Id="R87214596d5f342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d39e958eaa4911" /><Relationship Type="http://schemas.openxmlformats.org/officeDocument/2006/relationships/notesMaster" Target="/ppt/notesMasters/notesMaster1.xml" Id="R98092e24a3db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e129ac4e741d6" /><Relationship Type="http://schemas.openxmlformats.org/officeDocument/2006/relationships/notesMaster" Target="/ppt/notesMasters/notesMaster1.xml" Id="R1490b27f526c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a7d8a1659c4a7f" /><Relationship Type="http://schemas.openxmlformats.org/officeDocument/2006/relationships/notesMaster" Target="/ppt/notesMasters/notesMaster1.xml" Id="Raf5e5c52cd4b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8df444bad242c4" /><Relationship Type="http://schemas.openxmlformats.org/officeDocument/2006/relationships/notesMaster" Target="/ppt/notesMasters/notesMaster1.xml" Id="Rf7ce37e39885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2925dab8c464f" /><Relationship Type="http://schemas.openxmlformats.org/officeDocument/2006/relationships/notesMaster" Target="/ppt/notesMasters/notesMaster1.xml" Id="Red8c03a9ce0848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67273a43c24788" /><Relationship Type="http://schemas.openxmlformats.org/officeDocument/2006/relationships/notesMaster" Target="/ppt/notesMasters/notesMaster1.xml" Id="Ra7ce92f1ecd849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0e4b99f515416e" /><Relationship Type="http://schemas.openxmlformats.org/officeDocument/2006/relationships/notesMaster" Target="/ppt/notesMasters/notesMaster1.xml" Id="R0619a7f738a0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Retained artwork: paper\figures\ncs-full\figure01-framework.png. Only the overall title area and typography are edited. Illustrations remain raster artwork; overlaid labels are editable PowerPoint text. ChemWorld framework and retained 240-campaign programme. No new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2. Retained complete strategy comparisons. EC and RX have 30 matched pairs each. P has 15 recommendations. Source: integrated-results/analysis.json and campaign_metrics.csv.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All 90 response comparisons in 15 matched independent 12/24 pairs per panel. Positive change denotes lower MAE, higher coverage or higher recovery. Native editable data marks. Source shortfalls are retained and crossed. Source: campaign_metrics.csv.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Retained artwork: paper\figures\ncs-full\figure04-research-paths.png. Only the overall title area and typography are edited. Illustrations remain raster artwork; overlaid labels are editable PowerPoint text. Original C-W05 Aligned independent 12/24 sessions. Starred considerations are illustrative; immediate thoughts were not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Post hoc dilution groups and all 15 original EQ/P sessions. Source: STORY_WORLD_ANALYSIS.json and EQ_AUTONOMOUS_PROCESS.json. Q08 references are five-observation means. Source ranges use public dissociation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All 30 crystallization campaigns. Public-mean references use each original campaign only. Source: BASELINE_REANALYSIS.json. The applicability matrix is conceptual, not a measured classifier or frequency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Retained artwork: paper\figures\ncs-full\figure07-posttest-reflection.png. Only the overall title area and typography are edited. Illustrations remain raster artwork; overlaid labels are editable PowerPoint text. Original C-W05 Q/K2. Reflection received no reference feedback. Proposed cooling experiment was not executed. Evaluator reference is for reheating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Extended Figure S1. Frozen finite-domain platform qualification, separate from 240 agent campaigns. Source: first-paper qualification and Methods. Counts 64, 1786, 192, 52; generated cases 18 + 8 + 26.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Extended Figure S2. Complete prior overview, retaining the existing 16 selected readouts. Five matched worlds per panel, with all 240 campaigns retained in the tables. Source: campaign_metrics.csv. Scales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35942fab848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5e1bb964b4ef0" /><Relationship Type="http://schemas.openxmlformats.org/officeDocument/2006/relationships/slideLayout" Target="/ppt/slideLayouts/slideLayout1.xml" Id="R07a74ce5702244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a74ce5702244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a11f4f11d400b" /><Relationship Type="http://schemas.openxmlformats.org/officeDocument/2006/relationships/image" Target="/ppt/media/image.png" Id="R005bfb8c082f4392" /><Relationship Type="http://schemas.openxmlformats.org/officeDocument/2006/relationships/notesSlide" Target="/ppt/notesSlides/notesSlide1.xml" Id="Rda9b272ef87b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0527e1c3a49eb" /><Relationship Type="http://schemas.openxmlformats.org/officeDocument/2006/relationships/chart" Target="/ppt/slides/charts/chart1.xml" Id="R31e7993bc01d4ce5" /><Relationship Type="http://schemas.openxmlformats.org/officeDocument/2006/relationships/chart" Target="/ppt/slides/charts/chart2.xml" Id="R36b33dfa99c74a55" /><Relationship Type="http://schemas.openxmlformats.org/officeDocument/2006/relationships/chart" Target="/ppt/slides/charts/chart3.xml" Id="Rc54bfbd7496942f3" /><Relationship Type="http://schemas.openxmlformats.org/officeDocument/2006/relationships/notesSlide" Target="/ppt/notesSlides/notesSlide2.xml" Id="R13300c140045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16fd4df304fd6" /><Relationship Type="http://schemas.openxmlformats.org/officeDocument/2006/relationships/notesSlide" Target="/ppt/notesSlides/notesSlide3.xml" Id="Rd994e0a05d29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753275bac423a" /><Relationship Type="http://schemas.openxmlformats.org/officeDocument/2006/relationships/image" Target="/ppt/media/image2.png" Id="R0b971195989b492b" /><Relationship Type="http://schemas.openxmlformats.org/officeDocument/2006/relationships/image" Target="/ppt/media/image3.png" Id="R587fcc272d4d4451" /><Relationship Type="http://schemas.openxmlformats.org/officeDocument/2006/relationships/image" Target="/ppt/media/image4.png" Id="Ra8deac9b698a48d8" /><Relationship Type="http://schemas.openxmlformats.org/officeDocument/2006/relationships/notesSlide" Target="/ppt/notesSlides/notesSlide4.xml" Id="Rca6c09e588c24d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f1250a4204bd1" /><Relationship Type="http://schemas.openxmlformats.org/officeDocument/2006/relationships/chart" Target="/ppt/slides/charts/chart4.xml" Id="Rdd2dd0b8439f4261" /><Relationship Type="http://schemas.openxmlformats.org/officeDocument/2006/relationships/chart" Target="/ppt/slides/charts/chart5.xml" Id="R8d70380814654f0f" /><Relationship Type="http://schemas.openxmlformats.org/officeDocument/2006/relationships/chart" Target="/ppt/slides/charts/chart6.xml" Id="R4786f80699414e18" /><Relationship Type="http://schemas.openxmlformats.org/officeDocument/2006/relationships/chart" Target="/ppt/slides/charts/chart7.xml" Id="R0a8facb1ed2c467b" /><Relationship Type="http://schemas.openxmlformats.org/officeDocument/2006/relationships/chart" Target="/ppt/slides/charts/chart8.xml" Id="Rd241ee0c60004b79" /><Relationship Type="http://schemas.openxmlformats.org/officeDocument/2006/relationships/chart" Target="/ppt/slides/charts/chart9.xml" Id="Rd4efbac3839e4b30" /><Relationship Type="http://schemas.openxmlformats.org/officeDocument/2006/relationships/chart" Target="/ppt/slides/charts/chart10.xml" Id="Rc5891697ec494637" /><Relationship Type="http://schemas.openxmlformats.org/officeDocument/2006/relationships/notesSlide" Target="/ppt/notesSlides/notesSlide5.xml" Id="R3f103b718b36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7c500c24a4a04" /><Relationship Type="http://schemas.openxmlformats.org/officeDocument/2006/relationships/chart" Target="/ppt/slides/charts/chart11.xml" Id="R4b99347d7e3245e7" /><Relationship Type="http://schemas.openxmlformats.org/officeDocument/2006/relationships/chart" Target="/ppt/slides/charts/chart12.xml" Id="R022989dc50674e1b" /><Relationship Type="http://schemas.openxmlformats.org/officeDocument/2006/relationships/chart" Target="/ppt/slides/charts/chart13.xml" Id="R32d3d0d4fed24f48" /><Relationship Type="http://schemas.openxmlformats.org/officeDocument/2006/relationships/chart" Target="/ppt/slides/charts/chart14.xml" Id="R177b21f73cae46f5" /><Relationship Type="http://schemas.openxmlformats.org/officeDocument/2006/relationships/chart" Target="/ppt/slides/charts/chart15.xml" Id="R00a5afcb281e4d3a" /><Relationship Type="http://schemas.openxmlformats.org/officeDocument/2006/relationships/notesSlide" Target="/ppt/notesSlides/notesSlide6.xml" Id="Ra633ce42bd6c4e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a5517dab9466f" /><Relationship Type="http://schemas.openxmlformats.org/officeDocument/2006/relationships/image" Target="/ppt/media/image5.png" Id="R16616ac5682b4fbb" /><Relationship Type="http://schemas.openxmlformats.org/officeDocument/2006/relationships/image" Target="/ppt/media/image6.png" Id="R6a3dbde920534b94" /><Relationship Type="http://schemas.openxmlformats.org/officeDocument/2006/relationships/image" Target="/ppt/media/image7.png" Id="R3dd0fbbee16b4e3b" /><Relationship Type="http://schemas.openxmlformats.org/officeDocument/2006/relationships/image" Target="/ppt/media/image8.png" Id="R2716092e51b547d4" /><Relationship Type="http://schemas.openxmlformats.org/officeDocument/2006/relationships/image" Target="/ppt/media/image9.png" Id="R956a7f2a5a204801" /><Relationship Type="http://schemas.openxmlformats.org/officeDocument/2006/relationships/image" Target="/ppt/media/image10.png" Id="Rc4ee56da13204c70" /><Relationship Type="http://schemas.openxmlformats.org/officeDocument/2006/relationships/notesSlide" Target="/ppt/notesSlides/notesSlide7.xml" Id="R274527987985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70e9e9037483a" /><Relationship Type="http://schemas.openxmlformats.org/officeDocument/2006/relationships/notesSlide" Target="/ppt/notesSlides/notesSlide8.xml" Id="Rfdf044fa7fee46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1b5cc8bb849f3" /><Relationship Type="http://schemas.openxmlformats.org/officeDocument/2006/relationships/chart" Target="/ppt/slides/charts/chart16.xml" Id="R62687187092a44ef" /><Relationship Type="http://schemas.openxmlformats.org/officeDocument/2006/relationships/chart" Target="/ppt/slides/charts/chart17.xml" Id="R86b151decfa7470b" /><Relationship Type="http://schemas.openxmlformats.org/officeDocument/2006/relationships/chart" Target="/ppt/slides/charts/chart18.xml" Id="Ra3acaab3ba8c49ec" /><Relationship Type="http://schemas.openxmlformats.org/officeDocument/2006/relationships/chart" Target="/ppt/slides/charts/chart19.xml" Id="Rb469f82b295045de" /><Relationship Type="http://schemas.openxmlformats.org/officeDocument/2006/relationships/chart" Target="/ppt/slides/charts/chart20.xml" Id="Rcba22bf0cdcc427e" /><Relationship Type="http://schemas.openxmlformats.org/officeDocument/2006/relationships/chart" Target="/ppt/slides/charts/chart21.xml" Id="R66f2589643244179" /><Relationship Type="http://schemas.openxmlformats.org/officeDocument/2006/relationships/chart" Target="/ppt/slides/charts/chart22.xml" Id="R7658bc32bc3b40b1" /><Relationship Type="http://schemas.openxmlformats.org/officeDocument/2006/relationships/chart" Target="/ppt/slides/charts/chart23.xml" Id="R4285b5cd25034e10" /><Relationship Type="http://schemas.openxmlformats.org/officeDocument/2006/relationships/chart" Target="/ppt/slides/charts/chart24.xml" Id="Ra7c82ddddc7e4537" /><Relationship Type="http://schemas.openxmlformats.org/officeDocument/2006/relationships/chart" Target="/ppt/slides/charts/chart25.xml" Id="Rebd1742ef21241f6" /><Relationship Type="http://schemas.openxmlformats.org/officeDocument/2006/relationships/chart" Target="/ppt/slides/charts/chart26.xml" Id="R132703ec8401414e" /><Relationship Type="http://schemas.openxmlformats.org/officeDocument/2006/relationships/chart" Target="/ppt/slides/charts/chart27.xml" Id="R43bf81ff94ba4005" /><Relationship Type="http://schemas.openxmlformats.org/officeDocument/2006/relationships/chart" Target="/ppt/slides/charts/chart28.xml" Id="Rc07807dbe8854817" /><Relationship Type="http://schemas.openxmlformats.org/officeDocument/2006/relationships/chart" Target="/ppt/slides/charts/chart29.xml" Id="R0b3d4c65aeef4cb4" /><Relationship Type="http://schemas.openxmlformats.org/officeDocument/2006/relationships/chart" Target="/ppt/slides/charts/chart30.xml" Id="R09a20392de3d47c3" /><Relationship Type="http://schemas.openxmlformats.org/officeDocument/2006/relationships/chart" Target="/ppt/slides/charts/chart31.xml" Id="Rcba965627bee4b0e" /><Relationship Type="http://schemas.openxmlformats.org/officeDocument/2006/relationships/notesSlide" Target="/ppt/notesSlides/notesSlide9.xml" Id="Rc3846726a10e436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_rels/chart27.xml.rels><Relationships xmlns="http://schemas.openxmlformats.org/package/2006/relationships"><Relationship Id="rIdChartSnapshot1" Type="http://schemas.openxmlformats.org/officeDocument/2006/relationships/package" Target="../../embeddings/chart-data-snapshot-027.xlsx"/></Relationships>
</file>

<file path=ppt/slides/charts/_rels/chart28.xml.rels><Relationships xmlns="http://schemas.openxmlformats.org/package/2006/relationships"><Relationship Id="rIdChartSnapshot1" Type="http://schemas.openxmlformats.org/officeDocument/2006/relationships/package" Target="../../embeddings/chart-data-snapshot-028.xlsx"/></Relationships>
</file>

<file path=ppt/slides/charts/_rels/chart29.xml.rels><Relationships xmlns="http://schemas.openxmlformats.org/package/2006/relationships"><Relationship Id="rIdChartSnapshot1" Type="http://schemas.openxmlformats.org/officeDocument/2006/relationships/package" Target="../../embeddings/chart-data-snapshot-029.xlsx"/></Relationships>
</file>

<file path=ppt/slides/charts/_rels/chart30.xml.rels><Relationships xmlns="http://schemas.openxmlformats.org/package/2006/relationships"><Relationship Id="rIdChartSnapshot1" Type="http://schemas.openxmlformats.org/officeDocument/2006/relationships/package" Target="../../embeddings/chart-data-snapshot-030.xlsx"/></Relationships>
</file>

<file path=ppt/slides/charts/_rels/chart31.xml.rels><Relationships xmlns="http://schemas.openxmlformats.org/package/2006/relationships"><Relationship Id="rIdChartSnapshot1" Type="http://schemas.openxmlformats.org/officeDocument/2006/relationships/package" Target="../../embeddings/chart-data-snapshot-031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zero x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-0.25</c:v>
                </c:pt>
                <c:pt idx="1">
                  <c:v>0.25</c:v>
                </c:pt>
              </c:numCache>
            </c:numRef>
          </c:yVal>
        </c:ser>
        <c:ser>
          <c:idx val="1"/>
          <c:order val="1"/>
          <c:tx>
            <c:v>zero y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-0.3</c:v>
                </c:pt>
                <c:pt idx="1">
                  <c:v>0.6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0.0385354757309</c:v>
                </c:pt>
                <c:pt idx="1">
                  <c:v>0.245197713375</c:v>
                </c:pt>
                <c:pt idx="2">
                  <c:v>0.259088337421</c:v>
                </c:pt>
                <c:pt idx="3">
                  <c:v>0.2449644804</c:v>
                </c:pt>
                <c:pt idx="4">
                  <c:v>0.0632915496826</c:v>
                </c:pt>
                <c:pt idx="5">
                  <c:v>0.297834098339</c:v>
                </c:pt>
                <c:pt idx="6">
                  <c:v>0.125800907612</c:v>
                </c:pt>
                <c:pt idx="7">
                  <c:v>0.140221893787</c:v>
                </c:pt>
                <c:pt idx="8">
                  <c:v>0.0153107047081</c:v>
                </c:pt>
                <c:pt idx="9">
                  <c:v>0.515994727612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0.141003548702</c:v>
                </c:pt>
                <c:pt idx="1">
                  <c:v>0.0525775841872</c:v>
                </c:pt>
                <c:pt idx="2">
                  <c:v>-0.225962252975</c:v>
                </c:pt>
                <c:pt idx="3">
                  <c:v>-0.0830991016626</c:v>
                </c:pt>
                <c:pt idx="4">
                  <c:v>0.180683138907</c:v>
                </c:pt>
                <c:pt idx="5">
                  <c:v>-0.0884220294356</c:v>
                </c:pt>
                <c:pt idx="6">
                  <c:v>-0.104716846188</c:v>
                </c:pt>
                <c:pt idx="7">
                  <c:v>-0.0651835566759</c:v>
                </c:pt>
                <c:pt idx="8">
                  <c:v>0.00598266879718</c:v>
                </c:pt>
                <c:pt idx="9">
                  <c:v>0.139898586432</c:v>
                </c:pt>
              </c:numCache>
            </c:numRef>
          </c:yVal>
        </c:ser>
        <c:ser>
          <c:idx val="3"/>
          <c:order val="3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0.355543076992</c:v>
                </c:pt>
                <c:pt idx="1">
                  <c:v>0.290801852942</c:v>
                </c:pt>
                <c:pt idx="2">
                  <c:v>0.127223372459</c:v>
                </c:pt>
                <c:pt idx="3">
                  <c:v>0.210446834564</c:v>
                </c:pt>
                <c:pt idx="4">
                  <c:v>0.245496273041</c:v>
                </c:pt>
                <c:pt idx="5">
                  <c:v>0.093596637249</c:v>
                </c:pt>
                <c:pt idx="6">
                  <c:v>0.454601436853</c:v>
                </c:pt>
                <c:pt idx="7">
                  <c:v>0.268975675106</c:v>
                </c:pt>
                <c:pt idx="8">
                  <c:v>0.227455675602</c:v>
                </c:pt>
                <c:pt idx="9">
                  <c:v>0.435660988092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-0.204749189253</c:v>
                </c:pt>
                <c:pt idx="1">
                  <c:v>-0.0532898058544</c:v>
                </c:pt>
                <c:pt idx="2">
                  <c:v>0.0023548757871</c:v>
                </c:pt>
                <c:pt idx="3">
                  <c:v>-0.0111021570737</c:v>
                </c:pt>
                <c:pt idx="4">
                  <c:v>0.000624943053971</c:v>
                </c:pt>
                <c:pt idx="5">
                  <c:v>-0.0145699882905</c:v>
                </c:pt>
                <c:pt idx="6">
                  <c:v>-0.081905635794</c:v>
                </c:pt>
                <c:pt idx="7">
                  <c:v>0.0432128133376</c:v>
                </c:pt>
                <c:pt idx="8">
                  <c:v>0.0945899596413</c:v>
                </c:pt>
                <c:pt idx="9">
                  <c:v>-0.192242830396</c:v>
                </c:pt>
              </c:numCache>
            </c:numRef>
          </c:yVal>
        </c:ser>
        <c:ser>
          <c:idx val="4"/>
          <c:order val="4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Data'!$I$2:$I$11</c:f>
              <c:numCache>
                <c:formatCode>General</c:formatCode>
                <c:ptCount val="10"/>
                <c:pt idx="0">
                  <c:v>0.30223017931</c:v>
                </c:pt>
                <c:pt idx="1">
                  <c:v>0.0132523775101</c:v>
                </c:pt>
                <c:pt idx="2">
                  <c:v>0.0436210036278</c:v>
                </c:pt>
                <c:pt idx="3">
                  <c:v>0.231856107712</c:v>
                </c:pt>
                <c:pt idx="4">
                  <c:v>-0.197389662266</c:v>
                </c:pt>
                <c:pt idx="5">
                  <c:v>0.308152019978</c:v>
                </c:pt>
                <c:pt idx="6">
                  <c:v>-0.273207962513</c:v>
                </c:pt>
                <c:pt idx="7">
                  <c:v>-0.248076677322</c:v>
                </c:pt>
                <c:pt idx="8">
                  <c:v>0.127265334129</c:v>
                </c:pt>
                <c:pt idx="9">
                  <c:v>-0.0655096769333</c:v>
                </c:pt>
              </c:numCache>
            </c:numRef>
          </c:xVal>
          <c:yVal>
            <c:numRef>
              <c:f>'Chart Data'!$J$2:$J$11</c:f>
              <c:numCache>
                <c:formatCode>0.00</c:formatCode>
                <c:ptCount val="10"/>
                <c:pt idx="0">
                  <c:v>-0.0805362884253</c:v>
                </c:pt>
                <c:pt idx="1">
                  <c:v>0.155224764302</c:v>
                </c:pt>
                <c:pt idx="2">
                  <c:v>0.0130800776482</c:v>
                </c:pt>
                <c:pt idx="3">
                  <c:v>-0.00846366194884</c:v>
                </c:pt>
                <c:pt idx="4">
                  <c:v>0.0627843488256</c:v>
                </c:pt>
                <c:pt idx="5">
                  <c:v>0.0167065068881</c:v>
                </c:pt>
                <c:pt idx="6">
                  <c:v>0.0968925877412</c:v>
                </c:pt>
                <c:pt idx="7">
                  <c:v>0.114579026699</c:v>
                </c:pt>
                <c:pt idx="8">
                  <c:v>0.164934770683</c:v>
                </c:pt>
                <c:pt idx="9">
                  <c:v>-0.066449393034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5"/>
          <c:min val="-0.25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Prediction MAE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6"/>
          <c:min val="-0.3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Retest-score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3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zero x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-0.1</c:v>
                </c:pt>
                <c:pt idx="1">
                  <c:v>0.2</c:v>
                </c:pt>
              </c:numCache>
            </c:numRef>
          </c:yVal>
        </c:ser>
        <c:ser>
          <c:idx val="1"/>
          <c:order val="1"/>
          <c:tx>
            <c:v>zero y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-0.08</c:v>
                </c:pt>
                <c:pt idx="1">
                  <c:v>0.08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0.0397782027721</c:v>
                </c:pt>
                <c:pt idx="1">
                  <c:v>-0.0485621243715</c:v>
                </c:pt>
                <c:pt idx="2">
                  <c:v>0.0102851986885</c:v>
                </c:pt>
                <c:pt idx="3">
                  <c:v>0.0608382374048</c:v>
                </c:pt>
                <c:pt idx="4">
                  <c:v>-0.0134732723236</c:v>
                </c:pt>
                <c:pt idx="5">
                  <c:v>0.0136517286301</c:v>
                </c:pt>
                <c:pt idx="6">
                  <c:v>-0.00659164786339</c:v>
                </c:pt>
                <c:pt idx="7">
                  <c:v>-0.0281997919083</c:v>
                </c:pt>
                <c:pt idx="8">
                  <c:v>-0.0292480587959</c:v>
                </c:pt>
                <c:pt idx="9">
                  <c:v>-0.00255793333054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0.07225</c:v>
                </c:pt>
                <c:pt idx="1">
                  <c:v>0.0158333333333</c:v>
                </c:pt>
                <c:pt idx="2">
                  <c:v>-0.049</c:v>
                </c:pt>
                <c:pt idx="3">
                  <c:v>0.021802314659</c:v>
                </c:pt>
                <c:pt idx="4">
                  <c:v>-0.021</c:v>
                </c:pt>
                <c:pt idx="5">
                  <c:v>0.0656133267562</c:v>
                </c:pt>
                <c:pt idx="6">
                  <c:v>0.0606454493602</c:v>
                </c:pt>
                <c:pt idx="7">
                  <c:v>0.0681908914919</c:v>
                </c:pt>
                <c:pt idx="8">
                  <c:v>0.0101666666667</c:v>
                </c:pt>
                <c:pt idx="9">
                  <c:v>0.0421873520811</c:v>
                </c:pt>
              </c:numCache>
            </c:numRef>
          </c:yVal>
        </c:ser>
        <c:ser>
          <c:idx val="3"/>
          <c:order val="3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-0.00934964418411</c:v>
                </c:pt>
                <c:pt idx="1">
                  <c:v>-0.0181660652161</c:v>
                </c:pt>
                <c:pt idx="2">
                  <c:v>-0.0543777048588</c:v>
                </c:pt>
                <c:pt idx="3">
                  <c:v>0.048193141818</c:v>
                </c:pt>
                <c:pt idx="4">
                  <c:v>0.0020986199379</c:v>
                </c:pt>
                <c:pt idx="5">
                  <c:v>-0.0122962594032</c:v>
                </c:pt>
                <c:pt idx="6">
                  <c:v>-0.0288851559162</c:v>
                </c:pt>
                <c:pt idx="7">
                  <c:v>0.0143758654594</c:v>
                </c:pt>
                <c:pt idx="8">
                  <c:v>-0.0193728208542</c:v>
                </c:pt>
                <c:pt idx="9">
                  <c:v>-0.00627610087395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0.038395020167</c:v>
                </c:pt>
                <c:pt idx="1">
                  <c:v>0.0194664906462</c:v>
                </c:pt>
                <c:pt idx="2">
                  <c:v>0.00621826535463</c:v>
                </c:pt>
                <c:pt idx="3">
                  <c:v>0.00598864985326</c:v>
                </c:pt>
                <c:pt idx="4">
                  <c:v>-0.0536934199333</c:v>
                </c:pt>
                <c:pt idx="5">
                  <c:v>-0.012480133613</c:v>
                </c:pt>
                <c:pt idx="6">
                  <c:v>-0.0119440670212</c:v>
                </c:pt>
                <c:pt idx="7">
                  <c:v>0.00759575454394</c:v>
                </c:pt>
                <c:pt idx="8">
                  <c:v>0.179603652477</c:v>
                </c:pt>
                <c:pt idx="9">
                  <c:v>0.0297406881253</c:v>
                </c:pt>
              </c:numCache>
            </c:numRef>
          </c:yVal>
        </c:ser>
        <c:ser>
          <c:idx val="4"/>
          <c:order val="4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Data'!$I$2:$I$11</c:f>
              <c:numCache>
                <c:formatCode>General</c:formatCode>
                <c:ptCount val="10"/>
                <c:pt idx="0">
                  <c:v>-0.0340854227543</c:v>
                </c:pt>
                <c:pt idx="1">
                  <c:v>-0.0260199010372</c:v>
                </c:pt>
                <c:pt idx="2">
                  <c:v>-0.0361331105232</c:v>
                </c:pt>
                <c:pt idx="3">
                  <c:v>-0.0210985392332</c:v>
                </c:pt>
                <c:pt idx="4">
                  <c:v>-0.0278052985668</c:v>
                </c:pt>
                <c:pt idx="5">
                  <c:v>0.0590219497681</c:v>
                </c:pt>
                <c:pt idx="6">
                  <c:v>-0.0369533002377</c:v>
                </c:pt>
                <c:pt idx="7">
                  <c:v>-0.00816658139229</c:v>
                </c:pt>
                <c:pt idx="8">
                  <c:v>-0.0261023640633</c:v>
                </c:pt>
                <c:pt idx="9">
                  <c:v>0.0494475662708</c:v>
                </c:pt>
              </c:numCache>
            </c:numRef>
          </c:xVal>
          <c:yVal>
            <c:numRef>
              <c:f>'Chart Data'!$J$2:$J$11</c:f>
              <c:numCache>
                <c:formatCode>0.00</c:formatCode>
                <c:ptCount val="10"/>
                <c:pt idx="0">
                  <c:v>0.0531883131663</c:v>
                </c:pt>
                <c:pt idx="1">
                  <c:v>-0.0434981864492</c:v>
                </c:pt>
                <c:pt idx="2">
                  <c:v>0.00217287993679</c:v>
                </c:pt>
                <c:pt idx="3">
                  <c:v>0.030800871412</c:v>
                </c:pt>
                <c:pt idx="4">
                  <c:v>0.0458776772022</c:v>
                </c:pt>
                <c:pt idx="5">
                  <c:v>-0.00189680027962</c:v>
                </c:pt>
                <c:pt idx="6">
                  <c:v>0.0845896321734</c:v>
                </c:pt>
                <c:pt idx="7">
                  <c:v>0.0262333594337</c:v>
                </c:pt>
                <c:pt idx="8">
                  <c:v>0.0156679763794</c:v>
                </c:pt>
                <c:pt idx="9">
                  <c:v>-0.0257021013995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1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Prediction MAE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08"/>
          <c:min val="-0.08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Retest-score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0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Purity threshold</c:v>
          </c:tx>
          <c:spPr>
            <a:solidFill>
              <a:srgbClr val="24292D"/>
            </a:solidFill>
            <a:ln w="14288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-0.02</c:v>
                </c:pt>
                <c:pt idx="1">
                  <c:v>0.9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0.8</c:v>
                </c:pt>
                <c:pt idx="1">
                  <c:v>0.8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0.00857385061681</c:v>
                </c:pt>
                <c:pt idx="1">
                  <c:v>0.010216018185</c:v>
                </c:pt>
                <c:pt idx="2">
                  <c:v>0.121818624437</c:v>
                </c:pt>
                <c:pt idx="3">
                  <c:v>0.246259510517</c:v>
                </c:pt>
                <c:pt idx="4">
                  <c:v>0.231779113412</c:v>
                </c:pt>
              </c:numCache>
            </c:numRef>
          </c:xVal>
          <c:yVal>
            <c:numRef>
              <c:f>'Chart Data'!$D$2:$D$6</c:f>
              <c:numCache>
                <c:formatCode>0.0</c:formatCode>
                <c:ptCount val="5"/>
                <c:pt idx="0">
                  <c:v>0.719405114651</c:v>
                </c:pt>
                <c:pt idx="1">
                  <c:v>0.799153625965</c:v>
                </c:pt>
                <c:pt idx="2">
                  <c:v>0.646183490753</c:v>
                </c:pt>
                <c:pt idx="3">
                  <c:v>0.615477144718</c:v>
                </c:pt>
                <c:pt idx="4">
                  <c:v>0.624340951443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0.00872951652855</c:v>
                </c:pt>
                <c:pt idx="1">
                  <c:v>0.0518909171224</c:v>
                </c:pt>
                <c:pt idx="2">
                  <c:v>0.00169921724591</c:v>
                </c:pt>
                <c:pt idx="3">
                  <c:v>0.0959831997752</c:v>
                </c:pt>
                <c:pt idx="4">
                  <c:v>0.0644549652934</c:v>
                </c:pt>
              </c:numCache>
            </c:numRef>
          </c:xVal>
          <c:yVal>
            <c:numRef>
              <c:f>'Chart Data'!$F$2:$F$6</c:f>
              <c:numCache>
                <c:formatCode>0.0</c:formatCode>
                <c:ptCount val="5"/>
                <c:pt idx="0">
                  <c:v>0.735200285912</c:v>
                </c:pt>
                <c:pt idx="1">
                  <c:v>0.822549343109</c:v>
                </c:pt>
                <c:pt idx="2">
                  <c:v>0.806438863277</c:v>
                </c:pt>
                <c:pt idx="3">
                  <c:v>0.585172533989</c:v>
                </c:pt>
                <c:pt idx="4">
                  <c:v>0.807464301586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0.0825522765517</c:v>
                </c:pt>
                <c:pt idx="1">
                  <c:v>0.232249453664</c:v>
                </c:pt>
                <c:pt idx="2">
                  <c:v>0.380988478661</c:v>
                </c:pt>
                <c:pt idx="3">
                  <c:v>0.448247849941</c:v>
                </c:pt>
                <c:pt idx="4">
                  <c:v>0.461209923029</c:v>
                </c:pt>
              </c:numCache>
            </c:numRef>
          </c:xVal>
          <c:yVal>
            <c:numRef>
              <c:f>'Chart Data'!$H$2:$H$6</c:f>
              <c:numCache>
                <c:formatCode>0.0</c:formatCode>
                <c:ptCount val="5"/>
                <c:pt idx="0">
                  <c:v>0.633174419403</c:v>
                </c:pt>
                <c:pt idx="1">
                  <c:v>0.609284639359</c:v>
                </c:pt>
                <c:pt idx="2">
                  <c:v>0.572338044643</c:v>
                </c:pt>
                <c:pt idx="3">
                  <c:v>0.587349653244</c:v>
                </c:pt>
                <c:pt idx="4">
                  <c:v>0.676507055759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Retested purity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0.9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Original-charge recovery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3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Opaque other_nine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0.784</c:v>
                </c:pt>
                <c:pt idx="1">
                  <c:v>0.802</c:v>
                </c:pt>
                <c:pt idx="2">
                  <c:v>0.82</c:v>
                </c:pt>
                <c:pt idx="3">
                  <c:v>0.838</c:v>
                </c:pt>
                <c:pt idx="4">
                  <c:v>0.856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0.00531345372465</c:v>
                </c:pt>
                <c:pt idx="1">
                  <c:v>0.0106081330909</c:v>
                </c:pt>
                <c:pt idx="2">
                  <c:v>0.00991255779399</c:v>
                </c:pt>
                <c:pt idx="3">
                  <c:v>0.0154284600991</c:v>
                </c:pt>
                <c:pt idx="4">
                  <c:v>0.00911864817805</c:v>
                </c:pt>
              </c:numCache>
            </c:numRef>
          </c:yVal>
        </c:ser>
        <c:ser>
          <c:idx val="1"/>
          <c:order val="1"/>
          <c:tx>
            <c:v>Mean Opaque other_nine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0.755</c:v>
                </c:pt>
                <c:pt idx="1">
                  <c:v>0.885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0.0100762505773</c:v>
                </c:pt>
                <c:pt idx="1">
                  <c:v>0.0100762505773</c:v>
                </c:pt>
              </c:numCache>
            </c:numRef>
          </c:yVal>
        </c:ser>
        <c:ser>
          <c:idx val="2"/>
          <c:order val="2"/>
          <c:tx>
            <c:v>Aligned other_nine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0.964</c:v>
                </c:pt>
                <c:pt idx="1">
                  <c:v>0.982</c:v>
                </c:pt>
                <c:pt idx="2">
                  <c:v>1</c:v>
                </c:pt>
                <c:pt idx="3">
                  <c:v>1.018</c:v>
                </c:pt>
                <c:pt idx="4">
                  <c:v>1.036</c:v>
                </c:pt>
              </c:numCache>
            </c:numRef>
          </c:xVal>
          <c:yVal>
            <c:numRef>
              <c:f>'Chart Data'!$F$2:$F$6</c:f>
              <c:numCache>
                <c:formatCode>0.00</c:formatCode>
                <c:ptCount val="5"/>
                <c:pt idx="0">
                  <c:v>0.00502080753114</c:v>
                </c:pt>
                <c:pt idx="1">
                  <c:v>0.00526615361373</c:v>
                </c:pt>
                <c:pt idx="2">
                  <c:v>0.00447773672696</c:v>
                </c:pt>
                <c:pt idx="3">
                  <c:v>0.00463010829422</c:v>
                </c:pt>
                <c:pt idx="4">
                  <c:v>0.00384170347717</c:v>
                </c:pt>
              </c:numCache>
            </c:numRef>
          </c:yVal>
        </c:ser>
        <c:ser>
          <c:idx val="3"/>
          <c:order val="3"/>
          <c:tx>
            <c:v>Mean Aligned other_nine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0.935</c:v>
                </c:pt>
                <c:pt idx="1">
                  <c:v>1.065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0.00464730192864</c:v>
                </c:pt>
                <c:pt idx="1">
                  <c:v>0.00464730192864</c:v>
                </c:pt>
              </c:numCache>
            </c:numRef>
          </c:yVal>
        </c:ser>
        <c:ser>
          <c:idx val="4"/>
          <c:order val="4"/>
          <c:tx>
            <c:v>MisIndexed other_nine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Data'!$I$2:$I$6</c:f>
              <c:numCache>
                <c:formatCode>General</c:formatCode>
                <c:ptCount val="5"/>
                <c:pt idx="0">
                  <c:v>1.144</c:v>
                </c:pt>
                <c:pt idx="1">
                  <c:v>1.162</c:v>
                </c:pt>
                <c:pt idx="2">
                  <c:v>1.18</c:v>
                </c:pt>
                <c:pt idx="3">
                  <c:v>1.198</c:v>
                </c:pt>
                <c:pt idx="4">
                  <c:v>1.216</c:v>
                </c:pt>
              </c:numCache>
            </c:numRef>
          </c:xVal>
          <c:yVal>
            <c:numRef>
              <c:f>'Chart Data'!$J$2:$J$6</c:f>
              <c:numCache>
                <c:formatCode>0.00</c:formatCode>
                <c:ptCount val="5"/>
                <c:pt idx="0">
                  <c:v>0.00557500449665</c:v>
                </c:pt>
                <c:pt idx="1">
                  <c:v>0.00616534354334</c:v>
                </c:pt>
                <c:pt idx="2">
                  <c:v>0.00179164950715</c:v>
                </c:pt>
                <c:pt idx="3">
                  <c:v>0.00439188097406</c:v>
                </c:pt>
                <c:pt idx="4">
                  <c:v>0.00402537250386</c:v>
                </c:pt>
              </c:numCache>
            </c:numRef>
          </c:yVal>
        </c:ser>
        <c:ser>
          <c:idx val="5"/>
          <c:order val="5"/>
          <c:tx>
            <c:v>Mean MisIndexed other_nine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1.115</c:v>
                </c:pt>
                <c:pt idx="1">
                  <c:v>1.245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0.00438985020501</c:v>
                </c:pt>
                <c:pt idx="1">
                  <c:v>0.00438985020501</c:v>
                </c:pt>
              </c:numCache>
            </c:numRef>
          </c:yVal>
        </c:ser>
        <c:ser>
          <c:idx val="6"/>
          <c:order val="6"/>
          <c:tx>
            <c:v>Opaque three_most_dilute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1.784</c:v>
                </c:pt>
                <c:pt idx="1">
                  <c:v>1.802</c:v>
                </c:pt>
                <c:pt idx="2">
                  <c:v>1.82</c:v>
                </c:pt>
                <c:pt idx="3">
                  <c:v>1.838</c:v>
                </c:pt>
                <c:pt idx="4">
                  <c:v>1.856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0.0393088381249</c:v>
                </c:pt>
                <c:pt idx="1">
                  <c:v>0.0141755649172</c:v>
                </c:pt>
                <c:pt idx="2">
                  <c:v>0.0119322357734</c:v>
                </c:pt>
                <c:pt idx="3">
                  <c:v>0.0106846947237</c:v>
                </c:pt>
                <c:pt idx="4">
                  <c:v>0.015559167788</c:v>
                </c:pt>
              </c:numCache>
            </c:numRef>
          </c:yVal>
        </c:ser>
        <c:ser>
          <c:idx val="7"/>
          <c:order val="7"/>
          <c:tx>
            <c:v>Mean Opaque three_most_dilute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1.755</c:v>
                </c:pt>
                <c:pt idx="1">
                  <c:v>1.885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0.0183321002655</c:v>
                </c:pt>
                <c:pt idx="1">
                  <c:v>0.0183321002655</c:v>
                </c:pt>
              </c:numCache>
            </c:numRef>
          </c:yVal>
        </c:ser>
        <c:ser>
          <c:idx val="8"/>
          <c:order val="8"/>
          <c:tx>
            <c:v>Aligned three_most_dilute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Data'!$Q$2:$Q$6</c:f>
              <c:numCache>
                <c:formatCode>General</c:formatCode>
                <c:ptCount val="5"/>
                <c:pt idx="0">
                  <c:v>1.964</c:v>
                </c:pt>
                <c:pt idx="1">
                  <c:v>1.982</c:v>
                </c:pt>
                <c:pt idx="2">
                  <c:v>2</c:v>
                </c:pt>
                <c:pt idx="3">
                  <c:v>2.018</c:v>
                </c:pt>
                <c:pt idx="4">
                  <c:v>2.036</c:v>
                </c:pt>
              </c:numCache>
            </c:numRef>
          </c:xVal>
          <c:yVal>
            <c:numRef>
              <c:f>'Chart Data'!$R$2:$R$6</c:f>
              <c:numCache>
                <c:formatCode>0.00</c:formatCode>
                <c:ptCount val="5"/>
                <c:pt idx="0">
                  <c:v>0.189531060347</c:v>
                </c:pt>
                <c:pt idx="1">
                  <c:v>0.18268312077</c:v>
                </c:pt>
                <c:pt idx="2">
                  <c:v>0.149558921387</c:v>
                </c:pt>
                <c:pt idx="3">
                  <c:v>0.141295995701</c:v>
                </c:pt>
                <c:pt idx="4">
                  <c:v>0.130052209385</c:v>
                </c:pt>
              </c:numCache>
            </c:numRef>
          </c:yVal>
        </c:ser>
        <c:ser>
          <c:idx val="9"/>
          <c:order val="9"/>
          <c:tx>
            <c:v>Mean Aligned three_most_dilute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1.935</c:v>
                </c:pt>
                <c:pt idx="1">
                  <c:v>2.065</c:v>
                </c:pt>
              </c:numCache>
            </c:numRef>
          </c:xVal>
          <c:yVal>
            <c:numRef>
              <c:f>'Chart Data'!$T$2:$T$3</c:f>
              <c:numCache>
                <c:formatCode>0.00</c:formatCode>
                <c:ptCount val="2"/>
                <c:pt idx="0">
                  <c:v>0.158624261518</c:v>
                </c:pt>
                <c:pt idx="1">
                  <c:v>0.158624261518</c:v>
                </c:pt>
              </c:numCache>
            </c:numRef>
          </c:yVal>
        </c:ser>
        <c:ser>
          <c:idx val="10"/>
          <c:order val="10"/>
          <c:tx>
            <c:v>MisIndexed three_most_dilute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Data'!$U$2:$U$6</c:f>
              <c:numCache>
                <c:formatCode>General</c:formatCode>
                <c:ptCount val="5"/>
                <c:pt idx="0">
                  <c:v>2.144</c:v>
                </c:pt>
                <c:pt idx="1">
                  <c:v>2.162</c:v>
                </c:pt>
                <c:pt idx="2">
                  <c:v>2.18</c:v>
                </c:pt>
                <c:pt idx="3">
                  <c:v>2.198</c:v>
                </c:pt>
                <c:pt idx="4">
                  <c:v>2.216</c:v>
                </c:pt>
              </c:numCache>
            </c:numRef>
          </c:xVal>
          <c:yVal>
            <c:numRef>
              <c:f>'Chart Data'!$V$2:$V$6</c:f>
              <c:numCache>
                <c:formatCode>0.00</c:formatCode>
                <c:ptCount val="5"/>
                <c:pt idx="0">
                  <c:v>0.189583504792</c:v>
                </c:pt>
                <c:pt idx="1">
                  <c:v>0.188205342992</c:v>
                </c:pt>
                <c:pt idx="2">
                  <c:v>0.0727811436097</c:v>
                </c:pt>
                <c:pt idx="3">
                  <c:v>0.14108488459</c:v>
                </c:pt>
                <c:pt idx="4">
                  <c:v>0.128185542719</c:v>
                </c:pt>
              </c:numCache>
            </c:numRef>
          </c:yVal>
        </c:ser>
        <c:ser>
          <c:idx val="11"/>
          <c:order val="11"/>
          <c:tx>
            <c:v>Mean MisIndexed three_most_dilute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2.115</c:v>
                </c:pt>
                <c:pt idx="1">
                  <c:v>2.245</c:v>
                </c:pt>
              </c:numCache>
            </c:numRef>
          </c:xVal>
          <c:yVal>
            <c:numRef>
              <c:f>'Chart Data'!$X$2:$X$3</c:f>
              <c:numCache>
                <c:formatCode>0.00</c:formatCode>
                <c:ptCount val="2"/>
                <c:pt idx="0">
                  <c:v>0.14396808374</c:v>
                </c:pt>
                <c:pt idx="1">
                  <c:v>0.14396808374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Macro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2.5"/>
          <c:min val="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Nominal 80%</c:v>
          </c:tx>
          <c:spPr>
            <a:solidFill>
              <a:srgbClr val="6A737B"/>
            </a:solidFill>
            <a:ln w="12383">
              <a:solidFill>
                <a:srgbClr val="6A737B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0.5</c:v>
                </c:pt>
                <c:pt idx="1">
                  <c:v>2.5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80</c:v>
                </c:pt>
                <c:pt idx="1">
                  <c:v>80</c:v>
                </c:pt>
              </c:numCache>
            </c:numRef>
          </c:yVal>
        </c:ser>
        <c:ser>
          <c:idx val="1"/>
          <c:order val="1"/>
          <c:tx>
            <c:v>Opaque other_nine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0.784</c:v>
                </c:pt>
                <c:pt idx="1">
                  <c:v>0.802</c:v>
                </c:pt>
                <c:pt idx="2">
                  <c:v>0.82</c:v>
                </c:pt>
                <c:pt idx="3">
                  <c:v>0.838</c:v>
                </c:pt>
                <c:pt idx="4">
                  <c:v>0.856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94.0740740741</c:v>
                </c:pt>
                <c:pt idx="1">
                  <c:v>96.2962962963</c:v>
                </c:pt>
                <c:pt idx="2">
                  <c:v>80</c:v>
                </c:pt>
                <c:pt idx="3">
                  <c:v>97.037037037</c:v>
                </c:pt>
                <c:pt idx="4">
                  <c:v>85.9259259259</c:v>
                </c:pt>
              </c:numCache>
            </c:numRef>
          </c:yVal>
        </c:ser>
        <c:ser>
          <c:idx val="2"/>
          <c:order val="2"/>
          <c:tx>
            <c:v>Mean Opaque other_nine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0.755</c:v>
                </c:pt>
                <c:pt idx="1">
                  <c:v>0.885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90.6666666667</c:v>
                </c:pt>
                <c:pt idx="1">
                  <c:v>90.6666666667</c:v>
                </c:pt>
              </c:numCache>
            </c:numRef>
          </c:yVal>
        </c:ser>
        <c:ser>
          <c:idx val="3"/>
          <c:order val="3"/>
          <c:tx>
            <c:v>Aligned other_nine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0.964</c:v>
                </c:pt>
                <c:pt idx="1">
                  <c:v>0.982</c:v>
                </c:pt>
                <c:pt idx="2">
                  <c:v>1</c:v>
                </c:pt>
                <c:pt idx="3">
                  <c:v>1.018</c:v>
                </c:pt>
                <c:pt idx="4">
                  <c:v>1.036</c:v>
                </c:pt>
              </c:numCache>
            </c:numRef>
          </c:xVal>
          <c:yVal>
            <c:numRef>
              <c:f>'Chart Data'!$H$2:$H$6</c:f>
              <c:numCache>
                <c:formatCode>0</c:formatCode>
                <c:ptCount val="5"/>
                <c:pt idx="0">
                  <c:v>92.5925925926</c:v>
                </c:pt>
                <c:pt idx="1">
                  <c:v>78.5185185185</c:v>
                </c:pt>
                <c:pt idx="2">
                  <c:v>98.5185185185</c:v>
                </c:pt>
                <c:pt idx="3">
                  <c:v>90.3703703704</c:v>
                </c:pt>
                <c:pt idx="4">
                  <c:v>96.2962962963</c:v>
                </c:pt>
              </c:numCache>
            </c:numRef>
          </c:yVal>
        </c:ser>
        <c:ser>
          <c:idx val="4"/>
          <c:order val="4"/>
          <c:tx>
            <c:v>Mean Aligned other_nine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0.935</c:v>
                </c:pt>
                <c:pt idx="1">
                  <c:v>1.065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91.2592592593</c:v>
                </c:pt>
                <c:pt idx="1">
                  <c:v>91.2592592593</c:v>
                </c:pt>
              </c:numCache>
            </c:numRef>
          </c:yVal>
        </c:ser>
        <c:ser>
          <c:idx val="5"/>
          <c:order val="5"/>
          <c:tx>
            <c:v>MisIndexed other_nine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1.144</c:v>
                </c:pt>
                <c:pt idx="1">
                  <c:v>1.162</c:v>
                </c:pt>
                <c:pt idx="2">
                  <c:v>1.18</c:v>
                </c:pt>
                <c:pt idx="3">
                  <c:v>1.198</c:v>
                </c:pt>
                <c:pt idx="4">
                  <c:v>1.216</c:v>
                </c:pt>
              </c:numCache>
            </c:numRef>
          </c:xVal>
          <c:yVal>
            <c:numRef>
              <c:f>'Chart Data'!$L$2:$L$6</c:f>
              <c:numCache>
                <c:formatCode>0</c:formatCode>
                <c:ptCount val="5"/>
                <c:pt idx="0">
                  <c:v>82.962962963</c:v>
                </c:pt>
                <c:pt idx="1">
                  <c:v>77.037037037</c:v>
                </c:pt>
                <c:pt idx="2">
                  <c:v>94.8148148148</c:v>
                </c:pt>
                <c:pt idx="3">
                  <c:v>96.2962962963</c:v>
                </c:pt>
                <c:pt idx="4">
                  <c:v>97.037037037</c:v>
                </c:pt>
              </c:numCache>
            </c:numRef>
          </c:yVal>
        </c:ser>
        <c:ser>
          <c:idx val="6"/>
          <c:order val="6"/>
          <c:tx>
            <c:v>Mean MisIndexed other_nine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1.115</c:v>
                </c:pt>
                <c:pt idx="1">
                  <c:v>1.245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89.6296296296</c:v>
                </c:pt>
                <c:pt idx="1">
                  <c:v>89.6296296296</c:v>
                </c:pt>
              </c:numCache>
            </c:numRef>
          </c:yVal>
        </c:ser>
        <c:ser>
          <c:idx val="7"/>
          <c:order val="7"/>
          <c:tx>
            <c:v>Opaque three_most_dilute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1.784</c:v>
                </c:pt>
                <c:pt idx="1">
                  <c:v>1.802</c:v>
                </c:pt>
                <c:pt idx="2">
                  <c:v>1.82</c:v>
                </c:pt>
                <c:pt idx="3">
                  <c:v>1.838</c:v>
                </c:pt>
                <c:pt idx="4">
                  <c:v>1.856</c:v>
                </c:pt>
              </c:numCache>
            </c:numRef>
          </c:xVal>
          <c:yVal>
            <c:numRef>
              <c:f>'Chart Data'!$P$2:$P$6</c:f>
              <c:numCache>
                <c:formatCode>0</c:formatCode>
                <c:ptCount val="5"/>
                <c:pt idx="0">
                  <c:v>66.6666666667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yVal>
        </c:ser>
        <c:ser>
          <c:idx val="8"/>
          <c:order val="8"/>
          <c:tx>
            <c:v>Mean Opaque three_most_dilute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1.755</c:v>
                </c:pt>
                <c:pt idx="1">
                  <c:v>1.885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93.3333333333</c:v>
                </c:pt>
                <c:pt idx="1">
                  <c:v>93.3333333333</c:v>
                </c:pt>
              </c:numCache>
            </c:numRef>
          </c:yVal>
        </c:ser>
        <c:ser>
          <c:idx val="9"/>
          <c:order val="9"/>
          <c:tx>
            <c:v>Aligned three_most_dilute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Data'!$S$2:$S$6</c:f>
              <c:numCache>
                <c:formatCode>General</c:formatCode>
                <c:ptCount val="5"/>
                <c:pt idx="0">
                  <c:v>1.964</c:v>
                </c:pt>
                <c:pt idx="1">
                  <c:v>1.982</c:v>
                </c:pt>
                <c:pt idx="2">
                  <c:v>2</c:v>
                </c:pt>
                <c:pt idx="3">
                  <c:v>2.018</c:v>
                </c:pt>
                <c:pt idx="4">
                  <c:v>2.036</c:v>
                </c:pt>
              </c:numCache>
            </c:numRef>
          </c:xVal>
          <c:yVal>
            <c:numRef>
              <c:f>'Chart Data'!$T$2:$T$6</c:f>
              <c:numCache>
                <c:formatCode>0</c:formatCode>
                <c:ptCount val="5"/>
                <c:pt idx="0">
                  <c:v>11.1111111111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yVal>
        </c:ser>
        <c:ser>
          <c:idx val="10"/>
          <c:order val="10"/>
          <c:tx>
            <c:v>Mean Aligned three_most_dilute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1.935</c:v>
                </c:pt>
                <c:pt idx="1">
                  <c:v>2.065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2.22222222222</c:v>
                </c:pt>
                <c:pt idx="1">
                  <c:v>2.22222222222</c:v>
                </c:pt>
              </c:numCache>
            </c:numRef>
          </c:yVal>
        </c:ser>
        <c:ser>
          <c:idx val="11"/>
          <c:order val="11"/>
          <c:tx>
            <c:v>MisIndexed three_most_dilute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Data'!$W$2:$W$6</c:f>
              <c:numCache>
                <c:formatCode>General</c:formatCode>
                <c:ptCount val="5"/>
                <c:pt idx="0">
                  <c:v>2.144</c:v>
                </c:pt>
                <c:pt idx="1">
                  <c:v>2.162</c:v>
                </c:pt>
                <c:pt idx="2">
                  <c:v>2.18</c:v>
                </c:pt>
                <c:pt idx="3">
                  <c:v>2.198</c:v>
                </c:pt>
                <c:pt idx="4">
                  <c:v>2.216</c:v>
                </c:pt>
              </c:numCache>
            </c:numRef>
          </c:xVal>
          <c:yVal>
            <c:numRef>
              <c:f>'Chart Data'!$X$2:$X$6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35.5555555556</c:v>
                </c:pt>
                <c:pt idx="3">
                  <c:v>33.3333333333</c:v>
                </c:pt>
                <c:pt idx="4">
                  <c:v>0</c:v>
                </c:pt>
              </c:numCache>
            </c:numRef>
          </c:yVal>
        </c:ser>
        <c:ser>
          <c:idx val="12"/>
          <c:order val="12"/>
          <c:tx>
            <c:v>Mean MisIndexed three_most_dilute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2.115</c:v>
                </c:pt>
                <c:pt idx="1">
                  <c:v>2.245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13.7777777778</c:v>
                </c:pt>
                <c:pt idx="1">
                  <c:v>13.7777777778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Interval coverage (%)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.5"/>
          <c:min val="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0.716033911705</c:v>
                </c:pt>
                <c:pt idx="1">
                  <c:v>0.716033911705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0.0617886818945</c:v>
                </c:pt>
                <c:pt idx="1">
                  <c:v>0.0833797827363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0.25</c:v>
                </c:pt>
                <c:pt idx="1">
                  <c:v>0.9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0.699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0.0620335154235</c:v>
                </c:pt>
                <c:pt idx="1">
                  <c:v>0.0922920256853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0.044</c:v>
                </c:pt>
                <c:pt idx="1">
                  <c:v>0.225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0.104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0.0611356012523</c:v>
                </c:pt>
                <c:pt idx="1">
                  <c:v>0.0924573987722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0.077245</c:v>
                </c:pt>
                <c:pt idx="1">
                  <c:v>0.141245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0.109245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Dissociation fraction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0.654631316662</c:v>
                </c:pt>
                <c:pt idx="1">
                  <c:v>0.654631316662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0.0616993755102</c:v>
                </c:pt>
                <c:pt idx="1">
                  <c:v>0.0857305452228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0.45</c:v>
                </c:pt>
                <c:pt idx="1">
                  <c:v>0.8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0.629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0.0612333491445</c:v>
                </c:pt>
                <c:pt idx="1">
                  <c:v>0.0805567726493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0.053</c:v>
                </c:pt>
                <c:pt idx="1">
                  <c:v>0.108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0.0804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0.0622947253287</c:v>
                </c:pt>
                <c:pt idx="1">
                  <c:v>0.0797672197223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0.0556</c:v>
                </c:pt>
                <c:pt idx="1">
                  <c:v>0.1056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0.0806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0.579679787159</c:v>
                </c:pt>
                <c:pt idx="1">
                  <c:v>0.579679787159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0.0594160966575</c:v>
                </c:pt>
                <c:pt idx="1">
                  <c:v>0.08216778934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0.43</c:v>
                </c:pt>
                <c:pt idx="1">
                  <c:v>0.7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0.563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0.0633661523461</c:v>
                </c:pt>
                <c:pt idx="1">
                  <c:v>0.0802184417844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0.045</c:v>
                </c:pt>
                <c:pt idx="1">
                  <c:v>0.19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0.11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0.061569724232</c:v>
                </c:pt>
                <c:pt idx="1">
                  <c:v>0.0793784037232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0.1</c:v>
                </c:pt>
                <c:pt idx="1">
                  <c:v>0.75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0.46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0.517307078838</c:v>
                </c:pt>
                <c:pt idx="1">
                  <c:v>0.517307078838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0.0619170516729</c:v>
                </c:pt>
                <c:pt idx="1">
                  <c:v>0.079124443233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0.15</c:v>
                </c:pt>
                <c:pt idx="1">
                  <c:v>0.88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0.52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0.0581717304885</c:v>
                </c:pt>
                <c:pt idx="1">
                  <c:v>0.0813543498516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0.04</c:v>
                </c:pt>
                <c:pt idx="1">
                  <c:v>0.105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0.0724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0.0581267848611</c:v>
                </c:pt>
                <c:pt idx="1">
                  <c:v>0.0822163149714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0.04</c:v>
                </c:pt>
                <c:pt idx="1">
                  <c:v>0.45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0.0962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0.447965872288</c:v>
                </c:pt>
                <c:pt idx="1">
                  <c:v>0.447965872288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0.0549094863236</c:v>
                </c:pt>
                <c:pt idx="1">
                  <c:v>0.0747966468334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0.2</c:v>
                </c:pt>
                <c:pt idx="1">
                  <c:v>0.7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0.413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0.0644031614065</c:v>
                </c:pt>
                <c:pt idx="1">
                  <c:v>0.0799311324954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0.035</c:v>
                </c:pt>
                <c:pt idx="1">
                  <c:v>0.13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0.079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0.0658101141453</c:v>
                </c:pt>
                <c:pt idx="1">
                  <c:v>0.0779244974256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0.04</c:v>
                </c:pt>
                <c:pt idx="1">
                  <c:v>0.096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0.0681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0.45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0.45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0.182038086096</c:v>
                </c:pt>
                <c:pt idx="1">
                  <c:v>0.157182553723</c:v>
                </c:pt>
                <c:pt idx="2">
                  <c:v>0.101250672739</c:v>
                </c:pt>
                <c:pt idx="3">
                  <c:v>0.0598537477754</c:v>
                </c:pt>
                <c:pt idx="4">
                  <c:v>0.220153907639</c:v>
                </c:pt>
                <c:pt idx="5">
                  <c:v>0.168926438642</c:v>
                </c:pt>
                <c:pt idx="6">
                  <c:v>0.0834767580465</c:v>
                </c:pt>
                <c:pt idx="7">
                  <c:v>0.153694565067</c:v>
                </c:pt>
                <c:pt idx="8">
                  <c:v>0.217637241453</c:v>
                </c:pt>
                <c:pt idx="9">
                  <c:v>0.0849605883029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0.0848859145184</c:v>
                </c:pt>
                <c:pt idx="1">
                  <c:v>0.143635914518</c:v>
                </c:pt>
                <c:pt idx="2">
                  <c:v>0.116344923502</c:v>
                </c:pt>
                <c:pt idx="3">
                  <c:v>0.381306394921</c:v>
                </c:pt>
                <c:pt idx="4">
                  <c:v>0.0615964751424</c:v>
                </c:pt>
                <c:pt idx="5">
                  <c:v>0.0871435918492</c:v>
                </c:pt>
                <c:pt idx="6">
                  <c:v>0.0698582086861</c:v>
                </c:pt>
                <c:pt idx="7">
                  <c:v>0.139648309618</c:v>
                </c:pt>
                <c:pt idx="8">
                  <c:v>0.148638835917</c:v>
                </c:pt>
                <c:pt idx="9">
                  <c:v>0.0383891991177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0.216022637923</c:v>
                </c:pt>
                <c:pt idx="1">
                  <c:v>0.205849800198</c:v>
                </c:pt>
                <c:pt idx="2">
                  <c:v>0.115453006904</c:v>
                </c:pt>
                <c:pt idx="3">
                  <c:v>0.240450006968</c:v>
                </c:pt>
                <c:pt idx="4">
                  <c:v>0.260610880655</c:v>
                </c:pt>
                <c:pt idx="5">
                  <c:v>0.217244540356</c:v>
                </c:pt>
                <c:pt idx="6">
                  <c:v>0.140166981736</c:v>
                </c:pt>
                <c:pt idx="7">
                  <c:v>0.193666840563</c:v>
                </c:pt>
                <c:pt idx="8">
                  <c:v>0.205991705825</c:v>
                </c:pt>
                <c:pt idx="9">
                  <c:v>0.212067641884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0.0460189822319</c:v>
                </c:pt>
                <c:pt idx="1">
                  <c:v>0.0551856488986</c:v>
                </c:pt>
                <c:pt idx="2">
                  <c:v>0.0542610785182</c:v>
                </c:pt>
                <c:pt idx="3">
                  <c:v>0.0401563057668</c:v>
                </c:pt>
                <c:pt idx="4">
                  <c:v>0.0409069506862</c:v>
                </c:pt>
                <c:pt idx="5">
                  <c:v>0.117976925183</c:v>
                </c:pt>
                <c:pt idx="6">
                  <c:v>0.0552036046057</c:v>
                </c:pt>
                <c:pt idx="7">
                  <c:v>0.0603942152824</c:v>
                </c:pt>
                <c:pt idx="8">
                  <c:v>0.115276966779</c:v>
                </c:pt>
                <c:pt idx="9">
                  <c:v>0.0593321209607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0.204295786658</c:v>
                </c:pt>
                <c:pt idx="1">
                  <c:v>0.257992066382</c:v>
                </c:pt>
                <c:pt idx="2">
                  <c:v>0.235203485684</c:v>
                </c:pt>
                <c:pt idx="3">
                  <c:v>0.106156632728</c:v>
                </c:pt>
                <c:pt idx="4">
                  <c:v>0.293911426964</c:v>
                </c:pt>
                <c:pt idx="5">
                  <c:v>0.0504680446607</c:v>
                </c:pt>
                <c:pt idx="6">
                  <c:v>0.088735145413</c:v>
                </c:pt>
                <c:pt idx="7">
                  <c:v>0.138357075522</c:v>
                </c:pt>
                <c:pt idx="8">
                  <c:v>0.186596495976</c:v>
                </c:pt>
                <c:pt idx="9">
                  <c:v>0.14219821922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0.0568523155652</c:v>
                </c:pt>
                <c:pt idx="1">
                  <c:v>0.0997612921202</c:v>
                </c:pt>
                <c:pt idx="2">
                  <c:v>0.0909282568358</c:v>
                </c:pt>
                <c:pt idx="3">
                  <c:v>0.176494501006</c:v>
                </c:pt>
                <c:pt idx="4">
                  <c:v>0.0547456547352</c:v>
                </c:pt>
                <c:pt idx="5">
                  <c:v>0.0604657648899</c:v>
                </c:pt>
                <c:pt idx="6">
                  <c:v>0.0604724829504</c:v>
                </c:pt>
                <c:pt idx="7">
                  <c:v>0.0647231885102</c:v>
                </c:pt>
                <c:pt idx="8">
                  <c:v>0.0933321209607</c:v>
                </c:pt>
                <c:pt idx="9">
                  <c:v>0.0815442139551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5"/>
      </c:valAx>
      <c:valAx>
        <c:axId val="48650112"/>
        <c:scaling>
          <c:orientation val="minMax"/>
          <c:max val="0.4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0.14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0.14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0.00441602763515</c:v>
                </c:pt>
                <c:pt idx="1">
                  <c:v>0.00482040304187</c:v>
                </c:pt>
                <c:pt idx="2">
                  <c:v>0.00456336077994</c:v>
                </c:pt>
                <c:pt idx="3">
                  <c:v>0.00515005554491</c:v>
                </c:pt>
                <c:pt idx="4">
                  <c:v>0.00461033299108</c:v>
                </c:pt>
                <c:pt idx="5">
                  <c:v>0.00467270097342</c:v>
                </c:pt>
                <c:pt idx="6">
                  <c:v>0.00550374238997</c:v>
                </c:pt>
                <c:pt idx="7">
                  <c:v>0.00485387759343</c:v>
                </c:pt>
                <c:pt idx="8">
                  <c:v>0.0048820147242</c:v>
                </c:pt>
                <c:pt idx="9">
                  <c:v>0.00683484640587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0.0135525825385</c:v>
                </c:pt>
                <c:pt idx="1">
                  <c:v>0.0177302038888</c:v>
                </c:pt>
                <c:pt idx="2">
                  <c:v>0.0301565692924</c:v>
                </c:pt>
                <c:pt idx="3">
                  <c:v>0.0143232359591</c:v>
                </c:pt>
                <c:pt idx="4">
                  <c:v>0.00590793581993</c:v>
                </c:pt>
                <c:pt idx="5">
                  <c:v>0.0288777914578</c:v>
                </c:pt>
                <c:pt idx="6">
                  <c:v>0.0109374639661</c:v>
                </c:pt>
                <c:pt idx="7">
                  <c:v>0.00729928841699</c:v>
                </c:pt>
                <c:pt idx="8">
                  <c:v>0.00650976962323</c:v>
                </c:pt>
                <c:pt idx="9">
                  <c:v>0.0110400999275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0.00762575049241</c:v>
                </c:pt>
                <c:pt idx="1">
                  <c:v>0.00467010485114</c:v>
                </c:pt>
                <c:pt idx="2">
                  <c:v>0.00551262989772</c:v>
                </c:pt>
                <c:pt idx="3">
                  <c:v>0.00417009640417</c:v>
                </c:pt>
                <c:pt idx="4">
                  <c:v>0.00449906136038</c:v>
                </c:pt>
                <c:pt idx="5">
                  <c:v>0.0043002806979</c:v>
                </c:pt>
                <c:pt idx="6">
                  <c:v>0.004258136444</c:v>
                </c:pt>
                <c:pt idx="7">
                  <c:v>0.00483577599395</c:v>
                </c:pt>
                <c:pt idx="8">
                  <c:v>0.00441850251547</c:v>
                </c:pt>
                <c:pt idx="9">
                  <c:v>0.00439253520334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0.0983084557324</c:v>
                </c:pt>
                <c:pt idx="1">
                  <c:v>0.0149518362649</c:v>
                </c:pt>
                <c:pt idx="2">
                  <c:v>0.0384899026257</c:v>
                </c:pt>
                <c:pt idx="3">
                  <c:v>0.0351565692924</c:v>
                </c:pt>
                <c:pt idx="4">
                  <c:v>0.0337624952383</c:v>
                </c:pt>
                <c:pt idx="5">
                  <c:v>0.0645958285716</c:v>
                </c:pt>
                <c:pt idx="6">
                  <c:v>0.0163057585405</c:v>
                </c:pt>
                <c:pt idx="7">
                  <c:v>0.0700132769685</c:v>
                </c:pt>
                <c:pt idx="8">
                  <c:v>0.0112335698609</c:v>
                </c:pt>
                <c:pt idx="9">
                  <c:v>0.0648304488332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0.00473860300562</c:v>
                </c:pt>
                <c:pt idx="1">
                  <c:v>0.0049645766316</c:v>
                </c:pt>
                <c:pt idx="2">
                  <c:v>0.00430248662264</c:v>
                </c:pt>
                <c:pt idx="3">
                  <c:v>0.00415855074118</c:v>
                </c:pt>
                <c:pt idx="4">
                  <c:v>0.00426353711487</c:v>
                </c:pt>
                <c:pt idx="5">
                  <c:v>0.00486943438192</c:v>
                </c:pt>
                <c:pt idx="6">
                  <c:v>0.00512986430795</c:v>
                </c:pt>
                <c:pt idx="7">
                  <c:v>0.00415678040125</c:v>
                </c:pt>
                <c:pt idx="8">
                  <c:v>0.00441228669251</c:v>
                </c:pt>
                <c:pt idx="9">
                  <c:v>0.00448417441638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0.104141789066</c:v>
                </c:pt>
                <c:pt idx="1">
                  <c:v>0.0949751223991</c:v>
                </c:pt>
                <c:pt idx="2">
                  <c:v>0.0380732359591</c:v>
                </c:pt>
                <c:pt idx="3">
                  <c:v>0.0426565692924</c:v>
                </c:pt>
                <c:pt idx="4">
                  <c:v>0.0870958285716</c:v>
                </c:pt>
                <c:pt idx="5">
                  <c:v>0.00959582857159</c:v>
                </c:pt>
                <c:pt idx="6">
                  <c:v>0.0800132769685</c:v>
                </c:pt>
                <c:pt idx="7">
                  <c:v>0.107096610302</c:v>
                </c:pt>
                <c:pt idx="8">
                  <c:v>0.117330448833</c:v>
                </c:pt>
                <c:pt idx="9">
                  <c:v>0.0313304488332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4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0.1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0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0.22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0.22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0.016829786605</c:v>
                </c:pt>
                <c:pt idx="1">
                  <c:v>0.0191726504675</c:v>
                </c:pt>
                <c:pt idx="2">
                  <c:v>0.0191814420408</c:v>
                </c:pt>
                <c:pt idx="3">
                  <c:v>0.04901839487</c:v>
                </c:pt>
                <c:pt idx="4">
                  <c:v>0.0193055473197</c:v>
                </c:pt>
                <c:pt idx="5">
                  <c:v>0.0189999052882</c:v>
                </c:pt>
                <c:pt idx="6">
                  <c:v>0.0204909585555</c:v>
                </c:pt>
                <c:pt idx="7">
                  <c:v>0.0212184687926</c:v>
                </c:pt>
                <c:pt idx="8">
                  <c:v>0.0181739115361</c:v>
                </c:pt>
                <c:pt idx="9">
                  <c:v>0.0180131820958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0.0289334291368</c:v>
                </c:pt>
                <c:pt idx="1">
                  <c:v>0.0422445741276</c:v>
                </c:pt>
                <c:pt idx="2">
                  <c:v>0.0304299994529</c:v>
                </c:pt>
                <c:pt idx="3">
                  <c:v>0.176660286603</c:v>
                </c:pt>
                <c:pt idx="4">
                  <c:v>0.0944843658348</c:v>
                </c:pt>
                <c:pt idx="5">
                  <c:v>0.0286013023857</c:v>
                </c:pt>
                <c:pt idx="6">
                  <c:v>0.172446488823</c:v>
                </c:pt>
                <c:pt idx="7">
                  <c:v>0.031518066029</c:v>
                </c:pt>
                <c:pt idx="8">
                  <c:v>0.0567188859533</c:v>
                </c:pt>
                <c:pt idx="9">
                  <c:v>0.00935778523931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0.0165757626922</c:v>
                </c:pt>
                <c:pt idx="1">
                  <c:v>0.01754278915</c:v>
                </c:pt>
                <c:pt idx="2">
                  <c:v>0.0171922444861</c:v>
                </c:pt>
                <c:pt idx="3">
                  <c:v>0.0171922444861</c:v>
                </c:pt>
                <c:pt idx="4">
                  <c:v>0.019191178217</c:v>
                </c:pt>
                <c:pt idx="5">
                  <c:v>0.0189999052882</c:v>
                </c:pt>
                <c:pt idx="6">
                  <c:v>0.0204229036869</c:v>
                </c:pt>
                <c:pt idx="7">
                  <c:v>0.0282493806142</c:v>
                </c:pt>
                <c:pt idx="8">
                  <c:v>0.0195294060639</c:v>
                </c:pt>
                <c:pt idx="9">
                  <c:v>0.0187220498193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0.0293500958034</c:v>
                </c:pt>
                <c:pt idx="1">
                  <c:v>0.0555779074609</c:v>
                </c:pt>
                <c:pt idx="2">
                  <c:v>0.0163128427778</c:v>
                </c:pt>
                <c:pt idx="3">
                  <c:v>0.0416602866032</c:v>
                </c:pt>
                <c:pt idx="4">
                  <c:v>0.0740183987978</c:v>
                </c:pt>
                <c:pt idx="5">
                  <c:v>0.106151032501</c:v>
                </c:pt>
                <c:pt idx="6">
                  <c:v>0.0146740391677</c:v>
                </c:pt>
                <c:pt idx="7">
                  <c:v>0.0525218247153</c:v>
                </c:pt>
                <c:pt idx="8">
                  <c:v>0.114291211005</c:v>
                </c:pt>
                <c:pt idx="9">
                  <c:v>0.02713555262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0.0165757626922</c:v>
                </c:pt>
                <c:pt idx="1">
                  <c:v>0.0180997634991</c:v>
                </c:pt>
                <c:pt idx="2">
                  <c:v>0.0171922444861</c:v>
                </c:pt>
                <c:pt idx="3">
                  <c:v>0.0171922444861</c:v>
                </c:pt>
                <c:pt idx="4">
                  <c:v>0.0189999052882</c:v>
                </c:pt>
                <c:pt idx="5">
                  <c:v>0.0215468742015</c:v>
                </c:pt>
                <c:pt idx="6">
                  <c:v>0.122882933739</c:v>
                </c:pt>
                <c:pt idx="7">
                  <c:v>0.0199436150884</c:v>
                </c:pt>
                <c:pt idx="8">
                  <c:v>0.019036061627</c:v>
                </c:pt>
                <c:pt idx="9">
                  <c:v>0.0181084928511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0.0212253339235</c:v>
                </c:pt>
                <c:pt idx="1">
                  <c:v>0.161827907461</c:v>
                </c:pt>
                <c:pt idx="2">
                  <c:v>0.13332695327</c:v>
                </c:pt>
                <c:pt idx="3">
                  <c:v>0.0991602866032</c:v>
                </c:pt>
                <c:pt idx="4">
                  <c:v>0.0245281767076</c:v>
                </c:pt>
                <c:pt idx="5">
                  <c:v>0.0699491122534</c:v>
                </c:pt>
                <c:pt idx="6">
                  <c:v>0.102521824715</c:v>
                </c:pt>
                <c:pt idx="7">
                  <c:v>0.0287718247153</c:v>
                </c:pt>
                <c:pt idx="8">
                  <c:v>0.188874544338</c:v>
                </c:pt>
                <c:pt idx="9">
                  <c:v>0.0437078776717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22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0.55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0.55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0.314023140412</c:v>
                </c:pt>
                <c:pt idx="1">
                  <c:v>0.345317526104</c:v>
                </c:pt>
                <c:pt idx="2">
                  <c:v>0.285392958524</c:v>
                </c:pt>
                <c:pt idx="3">
                  <c:v>0.285392958524</c:v>
                </c:pt>
                <c:pt idx="4">
                  <c:v>0.33634036614</c:v>
                </c:pt>
                <c:pt idx="5">
                  <c:v>0.30715341437</c:v>
                </c:pt>
                <c:pt idx="6">
                  <c:v>0.364623012289</c:v>
                </c:pt>
                <c:pt idx="7">
                  <c:v>0.364623012289</c:v>
                </c:pt>
                <c:pt idx="8">
                  <c:v>0.292383595038</c:v>
                </c:pt>
                <c:pt idx="9">
                  <c:v>0.28209062586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0.234678247484</c:v>
                </c:pt>
                <c:pt idx="1">
                  <c:v>0.177606494137</c:v>
                </c:pt>
                <c:pt idx="2">
                  <c:v>0.135324563133</c:v>
                </c:pt>
                <c:pt idx="3">
                  <c:v>0.378336260183</c:v>
                </c:pt>
                <c:pt idx="4">
                  <c:v>0.457183807008</c:v>
                </c:pt>
                <c:pt idx="5">
                  <c:v>0.285773637911</c:v>
                </c:pt>
                <c:pt idx="6">
                  <c:v>0.331974651653</c:v>
                </c:pt>
                <c:pt idx="7">
                  <c:v>0.233789678955</c:v>
                </c:pt>
                <c:pt idx="8">
                  <c:v>0.335540167868</c:v>
                </c:pt>
                <c:pt idx="9">
                  <c:v>0.209706834534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0.314023140412</c:v>
                </c:pt>
                <c:pt idx="1">
                  <c:v>0.314023140412</c:v>
                </c:pt>
                <c:pt idx="2">
                  <c:v>0.285392958524</c:v>
                </c:pt>
                <c:pt idx="3">
                  <c:v>0.285392958524</c:v>
                </c:pt>
                <c:pt idx="4">
                  <c:v>0.325206901802</c:v>
                </c:pt>
                <c:pt idx="5">
                  <c:v>0.30715341437</c:v>
                </c:pt>
                <c:pt idx="6">
                  <c:v>0.364623012289</c:v>
                </c:pt>
                <c:pt idx="7">
                  <c:v>0.369082640173</c:v>
                </c:pt>
                <c:pt idx="8">
                  <c:v>0.323299789573</c:v>
                </c:pt>
                <c:pt idx="9">
                  <c:v>0.294441032357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0.266523140412</c:v>
                </c:pt>
                <c:pt idx="1">
                  <c:v>0.279856473746</c:v>
                </c:pt>
                <c:pt idx="2">
                  <c:v>0.269559625191</c:v>
                </c:pt>
                <c:pt idx="3">
                  <c:v>0.252677692722</c:v>
                </c:pt>
                <c:pt idx="4">
                  <c:v>0.225371182119</c:v>
                </c:pt>
                <c:pt idx="5">
                  <c:v>0.28399140566</c:v>
                </c:pt>
                <c:pt idx="6">
                  <c:v>0.239502291008</c:v>
                </c:pt>
                <c:pt idx="7">
                  <c:v>0.307956345622</c:v>
                </c:pt>
                <c:pt idx="8">
                  <c:v>0.495540167868</c:v>
                </c:pt>
                <c:pt idx="9">
                  <c:v>0.313930922262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0.314023140412</c:v>
                </c:pt>
                <c:pt idx="1">
                  <c:v>0.314023140412</c:v>
                </c:pt>
                <c:pt idx="2">
                  <c:v>0.285392958524</c:v>
                </c:pt>
                <c:pt idx="3">
                  <c:v>0.285392958524</c:v>
                </c:pt>
                <c:pt idx="4">
                  <c:v>0.312874263365</c:v>
                </c:pt>
                <c:pt idx="5">
                  <c:v>0.30715341437</c:v>
                </c:pt>
                <c:pt idx="6">
                  <c:v>0.364623012289</c:v>
                </c:pt>
                <c:pt idx="7">
                  <c:v>0.364623012289</c:v>
                </c:pt>
                <c:pt idx="8">
                  <c:v>0.305188068892</c:v>
                </c:pt>
                <c:pt idx="9">
                  <c:v>0.28209062586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0.203251692324</c:v>
                </c:pt>
                <c:pt idx="1">
                  <c:v>0.271344914151</c:v>
                </c:pt>
                <c:pt idx="2">
                  <c:v>0.286669593517</c:v>
                </c:pt>
                <c:pt idx="3">
                  <c:v>0.379491229799</c:v>
                </c:pt>
                <c:pt idx="4">
                  <c:v>0.294537848786</c:v>
                </c:pt>
                <c:pt idx="5">
                  <c:v>0.353880089495</c:v>
                </c:pt>
                <c:pt idx="6">
                  <c:v>0.347956345622</c:v>
                </c:pt>
                <c:pt idx="7">
                  <c:v>0.277828283398</c:v>
                </c:pt>
                <c:pt idx="8">
                  <c:v>0.307206834534</c:v>
                </c:pt>
                <c:pt idx="9">
                  <c:v>0.262935839495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0.5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Purity group 0</c:v>
          </c:tx>
          <c:spPr>
            <a:solidFill>
              <a:srgbClr val="6A737B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A737B"/>
              </a:solidFill>
              <a:ln w="0">
                <a:noFill/>
              </a:ln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-0.13</c:v>
                </c:pt>
                <c:pt idx="1">
                  <c:v>-0.121034482759</c:v>
                </c:pt>
                <c:pt idx="2">
                  <c:v>-0.112068965517</c:v>
                </c:pt>
                <c:pt idx="3">
                  <c:v>-0.103103448276</c:v>
                </c:pt>
                <c:pt idx="4">
                  <c:v>-0.0941379310345</c:v>
                </c:pt>
                <c:pt idx="5">
                  <c:v>-0.0851724137931</c:v>
                </c:pt>
                <c:pt idx="6">
                  <c:v>-0.0762068965517</c:v>
                </c:pt>
                <c:pt idx="7">
                  <c:v>-0.0672413793103</c:v>
                </c:pt>
                <c:pt idx="8">
                  <c:v>-0.058275862069</c:v>
                </c:pt>
                <c:pt idx="9">
                  <c:v>-0.0493103448276</c:v>
                </c:pt>
                <c:pt idx="10">
                  <c:v>-0.0403448275862</c:v>
                </c:pt>
                <c:pt idx="11">
                  <c:v>-0.0313793103448</c:v>
                </c:pt>
                <c:pt idx="12">
                  <c:v>-0.0224137931034</c:v>
                </c:pt>
                <c:pt idx="13">
                  <c:v>-0.0134482758621</c:v>
                </c:pt>
                <c:pt idx="14">
                  <c:v>-0.00448275862069</c:v>
                </c:pt>
                <c:pt idx="15">
                  <c:v>0.00448275862069</c:v>
                </c:pt>
                <c:pt idx="16">
                  <c:v>0.0134482758621</c:v>
                </c:pt>
                <c:pt idx="17">
                  <c:v>0.0224137931034</c:v>
                </c:pt>
                <c:pt idx="18">
                  <c:v>0.0313793103448</c:v>
                </c:pt>
                <c:pt idx="19">
                  <c:v>0.0403448275862</c:v>
                </c:pt>
                <c:pt idx="20">
                  <c:v>0.0493103448276</c:v>
                </c:pt>
                <c:pt idx="21">
                  <c:v>0.058275862069</c:v>
                </c:pt>
                <c:pt idx="22">
                  <c:v>0.0672413793103</c:v>
                </c:pt>
                <c:pt idx="23">
                  <c:v>0.0762068965517</c:v>
                </c:pt>
                <c:pt idx="24">
                  <c:v>0.0851724137931</c:v>
                </c:pt>
                <c:pt idx="25">
                  <c:v>0.0941379310345</c:v>
                </c:pt>
                <c:pt idx="26">
                  <c:v>0.103103448276</c:v>
                </c:pt>
                <c:pt idx="27">
                  <c:v>0.112068965517</c:v>
                </c:pt>
                <c:pt idx="28">
                  <c:v>0.121034482759</c:v>
                </c:pt>
                <c:pt idx="29">
                  <c:v>0.13</c:v>
                </c:pt>
              </c:numCache>
            </c:numRef>
          </c:xVal>
          <c:yVal>
            <c:numRef>
              <c:f>'Chart Data'!$B$2:$B$31</c:f>
              <c:numCache>
                <c:formatCode>0.00</c:formatCode>
                <c:ptCount val="30"/>
                <c:pt idx="0">
                  <c:v>0.986213003596</c:v>
                </c:pt>
                <c:pt idx="1">
                  <c:v>0.991278499365</c:v>
                </c:pt>
                <c:pt idx="2">
                  <c:v>0.986858154337</c:v>
                </c:pt>
                <c:pt idx="3">
                  <c:v>0.983303427696</c:v>
                </c:pt>
                <c:pt idx="4">
                  <c:v>0.986721158028</c:v>
                </c:pt>
                <c:pt idx="5">
                  <c:v>0.987310101589</c:v>
                </c:pt>
                <c:pt idx="6">
                  <c:v>0.987851418555</c:v>
                </c:pt>
                <c:pt idx="7">
                  <c:v>0.985718617837</c:v>
                </c:pt>
                <c:pt idx="8">
                  <c:v>0.983278396229</c:v>
                </c:pt>
                <c:pt idx="9">
                  <c:v>0.984577034911</c:v>
                </c:pt>
                <c:pt idx="10">
                  <c:v>0.984670907259</c:v>
                </c:pt>
                <c:pt idx="11">
                  <c:v>0.981518311934</c:v>
                </c:pt>
                <c:pt idx="12">
                  <c:v>0.986147537827</c:v>
                </c:pt>
                <c:pt idx="13">
                  <c:v>0.98469855388</c:v>
                </c:pt>
                <c:pt idx="14">
                  <c:v>0.987489839395</c:v>
                </c:pt>
                <c:pt idx="15">
                  <c:v>0.983921249708</c:v>
                </c:pt>
                <c:pt idx="16">
                  <c:v>0.984511449933</c:v>
                </c:pt>
                <c:pt idx="17">
                  <c:v>0.986893497407</c:v>
                </c:pt>
                <c:pt idx="18">
                  <c:v>0.981140601138</c:v>
                </c:pt>
                <c:pt idx="19">
                  <c:v>0.986719446878</c:v>
                </c:pt>
                <c:pt idx="20">
                  <c:v>0.988027038674</c:v>
                </c:pt>
                <c:pt idx="21">
                  <c:v>0.982880423466</c:v>
                </c:pt>
                <c:pt idx="22">
                  <c:v>0.982934728265</c:v>
                </c:pt>
                <c:pt idx="23">
                  <c:v>0.986567412814</c:v>
                </c:pt>
                <c:pt idx="24">
                  <c:v>0.985307753086</c:v>
                </c:pt>
                <c:pt idx="25">
                  <c:v>0.987309550246</c:v>
                </c:pt>
                <c:pt idx="26">
                  <c:v>0.98391721646</c:v>
                </c:pt>
                <c:pt idx="27">
                  <c:v>0.987250295778</c:v>
                </c:pt>
                <c:pt idx="28">
                  <c:v>0.985110737383</c:v>
                </c:pt>
                <c:pt idx="29">
                  <c:v>0.980057880282</c:v>
                </c:pt>
              </c:numCache>
            </c:numRef>
          </c:yVal>
        </c:ser>
        <c:ser>
          <c:idx val="1"/>
          <c:order val="1"/>
          <c:tx>
            <c:v>Mean 0</c:v>
          </c:tx>
          <c:spPr>
            <a:solidFill>
              <a:srgbClr val="6A737B"/>
            </a:solidFill>
            <a:ln w="28575">
              <a:solidFill>
                <a:srgbClr val="6A737B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-0.2</c:v>
                </c:pt>
                <c:pt idx="1">
                  <c:v>0.2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0.985339474798</c:v>
                </c:pt>
                <c:pt idx="1">
                  <c:v>0.985339474798</c:v>
                </c:pt>
              </c:numCache>
            </c:numRef>
          </c:yVal>
        </c:ser>
        <c:ser>
          <c:idx val="2"/>
          <c:order val="2"/>
          <c:tx>
            <c:v>Purity group 1</c:v>
          </c:tx>
          <c:spPr>
            <a:solidFill>
              <a:srgbClr val="24292D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4292D"/>
              </a:solidFill>
              <a:ln w="0">
                <a:noFill/>
              </a:ln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0.87</c:v>
                </c:pt>
                <c:pt idx="1">
                  <c:v>0.878965517241</c:v>
                </c:pt>
                <c:pt idx="2">
                  <c:v>0.887931034483</c:v>
                </c:pt>
                <c:pt idx="3">
                  <c:v>0.896896551724</c:v>
                </c:pt>
                <c:pt idx="4">
                  <c:v>0.905862068966</c:v>
                </c:pt>
                <c:pt idx="5">
                  <c:v>0.914827586207</c:v>
                </c:pt>
                <c:pt idx="6">
                  <c:v>0.923793103448</c:v>
                </c:pt>
                <c:pt idx="7">
                  <c:v>0.93275862069</c:v>
                </c:pt>
                <c:pt idx="8">
                  <c:v>0.941724137931</c:v>
                </c:pt>
                <c:pt idx="9">
                  <c:v>0.950689655172</c:v>
                </c:pt>
                <c:pt idx="10">
                  <c:v>0.959655172414</c:v>
                </c:pt>
                <c:pt idx="11">
                  <c:v>0.968620689655</c:v>
                </c:pt>
                <c:pt idx="12">
                  <c:v>0.977586206897</c:v>
                </c:pt>
                <c:pt idx="13">
                  <c:v>0.986551724138</c:v>
                </c:pt>
                <c:pt idx="14">
                  <c:v>0.995517241379</c:v>
                </c:pt>
                <c:pt idx="15">
                  <c:v>1.00448275862</c:v>
                </c:pt>
                <c:pt idx="16">
                  <c:v>1.01344827586</c:v>
                </c:pt>
                <c:pt idx="17">
                  <c:v>1.0224137931</c:v>
                </c:pt>
                <c:pt idx="18">
                  <c:v>1.03137931034</c:v>
                </c:pt>
                <c:pt idx="19">
                  <c:v>1.04034482759</c:v>
                </c:pt>
                <c:pt idx="20">
                  <c:v>1.04931034483</c:v>
                </c:pt>
                <c:pt idx="21">
                  <c:v>1.05827586207</c:v>
                </c:pt>
                <c:pt idx="22">
                  <c:v>1.06724137931</c:v>
                </c:pt>
                <c:pt idx="23">
                  <c:v>1.07620689655</c:v>
                </c:pt>
                <c:pt idx="24">
                  <c:v>1.08517241379</c:v>
                </c:pt>
                <c:pt idx="25">
                  <c:v>1.09413793103</c:v>
                </c:pt>
                <c:pt idx="26">
                  <c:v>1.10310344828</c:v>
                </c:pt>
                <c:pt idx="27">
                  <c:v>1.11206896552</c:v>
                </c:pt>
                <c:pt idx="28">
                  <c:v>1.12103448276</c:v>
                </c:pt>
                <c:pt idx="29">
                  <c:v>1.13</c:v>
                </c:pt>
              </c:numCache>
            </c:numRef>
          </c:xVal>
          <c:yVal>
            <c:numRef>
              <c:f>'Chart Data'!$F$2:$F$31</c:f>
              <c:numCache>
                <c:formatCode>0.00</c:formatCode>
                <c:ptCount val="30"/>
                <c:pt idx="0">
                  <c:v>0.984975122399</c:v>
                </c:pt>
                <c:pt idx="1">
                  <c:v>0.984975122399</c:v>
                </c:pt>
                <c:pt idx="2">
                  <c:v>0.984975122399</c:v>
                </c:pt>
                <c:pt idx="3">
                  <c:v>0.984975122399</c:v>
                </c:pt>
                <c:pt idx="4">
                  <c:v>0.984975122399</c:v>
                </c:pt>
                <c:pt idx="5">
                  <c:v>0.984975122399</c:v>
                </c:pt>
                <c:pt idx="6">
                  <c:v>0.984323235959</c:v>
                </c:pt>
                <c:pt idx="7">
                  <c:v>0.984323235959</c:v>
                </c:pt>
                <c:pt idx="8">
                  <c:v>0.984323235959</c:v>
                </c:pt>
                <c:pt idx="9">
                  <c:v>0.984323235959</c:v>
                </c:pt>
                <c:pt idx="10">
                  <c:v>0.984323235959</c:v>
                </c:pt>
                <c:pt idx="11">
                  <c:v>0.984323235959</c:v>
                </c:pt>
                <c:pt idx="12">
                  <c:v>0.985429161905</c:v>
                </c:pt>
                <c:pt idx="13">
                  <c:v>0.985429161905</c:v>
                </c:pt>
                <c:pt idx="14">
                  <c:v>0.985429161905</c:v>
                </c:pt>
                <c:pt idx="15">
                  <c:v>0.985429161905</c:v>
                </c:pt>
                <c:pt idx="16">
                  <c:v>0.985429161905</c:v>
                </c:pt>
                <c:pt idx="17">
                  <c:v>0.985429161905</c:v>
                </c:pt>
                <c:pt idx="18">
                  <c:v>0.985013276968</c:v>
                </c:pt>
                <c:pt idx="19">
                  <c:v>0.985013276968</c:v>
                </c:pt>
                <c:pt idx="20">
                  <c:v>0.985013276968</c:v>
                </c:pt>
                <c:pt idx="21">
                  <c:v>0.985013276968</c:v>
                </c:pt>
                <c:pt idx="22">
                  <c:v>0.985013276968</c:v>
                </c:pt>
                <c:pt idx="23">
                  <c:v>0.985013276968</c:v>
                </c:pt>
                <c:pt idx="24">
                  <c:v>0.985663782167</c:v>
                </c:pt>
                <c:pt idx="25">
                  <c:v>0.985663782167</c:v>
                </c:pt>
                <c:pt idx="26">
                  <c:v>0.985663782167</c:v>
                </c:pt>
                <c:pt idx="27">
                  <c:v>0.985663782167</c:v>
                </c:pt>
                <c:pt idx="28">
                  <c:v>0.985663782167</c:v>
                </c:pt>
                <c:pt idx="29">
                  <c:v>0.985663782167</c:v>
                </c:pt>
              </c:numCache>
            </c:numRef>
          </c:yVal>
        </c:ser>
        <c:ser>
          <c:idx val="3"/>
          <c:order val="3"/>
          <c:tx>
            <c:v>Mean 1</c:v>
          </c:tx>
          <c:spPr>
            <a:solidFill>
              <a:srgbClr val="24292D"/>
            </a:solidFill>
            <a:ln w="28575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0.8</c:v>
                </c:pt>
                <c:pt idx="1">
                  <c:v>1.2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0.98508091588</c:v>
                </c:pt>
                <c:pt idx="1">
                  <c:v>0.98508091588</c:v>
                </c:pt>
              </c:numCache>
            </c:numRef>
          </c:yVal>
        </c:ser>
        <c:ser>
          <c:idx val="4"/>
          <c:order val="4"/>
          <c:tx>
            <c:v>Purity group 2</c:v>
          </c:tx>
          <c:spPr>
            <a:solidFill>
              <a:srgbClr val="416B9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416B92"/>
              </a:solidFill>
              <a:ln w="0">
                <a:noFill/>
              </a:ln>
            </c:spPr>
          </c:marker>
          <c:xVal>
            <c:numRef>
              <c:f>'Chart Data'!$I$2:$I$16</c:f>
              <c:numCache>
                <c:formatCode>General</c:formatCode>
                <c:ptCount val="15"/>
                <c:pt idx="0">
                  <c:v>1.87</c:v>
                </c:pt>
                <c:pt idx="1">
                  <c:v>1.88857142857</c:v>
                </c:pt>
                <c:pt idx="2">
                  <c:v>1.90714285714</c:v>
                </c:pt>
                <c:pt idx="3">
                  <c:v>1.92571428571</c:v>
                </c:pt>
                <c:pt idx="4">
                  <c:v>1.94428571429</c:v>
                </c:pt>
                <c:pt idx="5">
                  <c:v>1.96285714286</c:v>
                </c:pt>
                <c:pt idx="6">
                  <c:v>1.98142857143</c:v>
                </c:pt>
                <c:pt idx="7">
                  <c:v>2</c:v>
                </c:pt>
                <c:pt idx="8">
                  <c:v>2.01857142857</c:v>
                </c:pt>
                <c:pt idx="9">
                  <c:v>2.03714285714</c:v>
                </c:pt>
                <c:pt idx="10">
                  <c:v>2.05571428571</c:v>
                </c:pt>
                <c:pt idx="11">
                  <c:v>2.07428571429</c:v>
                </c:pt>
                <c:pt idx="12">
                  <c:v>2.09285714286</c:v>
                </c:pt>
                <c:pt idx="13">
                  <c:v>2.11142857143</c:v>
                </c:pt>
                <c:pt idx="14">
                  <c:v>2.13</c:v>
                </c:pt>
              </c:numCache>
            </c:numRef>
          </c:xVal>
          <c:yVal>
            <c:numRef>
              <c:f>'Chart Data'!$J$2:$J$16</c:f>
              <c:numCache>
                <c:formatCode>0.00</c:formatCode>
                <c:ptCount val="15"/>
                <c:pt idx="0">
                  <c:v>0.9725</c:v>
                </c:pt>
                <c:pt idx="1">
                  <c:v>0.886666666667</c:v>
                </c:pt>
                <c:pt idx="2">
                  <c:v>0.880833333333</c:v>
                </c:pt>
                <c:pt idx="3">
                  <c:v>0.949166666667</c:v>
                </c:pt>
                <c:pt idx="4">
                  <c:v>0.941666666667</c:v>
                </c:pt>
                <c:pt idx="5">
                  <c:v>0.97</c:v>
                </c:pt>
                <c:pt idx="6">
                  <c:v>0.898333333333</c:v>
                </c:pt>
                <c:pt idx="7">
                  <c:v>0.981</c:v>
                </c:pt>
                <c:pt idx="8">
                  <c:v>0.951666666667</c:v>
                </c:pt>
                <c:pt idx="9">
                  <c:v>0.980666666667</c:v>
                </c:pt>
                <c:pt idx="10">
                  <c:v>0.915</c:v>
                </c:pt>
                <c:pt idx="11">
                  <c:v>0.877916666667</c:v>
                </c:pt>
                <c:pt idx="12">
                  <c:v>0.976916666667</c:v>
                </c:pt>
                <c:pt idx="13">
                  <c:v>0.868333333333</c:v>
                </c:pt>
                <c:pt idx="14">
                  <c:v>0.980916666667</c:v>
                </c:pt>
              </c:numCache>
            </c:numRef>
          </c:yVal>
        </c:ser>
        <c:ser>
          <c:idx val="5"/>
          <c:order val="5"/>
          <c:tx>
            <c:v>Mean 2</c:v>
          </c:tx>
          <c:spPr>
            <a:solidFill>
              <a:srgbClr val="416B92"/>
            </a:solidFill>
            <a:ln w="28575">
              <a:solidFill>
                <a:srgbClr val="416B92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1.8</c:v>
                </c:pt>
                <c:pt idx="1">
                  <c:v>2.2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0.935438888889</c:v>
                </c:pt>
                <c:pt idx="1">
                  <c:v>0.935438888889</c:v>
                </c:pt>
              </c:numCache>
            </c:numRef>
          </c:yVal>
        </c:ser>
        <c:ser>
          <c:idx val="6"/>
          <c:order val="6"/>
          <c:tx>
            <c:v>Purity group 3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Data'!$M$2:$M$16</c:f>
              <c:numCache>
                <c:formatCode>General</c:formatCode>
                <c:ptCount val="15"/>
                <c:pt idx="0">
                  <c:v>2.87</c:v>
                </c:pt>
                <c:pt idx="1">
                  <c:v>2.88857142857</c:v>
                </c:pt>
                <c:pt idx="2">
                  <c:v>2.90714285714</c:v>
                </c:pt>
                <c:pt idx="3">
                  <c:v>2.92571428571</c:v>
                </c:pt>
                <c:pt idx="4">
                  <c:v>2.94428571429</c:v>
                </c:pt>
                <c:pt idx="5">
                  <c:v>2.96285714286</c:v>
                </c:pt>
                <c:pt idx="6">
                  <c:v>2.98142857143</c:v>
                </c:pt>
                <c:pt idx="7">
                  <c:v>3</c:v>
                </c:pt>
                <c:pt idx="8">
                  <c:v>3.01857142857</c:v>
                </c:pt>
                <c:pt idx="9">
                  <c:v>3.03714285714</c:v>
                </c:pt>
                <c:pt idx="10">
                  <c:v>3.05571428571</c:v>
                </c:pt>
                <c:pt idx="11">
                  <c:v>3.07428571429</c:v>
                </c:pt>
                <c:pt idx="12">
                  <c:v>3.09285714286</c:v>
                </c:pt>
                <c:pt idx="13">
                  <c:v>3.11142857143</c:v>
                </c:pt>
                <c:pt idx="14">
                  <c:v>3.13</c:v>
                </c:pt>
              </c:numCache>
            </c:numRef>
          </c:xVal>
          <c:yVal>
            <c:numRef>
              <c:f>'Chart Data'!$N$2:$N$16</c:f>
              <c:numCache>
                <c:formatCode>0.00</c:formatCode>
                <c:ptCount val="15"/>
                <c:pt idx="0">
                  <c:v>0.967583333333</c:v>
                </c:pt>
                <c:pt idx="1">
                  <c:v>0.970833333333</c:v>
                </c:pt>
                <c:pt idx="2">
                  <c:v>0.89</c:v>
                </c:pt>
                <c:pt idx="3">
                  <c:v>0.945833333333</c:v>
                </c:pt>
                <c:pt idx="4">
                  <c:v>0.94625</c:v>
                </c:pt>
                <c:pt idx="5">
                  <c:v>0.954166666667</c:v>
                </c:pt>
                <c:pt idx="6">
                  <c:v>0.975833333333</c:v>
                </c:pt>
                <c:pt idx="7">
                  <c:v>0.9575</c:v>
                </c:pt>
                <c:pt idx="8">
                  <c:v>0.920833333333</c:v>
                </c:pt>
                <c:pt idx="9">
                  <c:v>0.978666666667</c:v>
                </c:pt>
                <c:pt idx="10">
                  <c:v>0.969666666667</c:v>
                </c:pt>
                <c:pt idx="11">
                  <c:v>0.905</c:v>
                </c:pt>
                <c:pt idx="12">
                  <c:v>0.920833333333</c:v>
                </c:pt>
                <c:pt idx="13">
                  <c:v>0.954333333333</c:v>
                </c:pt>
                <c:pt idx="14">
                  <c:v>0.976666666667</c:v>
                </c:pt>
              </c:numCache>
            </c:numRef>
          </c:yVal>
        </c:ser>
        <c:ser>
          <c:idx val="7"/>
          <c:order val="7"/>
          <c:tx>
            <c:v>Mean 3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2.8</c:v>
                </c:pt>
                <c:pt idx="1">
                  <c:v>3.2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0.948933333333</c:v>
                </c:pt>
                <c:pt idx="1">
                  <c:v>0.948933333333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84"/>
        </c:scaling>
        <c:delete val="0"/>
        <c:axPos val="l"/>
        <c:title>
          <c:tx>
            <c:rich>
              <a:bodyPr/>
              <a:lstStyle/>
              <a:p>
                <a:r>
                  <a:rPr sz="1500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Campaign mean purity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4"/>
      </c:valAx>
      <c:valAx>
        <c:axId val="48650112"/>
        <c:scaling>
          <c:orientation val="minMax"/>
          <c:max val="3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0.0883938320105</c:v>
                </c:pt>
                <c:pt idx="1">
                  <c:v>0.261981368499</c:v>
                </c:pt>
                <c:pt idx="2">
                  <c:v>0.246721178852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0.273798996785</c:v>
                </c:pt>
                <c:pt idx="1">
                  <c:v>0.0717608553516</c:v>
                </c:pt>
                <c:pt idx="2">
                  <c:v>0.125806427617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0.064967072757</c:v>
                </c:pt>
                <c:pt idx="1">
                  <c:v>0.245367702993</c:v>
                </c:pt>
                <c:pt idx="2">
                  <c:v>0.0601056496023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0.259554781616</c:v>
                </c:pt>
                <c:pt idx="1">
                  <c:v>0.265505931874</c:v>
                </c:pt>
                <c:pt idx="2">
                  <c:v>0.165423463563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0.28997020331</c:v>
                </c:pt>
                <c:pt idx="1">
                  <c:v>0.125052306483</c:v>
                </c:pt>
                <c:pt idx="2">
                  <c:v>0.0622413404683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0.0883938320105</c:v>
                </c:pt>
                <c:pt idx="1">
                  <c:v>0.273798996785</c:v>
                </c:pt>
                <c:pt idx="2">
                  <c:v>0.064967072757</c:v>
                </c:pt>
                <c:pt idx="3">
                  <c:v>0.259554781616</c:v>
                </c:pt>
                <c:pt idx="4">
                  <c:v>0.28997020331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0.261981368499</c:v>
                </c:pt>
                <c:pt idx="1">
                  <c:v>0.0717608553516</c:v>
                </c:pt>
                <c:pt idx="2">
                  <c:v>0.245367702993</c:v>
                </c:pt>
                <c:pt idx="3">
                  <c:v>0.265505931874</c:v>
                </c:pt>
                <c:pt idx="4">
                  <c:v>0.125052306483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0.246721178852</c:v>
                </c:pt>
                <c:pt idx="1">
                  <c:v>0.125806427617</c:v>
                </c:pt>
                <c:pt idx="2">
                  <c:v>0.0601056496023</c:v>
                </c:pt>
                <c:pt idx="3">
                  <c:v>0.165423463563</c:v>
                </c:pt>
                <c:pt idx="4">
                  <c:v>0.0622413404683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189672236412763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0.070735847714</c:v>
                </c:pt>
                <c:pt idx="1">
                  <c:v>0.232454872571</c:v>
                </c:pt>
                <c:pt idx="2">
                  <c:v>0.0367626219615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0.136589668213</c:v>
                </c:pt>
                <c:pt idx="1">
                  <c:v>0.0486093169637</c:v>
                </c:pt>
                <c:pt idx="2">
                  <c:v>0.0630664331702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0.172451036326</c:v>
                </c:pt>
                <c:pt idx="1">
                  <c:v>0.0727917200048</c:v>
                </c:pt>
                <c:pt idx="2">
                  <c:v>0.0756224778214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0.108376371761</c:v>
                </c:pt>
                <c:pt idx="1">
                  <c:v>0.0776456210017</c:v>
                </c:pt>
                <c:pt idx="2">
                  <c:v>0.0667561373115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0.112420901606</c:v>
                </c:pt>
                <c:pt idx="1">
                  <c:v>0.294545537581</c:v>
                </c:pt>
                <c:pt idx="2">
                  <c:v>0.114435547739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0.070735847714</c:v>
                </c:pt>
                <c:pt idx="1">
                  <c:v>0.136589668213</c:v>
                </c:pt>
                <c:pt idx="2">
                  <c:v>0.172451036326</c:v>
                </c:pt>
                <c:pt idx="3">
                  <c:v>0.108376371761</c:v>
                </c:pt>
                <c:pt idx="4">
                  <c:v>0.112420901606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0.232454872571</c:v>
                </c:pt>
                <c:pt idx="1">
                  <c:v>0.0486093169637</c:v>
                </c:pt>
                <c:pt idx="2">
                  <c:v>0.0727917200048</c:v>
                </c:pt>
                <c:pt idx="3">
                  <c:v>0.0776456210017</c:v>
                </c:pt>
                <c:pt idx="4">
                  <c:v>0.294545537581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0.0367626219615</c:v>
                </c:pt>
                <c:pt idx="1">
                  <c:v>0.0630664331702</c:v>
                </c:pt>
                <c:pt idx="2">
                  <c:v>0.0756224778214</c:v>
                </c:pt>
                <c:pt idx="3">
                  <c:v>0.0667561373115</c:v>
                </c:pt>
                <c:pt idx="4">
                  <c:v>0.114435547739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24000091339151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0.229397380712</c:v>
                </c:pt>
                <c:pt idx="1">
                  <c:v>0.0572321792468</c:v>
                </c:pt>
                <c:pt idx="2">
                  <c:v>0.166184890427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0.0478367438105</c:v>
                </c:pt>
                <c:pt idx="1">
                  <c:v>0.0741157311387</c:v>
                </c:pt>
                <c:pt idx="2">
                  <c:v>0.138886505265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0.245650211664</c:v>
                </c:pt>
                <c:pt idx="1">
                  <c:v>0.245992646047</c:v>
                </c:pt>
                <c:pt idx="2">
                  <c:v>0.122889998428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0.154837935428</c:v>
                </c:pt>
                <c:pt idx="1">
                  <c:v>0.18360029608</c:v>
                </c:pt>
                <c:pt idx="2">
                  <c:v>0.262316051304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0.295952872107</c:v>
                </c:pt>
                <c:pt idx="1">
                  <c:v>0.219642266124</c:v>
                </c:pt>
                <c:pt idx="2">
                  <c:v>0.227176111152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0.229397380712</c:v>
                </c:pt>
                <c:pt idx="1">
                  <c:v>0.0478367438105</c:v>
                </c:pt>
                <c:pt idx="2">
                  <c:v>0.245650211664</c:v>
                </c:pt>
                <c:pt idx="3">
                  <c:v>0.154837935428</c:v>
                </c:pt>
                <c:pt idx="4">
                  <c:v>0.295952872107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0.0572321792468</c:v>
                </c:pt>
                <c:pt idx="1">
                  <c:v>0.0741157311387</c:v>
                </c:pt>
                <c:pt idx="2">
                  <c:v>0.245992646047</c:v>
                </c:pt>
                <c:pt idx="3">
                  <c:v>0.18360029608</c:v>
                </c:pt>
                <c:pt idx="4">
                  <c:v>0.219642266124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0.166184890427</c:v>
                </c:pt>
                <c:pt idx="1">
                  <c:v>0.138886505265</c:v>
                </c:pt>
                <c:pt idx="2">
                  <c:v>0.122889998428</c:v>
                </c:pt>
                <c:pt idx="3">
                  <c:v>0.262316051304</c:v>
                </c:pt>
                <c:pt idx="4">
                  <c:v>0.227176111152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25548159318169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0.123313431901</c:v>
                </c:pt>
                <c:pt idx="1">
                  <c:v>0.179165066717</c:v>
                </c:pt>
                <c:pt idx="2">
                  <c:v>0.191987386264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0.0534905665504</c:v>
                </c:pt>
                <c:pt idx="1">
                  <c:v>0.03750715989</c:v>
                </c:pt>
                <c:pt idx="2">
                  <c:v>0.0546027712213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0.0840290068903</c:v>
                </c:pt>
                <c:pt idx="1">
                  <c:v>0.0582217317143</c:v>
                </c:pt>
                <c:pt idx="2">
                  <c:v>0.0923289847095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0.0431928150853</c:v>
                </c:pt>
                <c:pt idx="1">
                  <c:v>0.120858434339</c:v>
                </c:pt>
                <c:pt idx="2">
                  <c:v>0.181335164011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0.252319488039</c:v>
                </c:pt>
                <c:pt idx="1">
                  <c:v>0.102302707185</c:v>
                </c:pt>
                <c:pt idx="2">
                  <c:v>0.0479861547053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0.123313431901</c:v>
                </c:pt>
                <c:pt idx="1">
                  <c:v>0.0534905665504</c:v>
                </c:pt>
                <c:pt idx="2">
                  <c:v>0.0840290068903</c:v>
                </c:pt>
                <c:pt idx="3">
                  <c:v>0.0431928150853</c:v>
                </c:pt>
                <c:pt idx="4">
                  <c:v>0.252319488039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0.179165066717</c:v>
                </c:pt>
                <c:pt idx="1">
                  <c:v>0.03750715989</c:v>
                </c:pt>
                <c:pt idx="2">
                  <c:v>0.0582217317143</c:v>
                </c:pt>
                <c:pt idx="3">
                  <c:v>0.120858434339</c:v>
                </c:pt>
                <c:pt idx="4">
                  <c:v>0.102302707185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0.191987386264</c:v>
                </c:pt>
                <c:pt idx="1">
                  <c:v>0.0546027712213</c:v>
                </c:pt>
                <c:pt idx="2">
                  <c:v>0.0923289847095</c:v>
                </c:pt>
                <c:pt idx="3">
                  <c:v>0.181335164011</c:v>
                </c:pt>
                <c:pt idx="4">
                  <c:v>0.0479861547053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7755143684248135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PA-W01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0.0483434975518</c:v>
                </c:pt>
                <c:pt idx="1">
                  <c:v>0.066994324668</c:v>
                </c:pt>
                <c:pt idx="2">
                  <c:v>0.0524268308851</c:v>
                </c:pt>
              </c:numCache>
            </c:numRef>
          </c:yVal>
        </c:ser>
        <c:ser>
          <c:idx val="1"/>
          <c:order val="1"/>
          <c:tx>
            <c:v>PA-W02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0.109975107353</c:v>
                </c:pt>
                <c:pt idx="1">
                  <c:v>0.0333223742013</c:v>
                </c:pt>
                <c:pt idx="2">
                  <c:v>0.130225107353</c:v>
                </c:pt>
              </c:numCache>
            </c:numRef>
          </c:yVal>
        </c:ser>
        <c:ser>
          <c:idx val="2"/>
          <c:order val="2"/>
          <c:tx>
            <c:v>PA-W03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0.0983184374634</c:v>
                </c:pt>
                <c:pt idx="1">
                  <c:v>0.0148666406325</c:v>
                </c:pt>
                <c:pt idx="2">
                  <c:v>0.0958966441273</c:v>
                </c:pt>
              </c:numCache>
            </c:numRef>
          </c:yVal>
        </c:ser>
        <c:ser>
          <c:idx val="3"/>
          <c:order val="3"/>
          <c:tx>
            <c:v>PA-W04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0.202846558206</c:v>
                </c:pt>
                <c:pt idx="1">
                  <c:v>0.192713192728</c:v>
                </c:pt>
                <c:pt idx="2">
                  <c:v>0.0508890409648</c:v>
                </c:pt>
              </c:numCache>
            </c:numRef>
          </c:yVal>
        </c:ser>
        <c:ser>
          <c:idx val="4"/>
          <c:order val="4"/>
          <c:tx>
            <c:v>PA-W05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0.034805456158</c:v>
                </c:pt>
                <c:pt idx="1">
                  <c:v>0.0482922582129</c:v>
                </c:pt>
                <c:pt idx="2">
                  <c:v>0.0637110355526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0.0483434975518</c:v>
                </c:pt>
                <c:pt idx="1">
                  <c:v>0.109975107353</c:v>
                </c:pt>
                <c:pt idx="2">
                  <c:v>0.0983184374634</c:v>
                </c:pt>
                <c:pt idx="3">
                  <c:v>0.202846558206</c:v>
                </c:pt>
                <c:pt idx="4">
                  <c:v>0.034805456158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0.066994324668</c:v>
                </c:pt>
                <c:pt idx="1">
                  <c:v>0.0333223742013</c:v>
                </c:pt>
                <c:pt idx="2">
                  <c:v>0.0148666406325</c:v>
                </c:pt>
                <c:pt idx="3">
                  <c:v>0.192713192728</c:v>
                </c:pt>
                <c:pt idx="4">
                  <c:v>0.0482922582129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0.0524268308851</c:v>
                </c:pt>
                <c:pt idx="1">
                  <c:v>0.130225107353</c:v>
                </c:pt>
                <c:pt idx="2">
                  <c:v>0.0958966441273</c:v>
                </c:pt>
                <c:pt idx="3">
                  <c:v>0.0508890409648</c:v>
                </c:pt>
                <c:pt idx="4">
                  <c:v>0.0637110355526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231312140264591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PA-W01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0.0129374414604</c:v>
                </c:pt>
                <c:pt idx="1">
                  <c:v>0.00682675796498</c:v>
                </c:pt>
                <c:pt idx="2">
                  <c:v>0.0216768308851</c:v>
                </c:pt>
              </c:numCache>
            </c:numRef>
          </c:yVal>
        </c:ser>
        <c:ser>
          <c:idx val="1"/>
          <c:order val="1"/>
          <c:tx>
            <c:v>PA-W02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0.00888496189908</c:v>
                </c:pt>
                <c:pt idx="1">
                  <c:v>0.0349064792745</c:v>
                </c:pt>
                <c:pt idx="2">
                  <c:v>0.0192601873922</c:v>
                </c:pt>
              </c:numCache>
            </c:numRef>
          </c:yVal>
        </c:ser>
        <c:ser>
          <c:idx val="2"/>
          <c:order val="2"/>
          <c:tx>
            <c:v>PA-W03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0.0266839065389</c:v>
                </c:pt>
                <c:pt idx="1">
                  <c:v>0.0128387670542</c:v>
                </c:pt>
                <c:pt idx="2">
                  <c:v>0.017699856208</c:v>
                </c:pt>
              </c:numCache>
            </c:numRef>
          </c:yVal>
        </c:ser>
        <c:ser>
          <c:idx val="3"/>
          <c:order val="3"/>
          <c:tx>
            <c:v>PA-W04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0.0286634594948</c:v>
                </c:pt>
                <c:pt idx="1">
                  <c:v>0.0109628032082</c:v>
                </c:pt>
                <c:pt idx="2">
                  <c:v>0.0197025468239</c:v>
                </c:pt>
              </c:numCache>
            </c:numRef>
          </c:yVal>
        </c:ser>
        <c:ser>
          <c:idx val="4"/>
          <c:order val="4"/>
          <c:tx>
            <c:v>PA-W05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0.0281054376418</c:v>
                </c:pt>
                <c:pt idx="1">
                  <c:v>0.082556581613</c:v>
                </c:pt>
                <c:pt idx="2">
                  <c:v>0.025218294561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0.0129374414604</c:v>
                </c:pt>
                <c:pt idx="1">
                  <c:v>0.00888496189908</c:v>
                </c:pt>
                <c:pt idx="2">
                  <c:v>0.0266839065389</c:v>
                </c:pt>
                <c:pt idx="3">
                  <c:v>0.0286634594948</c:v>
                </c:pt>
                <c:pt idx="4">
                  <c:v>0.0281054376418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0.00682675796498</c:v>
                </c:pt>
                <c:pt idx="1">
                  <c:v>0.0349064792745</c:v>
                </c:pt>
                <c:pt idx="2">
                  <c:v>0.0128387670542</c:v>
                </c:pt>
                <c:pt idx="3">
                  <c:v>0.0109628032082</c:v>
                </c:pt>
                <c:pt idx="4">
                  <c:v>0.082556581613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0.0216768308851</c:v>
                </c:pt>
                <c:pt idx="1">
                  <c:v>0.0192601873922</c:v>
                </c:pt>
                <c:pt idx="2">
                  <c:v>0.017699856208</c:v>
                </c:pt>
                <c:pt idx="3">
                  <c:v>0.0197025468239</c:v>
                </c:pt>
                <c:pt idx="4">
                  <c:v>0.025218294561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908122397742561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0.0936152752108</c:v>
                </c:pt>
                <c:pt idx="1">
                  <c:v>0.0308056516482</c:v>
                </c:pt>
                <c:pt idx="2">
                  <c:v>0.031682666209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0.117326158206</c:v>
                </c:pt>
                <c:pt idx="1">
                  <c:v>0.0276962021885</c:v>
                </c:pt>
                <c:pt idx="2">
                  <c:v>0.0390434166688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0.126062109098</c:v>
                </c:pt>
                <c:pt idx="1">
                  <c:v>0.133253384933</c:v>
                </c:pt>
                <c:pt idx="2">
                  <c:v>0.117523621256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0.0732518602345</c:v>
                </c:pt>
                <c:pt idx="1">
                  <c:v>0.0427617804739</c:v>
                </c:pt>
                <c:pt idx="2">
                  <c:v>0.0313129054275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0.0990465026134</c:v>
                </c:pt>
                <c:pt idx="1">
                  <c:v>0.0505162103872</c:v>
                </c:pt>
                <c:pt idx="2">
                  <c:v>0.0532862475018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0.0936152752108</c:v>
                </c:pt>
                <c:pt idx="1">
                  <c:v>0.117326158206</c:v>
                </c:pt>
                <c:pt idx="2">
                  <c:v>0.126062109098</c:v>
                </c:pt>
                <c:pt idx="3">
                  <c:v>0.0732518602345</c:v>
                </c:pt>
                <c:pt idx="4">
                  <c:v>0.0990465026134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0.0308056516482</c:v>
                </c:pt>
                <c:pt idx="1">
                  <c:v>0.0276962021885</c:v>
                </c:pt>
                <c:pt idx="2">
                  <c:v>0.133253384933</c:v>
                </c:pt>
                <c:pt idx="3">
                  <c:v>0.0427617804739</c:v>
                </c:pt>
                <c:pt idx="4">
                  <c:v>0.0505162103872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0.031682666209</c:v>
                </c:pt>
                <c:pt idx="1">
                  <c:v>0.0390434166688</c:v>
                </c:pt>
                <c:pt idx="2">
                  <c:v>0.117523621256</c:v>
                </c:pt>
                <c:pt idx="3">
                  <c:v>0.0313129054275</c:v>
                </c:pt>
                <c:pt idx="4">
                  <c:v>0.0532862475018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465787234261632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0.0919518923242</c:v>
                </c:pt>
                <c:pt idx="1">
                  <c:v>0.0700406059271</c:v>
                </c:pt>
                <c:pt idx="2">
                  <c:v>0.0923074634352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0.0650043574809</c:v>
                </c:pt>
                <c:pt idx="1">
                  <c:v>0.0657272778027</c:v>
                </c:pt>
                <c:pt idx="2">
                  <c:v>0.079861142583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0.0768516327151</c:v>
                </c:pt>
                <c:pt idx="1">
                  <c:v>0.0980617729831</c:v>
                </c:pt>
                <c:pt idx="2">
                  <c:v>0.118067539175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0.103423013568</c:v>
                </c:pt>
                <c:pt idx="1">
                  <c:v>0.0715426359522</c:v>
                </c:pt>
                <c:pt idx="2">
                  <c:v>0.0712657589753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0.0829887484031</c:v>
                </c:pt>
                <c:pt idx="1">
                  <c:v>0.15505382209</c:v>
                </c:pt>
                <c:pt idx="2">
                  <c:v>0.146471616973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0.0919518923242</c:v>
                </c:pt>
                <c:pt idx="1">
                  <c:v>0.0650043574809</c:v>
                </c:pt>
                <c:pt idx="2">
                  <c:v>0.0768516327151</c:v>
                </c:pt>
                <c:pt idx="3">
                  <c:v>0.103423013568</c:v>
                </c:pt>
                <c:pt idx="4">
                  <c:v>0.0829887484031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0.0700406059271</c:v>
                </c:pt>
                <c:pt idx="1">
                  <c:v>0.0657272778027</c:v>
                </c:pt>
                <c:pt idx="2">
                  <c:v>0.0980617729831</c:v>
                </c:pt>
                <c:pt idx="3">
                  <c:v>0.0715426359522</c:v>
                </c:pt>
                <c:pt idx="4">
                  <c:v>0.15505382209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0.0923074634352</c:v>
                </c:pt>
                <c:pt idx="1">
                  <c:v>0.079861142583</c:v>
                </c:pt>
                <c:pt idx="2">
                  <c:v>0.118067539175</c:v>
                </c:pt>
                <c:pt idx="3">
                  <c:v>0.0712657589753</c:v>
                </c:pt>
                <c:pt idx="4">
                  <c:v>0.146471616973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705592042992512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0.192655851656</c:v>
                </c:pt>
                <c:pt idx="1">
                  <c:v>0.0479071559509</c:v>
                </c:pt>
                <c:pt idx="2">
                  <c:v>0.0893396101362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0.105263674206</c:v>
                </c:pt>
                <c:pt idx="1">
                  <c:v>0.0520761277309</c:v>
                </c:pt>
                <c:pt idx="2">
                  <c:v>0.0555966520113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0.12611130144</c:v>
                </c:pt>
                <c:pt idx="1">
                  <c:v>0.0775945244812</c:v>
                </c:pt>
                <c:pt idx="2">
                  <c:v>0.218754688079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0.0942134820223</c:v>
                </c:pt>
                <c:pt idx="1">
                  <c:v>0.0521713428166</c:v>
                </c:pt>
                <c:pt idx="2">
                  <c:v>0.208894799004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0.176398953203</c:v>
                </c:pt>
                <c:pt idx="1">
                  <c:v>0.189456765436</c:v>
                </c:pt>
                <c:pt idx="2">
                  <c:v>0.0757616942094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0.192655851656</c:v>
                </c:pt>
                <c:pt idx="1">
                  <c:v>0.105263674206</c:v>
                </c:pt>
                <c:pt idx="2">
                  <c:v>0.12611130144</c:v>
                </c:pt>
                <c:pt idx="3">
                  <c:v>0.0942134820223</c:v>
                </c:pt>
                <c:pt idx="4">
                  <c:v>0.176398953203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0.0479071559509</c:v>
                </c:pt>
                <c:pt idx="1">
                  <c:v>0.0520761277309</c:v>
                </c:pt>
                <c:pt idx="2">
                  <c:v>0.0775945244812</c:v>
                </c:pt>
                <c:pt idx="3">
                  <c:v>0.0521713428166</c:v>
                </c:pt>
                <c:pt idx="4">
                  <c:v>0.189456765436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0.0893396101362</c:v>
                </c:pt>
                <c:pt idx="1">
                  <c:v>0.0555966520113</c:v>
                </c:pt>
                <c:pt idx="2">
                  <c:v>0.218754688079</c:v>
                </c:pt>
                <c:pt idx="3">
                  <c:v>0.208894799004</c:v>
                </c:pt>
                <c:pt idx="4">
                  <c:v>0.0757616942094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406301568870743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0.105172687807</c:v>
                </c:pt>
                <c:pt idx="1">
                  <c:v>0.0757795171253</c:v>
                </c:pt>
                <c:pt idx="2">
                  <c:v>0.084199299191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0.0939464116003</c:v>
                </c:pt>
                <c:pt idx="1">
                  <c:v>0.0842743890438</c:v>
                </c:pt>
                <c:pt idx="2">
                  <c:v>0.108568896443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0.123896404985</c:v>
                </c:pt>
                <c:pt idx="1">
                  <c:v>0.095687036169</c:v>
                </c:pt>
                <c:pt idx="2">
                  <c:v>0.0965575649664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0.140717470664</c:v>
                </c:pt>
                <c:pt idx="1">
                  <c:v>0.117178334767</c:v>
                </c:pt>
                <c:pt idx="2">
                  <c:v>0.102032941792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0.0976262304435</c:v>
                </c:pt>
                <c:pt idx="1">
                  <c:v>0.223664347331</c:v>
                </c:pt>
                <c:pt idx="2">
                  <c:v>0.069682042607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0.105172687807</c:v>
                </c:pt>
                <c:pt idx="1">
                  <c:v>0.0939464116003</c:v>
                </c:pt>
                <c:pt idx="2">
                  <c:v>0.123896404985</c:v>
                </c:pt>
                <c:pt idx="3">
                  <c:v>0.140717470664</c:v>
                </c:pt>
                <c:pt idx="4">
                  <c:v>0.0976262304435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0.0757795171253</c:v>
                </c:pt>
                <c:pt idx="1">
                  <c:v>0.0842743890438</c:v>
                </c:pt>
                <c:pt idx="2">
                  <c:v>0.095687036169</c:v>
                </c:pt>
                <c:pt idx="3">
                  <c:v>0.117178334767</c:v>
                </c:pt>
                <c:pt idx="4">
                  <c:v>0.223664347331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0.084199299191</c:v>
                </c:pt>
                <c:pt idx="1">
                  <c:v>0.108568896443</c:v>
                </c:pt>
                <c:pt idx="2">
                  <c:v>0.0965575649664</c:v>
                </c:pt>
                <c:pt idx="3">
                  <c:v>0.102032941792</c:v>
                </c:pt>
                <c:pt idx="4">
                  <c:v>0.069682042607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4603078206380208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0.0138122998247</c:v>
                </c:pt>
                <c:pt idx="1">
                  <c:v>0.0511483707351</c:v>
                </c:pt>
                <c:pt idx="2">
                  <c:v>0.0515771295704</c:v>
                </c:pt>
              </c:numCache>
            </c:numRef>
          </c:yVal>
        </c:ser>
        <c:ser>
          <c:idx val="1"/>
          <c:order val="1"/>
          <c:tx>
            <c:v>EQ-W02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0.0114999910475</c:v>
                </c:pt>
                <c:pt idx="1">
                  <c:v>0.0496203954028</c:v>
                </c:pt>
                <c:pt idx="2">
                  <c:v>0.0516753434055</c:v>
                </c:pt>
              </c:numCache>
            </c:numRef>
          </c:yVal>
        </c:ser>
        <c:ser>
          <c:idx val="2"/>
          <c:order val="2"/>
          <c:tx>
            <c:v>EQ-W03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0.0104174772888</c:v>
                </c:pt>
                <c:pt idx="1">
                  <c:v>0.0407480328921</c:v>
                </c:pt>
                <c:pt idx="2">
                  <c:v>0.0195390230328</c:v>
                </c:pt>
              </c:numCache>
            </c:numRef>
          </c:yVal>
        </c:ser>
        <c:ser>
          <c:idx val="3"/>
          <c:order val="3"/>
          <c:tx>
            <c:v>EQ-W04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0.0142425187552</c:v>
                </c:pt>
                <c:pt idx="1">
                  <c:v>0.0387965801459</c:v>
                </c:pt>
                <c:pt idx="2">
                  <c:v>0.038565131878</c:v>
                </c:pt>
              </c:numCache>
            </c:numRef>
          </c:yVal>
        </c:ser>
        <c:ser>
          <c:idx val="4"/>
          <c:order val="4"/>
          <c:tx>
            <c:v>EQ-W05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0.0107287780805</c:v>
                </c:pt>
                <c:pt idx="1">
                  <c:v>0.0353943299543</c:v>
                </c:pt>
                <c:pt idx="2">
                  <c:v>0.0350654150576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0.0138122998247</c:v>
                </c:pt>
                <c:pt idx="1">
                  <c:v>0.0114999910475</c:v>
                </c:pt>
                <c:pt idx="2">
                  <c:v>0.0104174772888</c:v>
                </c:pt>
                <c:pt idx="3">
                  <c:v>0.0142425187552</c:v>
                </c:pt>
                <c:pt idx="4">
                  <c:v>0.0107287780805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0.0511483707351</c:v>
                </c:pt>
                <c:pt idx="1">
                  <c:v>0.0496203954028</c:v>
                </c:pt>
                <c:pt idx="2">
                  <c:v>0.0407480328921</c:v>
                </c:pt>
                <c:pt idx="3">
                  <c:v>0.0387965801459</c:v>
                </c:pt>
                <c:pt idx="4">
                  <c:v>0.0353943299543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0.0515771295704</c:v>
                </c:pt>
                <c:pt idx="1">
                  <c:v>0.0516753434055</c:v>
                </c:pt>
                <c:pt idx="2">
                  <c:v>0.0195390230328</c:v>
                </c:pt>
                <c:pt idx="3">
                  <c:v>0.038565131878</c:v>
                </c:pt>
                <c:pt idx="4">
                  <c:v>0.0350654150576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56842877746080565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EQ-S-W01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0.0026463584092</c:v>
                </c:pt>
                <c:pt idx="1">
                  <c:v>0.0030944304943</c:v>
                </c:pt>
                <c:pt idx="2">
                  <c:v>0.0224358189545</c:v>
                </c:pt>
              </c:numCache>
            </c:numRef>
          </c:yVal>
        </c:ser>
        <c:ser>
          <c:idx val="1"/>
          <c:order val="1"/>
          <c:tx>
            <c:v>EQ-S-W02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0.00891616052557</c:v>
                </c:pt>
                <c:pt idx="1">
                  <c:v>0.0072617467821</c:v>
                </c:pt>
                <c:pt idx="2">
                  <c:v>0.00819065212333</c:v>
                </c:pt>
              </c:numCache>
            </c:numRef>
          </c:yVal>
        </c:ser>
        <c:ser>
          <c:idx val="2"/>
          <c:order val="2"/>
          <c:tx>
            <c:v>EQ-S-W03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0.0522223986515</c:v>
                </c:pt>
                <c:pt idx="1">
                  <c:v>0.018378648323</c:v>
                </c:pt>
                <c:pt idx="2">
                  <c:v>0.0134359281525</c:v>
                </c:pt>
              </c:numCache>
            </c:numRef>
          </c:yVal>
        </c:ser>
        <c:ser>
          <c:idx val="3"/>
          <c:order val="3"/>
          <c:tx>
            <c:v>EQ-S-W04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0.00456377031121</c:v>
                </c:pt>
                <c:pt idx="1">
                  <c:v>0.0360294822499</c:v>
                </c:pt>
                <c:pt idx="2">
                  <c:v>0.00594248946715</c:v>
                </c:pt>
              </c:numCache>
            </c:numRef>
          </c:yVal>
        </c:ser>
        <c:ser>
          <c:idx val="4"/>
          <c:order val="4"/>
          <c:tx>
            <c:v>EQ-S-W05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0.00205904095257</c:v>
                </c:pt>
                <c:pt idx="1">
                  <c:v>0.014718887598</c:v>
                </c:pt>
                <c:pt idx="2">
                  <c:v>0.0172429748529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0.0026463584092</c:v>
                </c:pt>
                <c:pt idx="1">
                  <c:v>0.00891616052557</c:v>
                </c:pt>
                <c:pt idx="2">
                  <c:v>0.0522223986515</c:v>
                </c:pt>
                <c:pt idx="3">
                  <c:v>0.00456377031121</c:v>
                </c:pt>
                <c:pt idx="4">
                  <c:v>0.00205904095257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0.0030944304943</c:v>
                </c:pt>
                <c:pt idx="1">
                  <c:v>0.0072617467821</c:v>
                </c:pt>
                <c:pt idx="2">
                  <c:v>0.018378648323</c:v>
                </c:pt>
                <c:pt idx="3">
                  <c:v>0.0360294822499</c:v>
                </c:pt>
                <c:pt idx="4">
                  <c:v>0.014718887598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0.0224358189545</c:v>
                </c:pt>
                <c:pt idx="1">
                  <c:v>0.00819065212333</c:v>
                </c:pt>
                <c:pt idx="2">
                  <c:v>0.0134359281525</c:v>
                </c:pt>
                <c:pt idx="3">
                  <c:v>0.00594248946715</c:v>
                </c:pt>
                <c:pt idx="4">
                  <c:v>0.0172429748529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57444638516645656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0.234678247484</c:v>
                </c:pt>
                <c:pt idx="1">
                  <c:v>0.266523140412</c:v>
                </c:pt>
                <c:pt idx="2">
                  <c:v>0.203251692324</c:v>
                </c:pt>
              </c:numCache>
            </c:numRef>
          </c:yVal>
        </c:ser>
        <c:ser>
          <c:idx val="1"/>
          <c:order val="1"/>
          <c:tx>
            <c:v>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0.378336260183</c:v>
                </c:pt>
                <c:pt idx="1">
                  <c:v>0.252677692722</c:v>
                </c:pt>
                <c:pt idx="2">
                  <c:v>0.379491229799</c:v>
                </c:pt>
              </c:numCache>
            </c:numRef>
          </c:yVal>
        </c:ser>
        <c:ser>
          <c:idx val="2"/>
          <c:order val="2"/>
          <c:tx>
            <c:v>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0.457183807008</c:v>
                </c:pt>
                <c:pt idx="1">
                  <c:v>0.225371182119</c:v>
                </c:pt>
                <c:pt idx="2">
                  <c:v>0.294537848786</c:v>
                </c:pt>
              </c:numCache>
            </c:numRef>
          </c:yVal>
        </c:ser>
        <c:ser>
          <c:idx val="3"/>
          <c:order val="3"/>
          <c:tx>
            <c:v>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0.233789678955</c:v>
                </c:pt>
                <c:pt idx="1">
                  <c:v>0.307956345622</c:v>
                </c:pt>
                <c:pt idx="2">
                  <c:v>0.277828283398</c:v>
                </c:pt>
              </c:numCache>
            </c:numRef>
          </c:yVal>
        </c:ser>
        <c:ser>
          <c:idx val="4"/>
          <c:order val="4"/>
          <c:tx>
            <c:v>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0.335540167868</c:v>
                </c:pt>
                <c:pt idx="1">
                  <c:v>0.495540167868</c:v>
                </c:pt>
                <c:pt idx="2">
                  <c:v>0.307206834534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0.234678247484</c:v>
                </c:pt>
                <c:pt idx="1">
                  <c:v>0.378336260183</c:v>
                </c:pt>
                <c:pt idx="2">
                  <c:v>0.457183807008</c:v>
                </c:pt>
                <c:pt idx="3">
                  <c:v>0.233789678955</c:v>
                </c:pt>
                <c:pt idx="4">
                  <c:v>0.335540167868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0.266523140412</c:v>
                </c:pt>
                <c:pt idx="1">
                  <c:v>0.252677692722</c:v>
                </c:pt>
                <c:pt idx="2">
                  <c:v>0.225371182119</c:v>
                </c:pt>
                <c:pt idx="3">
                  <c:v>0.307956345622</c:v>
                </c:pt>
                <c:pt idx="4">
                  <c:v>0.495540167868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0.203251692324</c:v>
                </c:pt>
                <c:pt idx="1">
                  <c:v>0.379491229799</c:v>
                </c:pt>
                <c:pt idx="2">
                  <c:v>0.294537848786</c:v>
                </c:pt>
                <c:pt idx="3">
                  <c:v>0.277828283398</c:v>
                </c:pt>
                <c:pt idx="4">
                  <c:v>0.307206834534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450941846543366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0.177606494137</c:v>
                </c:pt>
                <c:pt idx="1">
                  <c:v>0.279856473746</c:v>
                </c:pt>
                <c:pt idx="2">
                  <c:v>0.271344914151</c:v>
                </c:pt>
              </c:numCache>
            </c:numRef>
          </c:yVal>
        </c:ser>
        <c:ser>
          <c:idx val="1"/>
          <c:order val="1"/>
          <c:tx>
            <c:v>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0.135324563133</c:v>
                </c:pt>
                <c:pt idx="1">
                  <c:v>0.269559625191</c:v>
                </c:pt>
                <c:pt idx="2">
                  <c:v>0.286669593517</c:v>
                </c:pt>
              </c:numCache>
            </c:numRef>
          </c:yVal>
        </c:ser>
        <c:ser>
          <c:idx val="2"/>
          <c:order val="2"/>
          <c:tx>
            <c:v>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0.285773637911</c:v>
                </c:pt>
                <c:pt idx="1">
                  <c:v>0.28399140566</c:v>
                </c:pt>
                <c:pt idx="2">
                  <c:v>0.353880089495</c:v>
                </c:pt>
              </c:numCache>
            </c:numRef>
          </c:yVal>
        </c:ser>
        <c:ser>
          <c:idx val="3"/>
          <c:order val="3"/>
          <c:tx>
            <c:v>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0.331974651653</c:v>
                </c:pt>
                <c:pt idx="1">
                  <c:v>0.239502291008</c:v>
                </c:pt>
                <c:pt idx="2">
                  <c:v>0.347956345622</c:v>
                </c:pt>
              </c:numCache>
            </c:numRef>
          </c:yVal>
        </c:ser>
        <c:ser>
          <c:idx val="4"/>
          <c:order val="4"/>
          <c:tx>
            <c:v>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0.209706834534</c:v>
                </c:pt>
                <c:pt idx="1">
                  <c:v>0.313930922262</c:v>
                </c:pt>
                <c:pt idx="2">
                  <c:v>0.262935839495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0.177606494137</c:v>
                </c:pt>
                <c:pt idx="1">
                  <c:v>0.135324563133</c:v>
                </c:pt>
                <c:pt idx="2">
                  <c:v>0.285773637911</c:v>
                </c:pt>
                <c:pt idx="3">
                  <c:v>0.331974651653</c:v>
                </c:pt>
                <c:pt idx="4">
                  <c:v>0.209706834534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0.279856473746</c:v>
                </c:pt>
                <c:pt idx="1">
                  <c:v>0.269559625191</c:v>
                </c:pt>
                <c:pt idx="2">
                  <c:v>0.28399140566</c:v>
                </c:pt>
                <c:pt idx="3">
                  <c:v>0.239502291008</c:v>
                </c:pt>
                <c:pt idx="4">
                  <c:v>0.313930922262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0.271344914151</c:v>
                </c:pt>
                <c:pt idx="1">
                  <c:v>0.286669593517</c:v>
                </c:pt>
                <c:pt idx="2">
                  <c:v>0.353880089495</c:v>
                </c:pt>
                <c:pt idx="3">
                  <c:v>0.347956345622</c:v>
                </c:pt>
                <c:pt idx="4">
                  <c:v>0.262935839495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8926809844478516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0.18955425938</c:v>
                </c:pt>
                <c:pt idx="1">
                  <c:v>0.191978216966</c:v>
                </c:pt>
                <c:pt idx="2">
                  <c:v>0.130387592713</c:v>
                </c:pt>
              </c:numCache>
            </c:numRef>
          </c:yVal>
        </c:ser>
        <c:ser>
          <c:idx val="1"/>
          <c:order val="1"/>
          <c:tx>
            <c:v>P-W02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0.159057553212</c:v>
                </c:pt>
                <c:pt idx="1">
                  <c:v>0.144957601229</c:v>
                </c:pt>
                <c:pt idx="2">
                  <c:v>0.262464023431</c:v>
                </c:pt>
              </c:numCache>
            </c:numRef>
          </c:yVal>
        </c:ser>
        <c:ser>
          <c:idx val="2"/>
          <c:order val="2"/>
          <c:tx>
            <c:v>P-W03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0.146327644934</c:v>
                </c:pt>
                <c:pt idx="1">
                  <c:v>0.1590579847</c:v>
                </c:pt>
                <c:pt idx="2">
                  <c:v>0.327669356118</c:v>
                </c:pt>
              </c:numCache>
            </c:numRef>
          </c:yVal>
        </c:ser>
        <c:ser>
          <c:idx val="3"/>
          <c:order val="3"/>
          <c:tx>
            <c:v>P-W04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0.335796808948</c:v>
                </c:pt>
                <c:pt idx="1">
                  <c:v>0.252326473743</c:v>
                </c:pt>
                <c:pt idx="2">
                  <c:v>0.401577029973</c:v>
                </c:pt>
              </c:numCache>
            </c:numRef>
          </c:yVal>
        </c:ser>
        <c:ser>
          <c:idx val="4"/>
          <c:order val="4"/>
          <c:tx>
            <c:v>P-W05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0.289062083463</c:v>
                </c:pt>
                <c:pt idx="1">
                  <c:v>0.193164773881</c:v>
                </c:pt>
                <c:pt idx="2">
                  <c:v>0.13180121392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0.18955425938</c:v>
                </c:pt>
                <c:pt idx="1">
                  <c:v>0.159057553212</c:v>
                </c:pt>
                <c:pt idx="2">
                  <c:v>0.146327644934</c:v>
                </c:pt>
                <c:pt idx="3">
                  <c:v>0.335796808948</c:v>
                </c:pt>
                <c:pt idx="4">
                  <c:v>0.289062083463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0.191978216966</c:v>
                </c:pt>
                <c:pt idx="1">
                  <c:v>0.144957601229</c:v>
                </c:pt>
                <c:pt idx="2">
                  <c:v>0.1590579847</c:v>
                </c:pt>
                <c:pt idx="3">
                  <c:v>0.252326473743</c:v>
                </c:pt>
                <c:pt idx="4">
                  <c:v>0.193164773881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0.130387592713</c:v>
                </c:pt>
                <c:pt idx="1">
                  <c:v>0.262464023431</c:v>
                </c:pt>
                <c:pt idx="2">
                  <c:v>0.327669356118</c:v>
                </c:pt>
                <c:pt idx="3">
                  <c:v>0.401577029973</c:v>
                </c:pt>
                <c:pt idx="4">
                  <c:v>0.13180121392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417347329705954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0.0449141730224</c:v>
                </c:pt>
                <c:pt idx="1">
                  <c:v>0.0489822853779</c:v>
                </c:pt>
                <c:pt idx="2">
                  <c:v>0.026211617507</c:v>
                </c:pt>
              </c:numCache>
            </c:numRef>
          </c:yVal>
        </c:ser>
        <c:ser>
          <c:idx val="1"/>
          <c:order val="1"/>
          <c:tx>
            <c:v>P-W02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0.0934806252594</c:v>
                </c:pt>
                <c:pt idx="1">
                  <c:v>0.0648139585927</c:v>
                </c:pt>
                <c:pt idx="2">
                  <c:v>0.127933754576</c:v>
                </c:pt>
              </c:numCache>
            </c:numRef>
          </c:yVal>
        </c:ser>
        <c:ser>
          <c:idx val="2"/>
          <c:order val="2"/>
          <c:tx>
            <c:v>P-W03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0.0532198398548</c:v>
                </c:pt>
                <c:pt idx="1">
                  <c:v>0.0960458592686</c:v>
                </c:pt>
                <c:pt idx="2">
                  <c:v>0.0780875259352</c:v>
                </c:pt>
              </c:numCache>
            </c:numRef>
          </c:yVal>
        </c:ser>
        <c:ser>
          <c:idx val="3"/>
          <c:order val="3"/>
          <c:tx>
            <c:v>P-W04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0.0434557707744</c:v>
                </c:pt>
                <c:pt idx="1">
                  <c:v>0.0449557707744</c:v>
                </c:pt>
                <c:pt idx="2">
                  <c:v>0.0700514134419</c:v>
                </c:pt>
              </c:numCache>
            </c:numRef>
          </c:yVal>
        </c:ser>
        <c:ser>
          <c:idx val="4"/>
          <c:order val="4"/>
          <c:tx>
            <c:v>P-W05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0.098802128613</c:v>
                </c:pt>
                <c:pt idx="1">
                  <c:v>0.0884687952797</c:v>
                </c:pt>
                <c:pt idx="2">
                  <c:v>0.0612600160241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0.0449141730224</c:v>
                </c:pt>
                <c:pt idx="1">
                  <c:v>0.0934806252594</c:v>
                </c:pt>
                <c:pt idx="2">
                  <c:v>0.0532198398548</c:v>
                </c:pt>
                <c:pt idx="3">
                  <c:v>0.0434557707744</c:v>
                </c:pt>
                <c:pt idx="4">
                  <c:v>0.098802128613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0.0489822853779</c:v>
                </c:pt>
                <c:pt idx="1">
                  <c:v>0.0648139585927</c:v>
                </c:pt>
                <c:pt idx="2">
                  <c:v>0.0960458592686</c:v>
                </c:pt>
                <c:pt idx="3">
                  <c:v>0.0449557707744</c:v>
                </c:pt>
                <c:pt idx="4">
                  <c:v>0.0884687952797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0.026211617507</c:v>
                </c:pt>
                <c:pt idx="1">
                  <c:v>0.127933754576</c:v>
                </c:pt>
                <c:pt idx="2">
                  <c:v>0.0780875259352</c:v>
                </c:pt>
                <c:pt idx="3">
                  <c:v>0.0700514134419</c:v>
                </c:pt>
                <c:pt idx="4">
                  <c:v>0.0612600160241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4072713003332418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bfb8c082f4392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859035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62871-C862-40D6-ACD1-06332024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42" y="142875"/>
            <a:ext cx="250031" cy="303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1D687-6CBD-4867-8F04-21A1EDA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42" y="142875"/>
            <a:ext cx="250031" cy="30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7DE9F-9DC0-4FF5-9036-FD3D229F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47" y="137517"/>
            <a:ext cx="7413427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9F3B0-30A3-4A12-800D-851133D7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34" y="151805"/>
            <a:ext cx="738485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Autonomous experiments in a persistent 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78D86-D8C8-459C-B4EA-3069A92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767" y="476845"/>
            <a:ext cx="2010966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E80CE-2697-4706-A538-B016EEA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055" y="491133"/>
            <a:ext cx="1982391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Choose the next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4E3B7-B53E-4EFD-853A-C942FC3F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298" y="967978"/>
            <a:ext cx="2644973" cy="28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7CA4F-5DA3-4005-99C3-2E549FBB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586" y="982266"/>
            <a:ext cx="2616398" cy="25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Experiment (in the chemical world)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85B0F-A26A-4703-9D0E-802E5D49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11" y="1959173"/>
            <a:ext cx="859036" cy="439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07BB4-F27C-497D-880A-172A5FE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98" y="1973461"/>
            <a:ext cx="830461" cy="410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Scientific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04B27-C833-449F-A545-8AA317E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127" y="2039541"/>
            <a:ext cx="626864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62852-EF0C-421D-B5A8-F4E0B15F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414" y="2053828"/>
            <a:ext cx="598289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7CB6D-E6D2-497B-A2B8-C1E07FE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1959173"/>
            <a:ext cx="769739" cy="430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16CE2-ABF2-4382-8812-49E1030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906" y="1973461"/>
            <a:ext cx="741164" cy="401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59131-8B75-4325-BBCB-040A6CD1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181" y="1959173"/>
            <a:ext cx="617934" cy="430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DA585-F2BF-481F-BCED-C2CC6171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469" y="1973461"/>
            <a:ext cx="589359" cy="401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Run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99E29-E7FA-41F5-82BD-270E0BE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77" y="1950244"/>
            <a:ext cx="653653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F90B0-95AC-403D-824A-A74C786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664" y="1964531"/>
            <a:ext cx="625078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A5008-EB84-4A0E-B77E-6B85BC36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447" y="1959173"/>
            <a:ext cx="939403" cy="430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EC2D4-5F64-44E7-9DE6-219FE21C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4" y="1973461"/>
            <a:ext cx="910828" cy="401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Public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52831-5EF9-4C31-9F59-BB4ED13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955" y="1985963"/>
            <a:ext cx="1046559" cy="439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4FE0C-3EF3-4AFC-BD38-A11408E7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242" y="2000250"/>
            <a:ext cx="1017984" cy="410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Full research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1C75A-980D-4835-A997-EEFEC300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39" y="2655689"/>
            <a:ext cx="478809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67843-72DB-49D1-B8DC-BE31602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27" y="2669977"/>
            <a:ext cx="47595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Persistent physical state (updated after every experiment)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35FDC-0122-43AF-BFBB-39B4A1A8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55" y="3441502"/>
            <a:ext cx="1135856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06454-ECA2-44EA-BE55-C80DF067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42" y="3455789"/>
            <a:ext cx="1107281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B67369-E64C-4979-A773-1D5A548E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6" y="3209330"/>
            <a:ext cx="510778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404E1-C459-4356-9A7A-B1B5AC1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73" y="3223617"/>
            <a:ext cx="482203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E9B0F-3196-4604-A7E1-BABF243C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845" y="3200400"/>
            <a:ext cx="1100138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11D70-F2ED-40D7-990A-659A361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133" y="3214688"/>
            <a:ext cx="1071563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Thermal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8B316-C55A-456D-B875-57A3AF2D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306" y="3182541"/>
            <a:ext cx="725091" cy="412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938E8B-0B93-42C3-99B5-B9430BEA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594" y="3196828"/>
            <a:ext cx="696516" cy="383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Remaining</a:t>
            </a:r>
          </a:p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20691C-80FB-4E17-A401-6BB990FF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838" y="2530673"/>
            <a:ext cx="1528763" cy="46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37ECC-4B39-4852-BEB0-C4142A8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44961"/>
            <a:ext cx="1500188" cy="437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Replay reconstructs</a:t>
            </a:r>
          </a:p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actions and observations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2DEBEC-C00B-4C22-ADCB-83078FE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009" y="3271838"/>
            <a:ext cx="1189434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08BE4-9316-423E-801C-CBA1FAE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97" y="3286125"/>
            <a:ext cx="1160859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To scientific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outcomes (c)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220B3-5B7C-4F1A-B4A8-A2F1105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548" y="3896916"/>
            <a:ext cx="3939778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7C1EAC-7862-45B0-AD5F-DC0484A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" y="3911203"/>
            <a:ext cx="3911203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Process laws + instruments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35DA86-0A60-4D69-97CF-985B19B9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548" y="4111228"/>
            <a:ext cx="4314825" cy="242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96F3F-515F-4065-8514-A010A58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" y="4125516"/>
            <a:ext cx="428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Laws of the physical world and laboratory instrumentation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5217C9-AEE2-45ED-8BE9-9594AC9B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548" y="4432697"/>
            <a:ext cx="4270177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A4D4B7-513E-4519-8968-A32D81D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" y="4446984"/>
            <a:ext cx="4241602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Validated operations + resource accounting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18E8ED-78C7-4D0F-A835-7903894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548" y="4647009"/>
            <a:ext cx="4288036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0B80C5-BAF8-4C26-9E34-C334D12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" y="4661297"/>
            <a:ext cx="4259461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Allowed operations, safety constraints and computational resources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BC4A0F-AF98-4ED2-BF32-685AED0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548" y="4977408"/>
            <a:ext cx="4252317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281BA4-B437-49E4-B601-25AC788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" y="4991695"/>
            <a:ext cx="4223742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Public task + evaluation contract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5C12B8-195D-4995-8641-08939B09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548" y="5182791"/>
            <a:ext cx="4296966" cy="23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463022-B48E-44D1-84E1-12FEAAEF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36" y="5197078"/>
            <a:ext cx="4268391" cy="20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Task specification, evaluation protocol and release of observations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FF94C6-E578-4BF2-9167-A9CE8CDD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8017"/>
            <a:ext cx="1493044" cy="46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FCCEA2-A172-4BD9-B60B-E5EFC383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4152305"/>
            <a:ext cx="1464469" cy="437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Private world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B8EB1D-7B76-4252-B546-90B37ED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689" y="4647009"/>
            <a:ext cx="2046684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A20DD5-5A94-4C3D-BEDF-3B0D5A5F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977" y="4661297"/>
            <a:ext cx="2018109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Evaluator access only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42BF1D-A4E0-4F72-97A4-D0A3056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111" y="4897041"/>
            <a:ext cx="2100263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1242E5-1C34-41EA-8254-EC7D5FA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398" y="4911328"/>
            <a:ext cx="2071688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Not available to the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1FC320-4D5A-45B4-819C-B00D1D6F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42" y="5706070"/>
            <a:ext cx="267891" cy="303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3910DF-8F1F-423B-B7A5-AF75236F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42" y="5706070"/>
            <a:ext cx="267891" cy="30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1059DB-E588-4EC8-80DA-3F1A65B2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47" y="5709642"/>
            <a:ext cx="7350919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4D9947-0230-422C-A35A-E60FC9C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34" y="5723930"/>
            <a:ext cx="7322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Matched research conditions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93DDE7-1A55-42DE-A139-53A10C98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23" y="6093619"/>
            <a:ext cx="653653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059ED0-3C9D-48CD-BE7D-3A6BDAD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11" y="6107906"/>
            <a:ext cx="625078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986363-2D39-4AE9-BE00-59C5120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619" y="6093619"/>
            <a:ext cx="671513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F4E8CA-CD0C-48C5-BF25-F3B9770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6107906"/>
            <a:ext cx="642938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1DC2EA-A12A-4693-860B-B6C977B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869" y="6093619"/>
            <a:ext cx="814388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403701-CCAE-4940-B173-4BDC69B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6107906"/>
            <a:ext cx="785813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111D6A-6FD3-4BE5-A265-8314E987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" y="7111603"/>
            <a:ext cx="2162770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352605-76BA-4A98-88DC-F1C1FCF2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4" y="7125891"/>
            <a:ext cx="2134195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Same physical world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BCAEDB-3339-4DD3-AEF6-3105131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41" y="7325916"/>
            <a:ext cx="3136106" cy="260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A6D3A4-7017-433D-AF48-D3CF7282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28" y="7340203"/>
            <a:ext cx="3107531" cy="23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Different information; identical underlying system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935C53-5DC3-48C8-8C86-27D37AD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14" y="5968603"/>
            <a:ext cx="2921794" cy="269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4F4EEE-70ED-4F7B-9FD7-D68A3246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2" y="5982891"/>
            <a:ext cx="2893219" cy="24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Experimental + computational resources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286FA7-1B07-432D-AF6B-2E75935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752" y="6191845"/>
            <a:ext cx="1993106" cy="242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18DF8E-7B37-413E-99DA-E0FCB24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039" y="6206133"/>
            <a:ext cx="196453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Independent sessions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398D5E-518E-4F3B-A74B-5B2121B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759" y="7031236"/>
            <a:ext cx="885825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85BF66-36E4-4060-9D65-00122888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47" y="7045523"/>
            <a:ext cx="857250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12 batches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CE71EB6-EE1F-4834-A95F-995DA35A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861" y="7031236"/>
            <a:ext cx="1037630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1345BF-C44C-4C9A-ADF3-4C515EC6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148" y="7045523"/>
            <a:ext cx="1009055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24 batches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B19B79-3B09-4DF6-AA4B-A3CA388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572" y="5977533"/>
            <a:ext cx="1269802" cy="439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3D98FC-6606-4F91-9D63-82DF9EC7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859" y="5991820"/>
            <a:ext cx="1241227" cy="410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Five worlds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per study block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6E32CC-910A-4194-A73B-10B0111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142875"/>
            <a:ext cx="267891" cy="303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E681C64-C4A0-4E47-89A9-46E58CC6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142875"/>
            <a:ext cx="267891" cy="30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2F5611-A169-4CFA-BED6-4C631528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752" y="137517"/>
            <a:ext cx="4564856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80942D-01C8-47FA-A612-35DF3A6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039" y="151805"/>
            <a:ext cx="45362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Separate scientific outcomes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897206-19A4-4FB1-9F49-D607E967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478" y="682228"/>
            <a:ext cx="16359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10D99C-D8ED-4966-97D8-A7130D88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766" y="696516"/>
            <a:ext cx="16073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Full research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0FD942-841E-48AE-BD6A-1F06B6AB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869" y="1092994"/>
            <a:ext cx="2010966" cy="269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7A9CDA1-05D2-4ED9-84E0-07A4D38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156" y="1107281"/>
            <a:ext cx="1982391" cy="24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Full original context retained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F02A19-DEF3-48E1-8171-40B8942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53" y="1914525"/>
            <a:ext cx="2082403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A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8F2BAFD-5A39-4809-99B4-29F4C20E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641" y="1928813"/>
            <a:ext cx="2053828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B83"/>
                </a:solidFill>
                <a:latin typeface="Arial"/>
                <a:ea typeface="Arial"/>
                <a:cs typeface="Arial"/>
              </a:rPr>
              <a:t>Operational achievement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1B5895C-D4E8-4916-B126-52D722B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53" y="2173486"/>
            <a:ext cx="208240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A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A207D00-A93A-4C2C-9ACB-2A288EA6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641" y="2187773"/>
            <a:ext cx="20538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Does the recommendation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meet the goal?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CD22C1-C6AB-45E0-963E-5DF2444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564" y="1914525"/>
            <a:ext cx="2698552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94AACC-AD9D-4CFB-85F1-5026434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852" y="1928813"/>
            <a:ext cx="2669977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5C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5CED"/>
                </a:solidFill>
                <a:latin typeface="Arial"/>
                <a:ea typeface="Arial"/>
                <a:cs typeface="Arial"/>
              </a:rPr>
              <a:t>Predictive generalization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84F88F-FCF2-4EA0-A5B1-480C7CB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80" y="2173486"/>
            <a:ext cx="2528888" cy="430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0CC19F3-6E73-45A7-8515-83497386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867" y="2187773"/>
            <a:ext cx="2500313" cy="401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Do learned relationships hold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under new conditions?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366BB0D-AB1D-421D-A552-CB7CB19F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564" y="3548658"/>
            <a:ext cx="104655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988E93-C7BE-4182-A0FC-A7EDBD3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852" y="3562945"/>
            <a:ext cx="10179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Seal</a:t>
            </a:r>
          </a:p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3026919-E89E-44DD-803F-6569C0D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986" y="3548658"/>
            <a:ext cx="1001911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A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20CA07-1CBC-4F5F-972F-FDC5C1D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273" y="3562945"/>
            <a:ext cx="9733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B907A2-FC93-4CE8-95DF-95B4D419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080" y="4057650"/>
            <a:ext cx="1305520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A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F0528C-58BE-4B4B-B17E-5EC8ADB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367" y="4071938"/>
            <a:ext cx="1276945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When required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8B8373C-2359-4F12-AAD6-6D108F6E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705" y="3459361"/>
            <a:ext cx="725091" cy="626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2A89A2-2180-4C59-B048-245352F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992" y="3473648"/>
            <a:ext cx="696516" cy="59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Scientific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account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(K1)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9BE930-1499-444D-A13C-EB657EB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447" y="3459361"/>
            <a:ext cx="1055489" cy="626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E1ABEB-A090-42BF-94FB-EB43B37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734" y="3473648"/>
            <a:ext cx="1026914" cy="59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New-condition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predictions</a:t>
            </a:r>
          </a:p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(Q)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B66BB85-0377-429A-9AA5-91E8600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080" y="3459361"/>
            <a:ext cx="912614" cy="626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AC2C1A2-F109-46B5-8794-6A7540AD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367" y="3473648"/>
            <a:ext cx="884039" cy="59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Retrospective</a:t>
            </a:r>
          </a:p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questions</a:t>
            </a:r>
          </a:p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(K2)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806189-5C54-49CE-BF95-28BA38F2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736" y="4236244"/>
            <a:ext cx="2394942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CE3C5D2-CB16-4BF4-9F17-7F55CDF2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023" y="4250531"/>
            <a:ext cx="2366367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No truth feedback before reflection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516B00-E6A5-4FF1-BBEF-BC26EB38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298" y="4486275"/>
            <a:ext cx="2555677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D0B61A4-8EE8-4CC1-ADE9-846BB493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586" y="4500563"/>
            <a:ext cx="2527102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(K2 follows Q; K2 cannot change Q)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D0C859F-28F1-4B70-BCB5-7920D7A8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423" y="5173861"/>
            <a:ext cx="2046684" cy="332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A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236268-6541-4976-806E-146A8612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711" y="5188148"/>
            <a:ext cx="2018109" cy="30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Recommendation performance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AD38A8-3FB6-4DC4-A644-618D4C53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314" y="5156002"/>
            <a:ext cx="2144911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9EA2ACB-18E7-486E-AAE0-6D88A900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602" y="5170289"/>
            <a:ext cx="21163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5C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5CED"/>
                </a:solidFill>
                <a:latin typeface="Arial"/>
                <a:ea typeface="Arial"/>
                <a:cs typeface="Arial"/>
              </a:rPr>
              <a:t>Prediction accuracy +</a:t>
            </a:r>
          </a:p>
          <a:p xmlns:a="http://schemas.openxmlformats.org/drawingml/2006/main">
            <a:pPr algn="ctr">
              <a:defRPr sz="1350" b="0">
                <a:solidFill>
                  <a:srgbClr val="005C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5CED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C04A37-2194-49D5-9031-6B256490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95" y="7977783"/>
            <a:ext cx="1457325" cy="367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FFC2A0A-DFAB-46B8-B97D-A2C2B084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83" y="7992070"/>
            <a:ext cx="1428750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240 campaigns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380635D-13FC-49B3-AA71-1ED02300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91" y="7995642"/>
            <a:ext cx="2394942" cy="332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CFA501-FF41-4D60-9070-749C6C2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78" y="8009930"/>
            <a:ext cx="2366367" cy="30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Six chemical system families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5F6D56-CFCB-47FE-B247-A1942FA8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244" y="8281392"/>
            <a:ext cx="1064419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0DEC4FB-44D6-4BAA-8D6A-728C1728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8295680"/>
            <a:ext cx="1035844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Electrochemistry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5483A9A-B644-4B16-8686-90009865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806" y="8281392"/>
            <a:ext cx="823317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A914201-F456-49DD-8CD6-0ED4791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094" y="8295680"/>
            <a:ext cx="794742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Partitioning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83A50E3-8022-49F6-9086-B2E5520C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281392"/>
            <a:ext cx="1162645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49D830F-439A-4034-82F5-0C876E1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8295680"/>
            <a:ext cx="1134070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Reaction / thermal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7476287-CA7B-4612-8F4E-B7C10E4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002" y="8281392"/>
            <a:ext cx="832247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6802BCB-0096-4F5F-8624-02116DC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289" y="8295680"/>
            <a:ext cx="803672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Equilibrium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50C3354-FB13-4CF1-9370-81422107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267" y="8281392"/>
            <a:ext cx="966192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6C72BE2-BB51-412B-BCF8-72FBF13E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555" y="8295680"/>
            <a:ext cx="937617" cy="223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Crystallization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FA28598-1A8C-46A3-878F-BF09E114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056" y="8263533"/>
            <a:ext cx="903684" cy="269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39EFD26-BFB0-466A-9CF6-BF7BD91C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344" y="8277820"/>
            <a:ext cx="875109" cy="24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Purification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7F134D8-389C-4B7E-8F0B-E2D8AB37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056" y="7924205"/>
            <a:ext cx="2787848" cy="519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A3FFAA4-2C18-4DD6-8262-73FDDF6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344" y="7938492"/>
            <a:ext cx="2759273" cy="49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Which learned relationships</a:t>
            </a:r>
          </a:p>
          <a:p xmlns:a="http://schemas.openxmlformats.org/drawingml/2006/main">
            <a:pPr algn="l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remain valid under new interventions?</a:t>
            </a:r>
          </a:p>
        </p:txBody>
      </p:sp>
    </p:spTree>
    <p:extLst>
      <p:ext uri="{BB962C8B-B14F-4D97-AF65-F5344CB8AC3E}">
        <p14:creationId xmlns:p14="http://schemas.microsoft.com/office/powerpoint/2010/main" val="353239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EE540-8A78-45CA-9F63-26D3031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52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138AF-BCC2-4CAB-9312-290DDA0D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"/>
            <a:ext cx="19583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Electrochemistry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285750" y="857250"/>
          <a:ext xmlns:a="http://schemas.openxmlformats.org/drawingml/2006/main" cx="4333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e7993bc01d4ce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94C6B-4128-4A39-A080-58C936F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Retest improves: 26/30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4AA2B-68DA-4E0B-921B-1A9FF398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 improves: 14/30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3D43A-D6D3-4009-B01C-E917184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2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9D68A-B385-4109-8183-3EE44727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"/>
            <a:ext cx="228981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Reaction processing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857750" y="857250"/>
          <a:ext xmlns:a="http://schemas.openxmlformats.org/drawingml/2006/main" cx="4333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b33dfa99c74a5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634EE-7476-4360-91AF-3122190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19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Retest improves: 9/30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1AEE7-C5BE-4C76-ABDB-ACF1541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524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 improves: 8/30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D1047-C847-4030-9CE4-811FA1C9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4A177-2A7D-47C1-862B-9166F575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2400"/>
            <a:ext cx="151638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Purification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9429750" y="857250"/>
          <a:ext xmlns:a="http://schemas.openxmlformats.org/drawingml/2006/main" cx="4095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4bfbd7496942f3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9FDE0-497C-4FD0-BEEC-B06E90B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197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Purity threshold = 0.80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730A0-9806-42A0-B2AB-B74A45D6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5245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Eligible: 0/5, 3/5, 0/5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A1AEC-5D4E-44A0-98AF-92BE576A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22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2583E-595D-4C1A-AE3C-7D98AC52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34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6C3B6-D677-4858-A2A1-FAFD240F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22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565DA-71B9-4007-ACC5-F7B2AF79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134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4F7A1-C651-4AE1-9A13-6625CF70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22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EC717-932F-4E28-8FA4-FA0B47A1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134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</p:spTree>
    <p:extLst>
      <p:ext uri="{BB962C8B-B14F-4D97-AF65-F5344CB8AC3E}">
        <p14:creationId xmlns:p14="http://schemas.microsoft.com/office/powerpoint/2010/main" val="1223481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FD9CA18-A76F-4C12-9FB4-EF6BCA1E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478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Mean,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712C6-C946-464D-B6BD-B196759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19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Mean,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FA8B2-7D62-4CBC-AF28-B619169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00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C6E07-3078-4A9B-82F9-FE22EFC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6710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54539-C1FE-43FC-A6FB-0618F9D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81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FC97E-89EC-4436-B6DC-0F0C9B67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29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46D60-CE94-4228-A557-966F476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76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C0981-0C03-4236-AC81-A631B321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3860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60635-0315-4796-BCC6-87849E27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0055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43572-6FB2-4082-84B7-0078FB2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14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4C998-50CD-413B-9246-0607E9C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624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B53E0-B7ED-4B4F-AA6E-88CCE08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10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D9824-BDFB-4B5E-B74D-A6244F13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7205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3F12E-5DCF-42B3-8DDD-CF74D12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33400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99E6D-D069-4527-BF1D-53583CB7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48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AD1BF-88C9-4C57-9FB3-115FE90C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959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A1C43-3E85-49DB-A35B-363FEC7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5435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6F5A8-EF98-483F-B50B-425D548B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90550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47DAA-5BF0-4274-A94E-B577A5EE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26745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A4847-D2B1-42A8-8A3D-0463742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9817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BCFE0-0B9A-45CE-A3EC-49686FB1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229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56DAC-3673-4D34-BEC5-62FF8B09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477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9DA69-BCFA-4E60-9ABF-C1BCBE8D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83895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83F63-DC62-4032-ADD7-78B8D26C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20090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E5E69-2EFE-4211-940C-F9323AFC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9151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6F8DB-60DC-4B20-A868-5EA9B617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62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C0EA3-F83E-47CA-B413-2B8538E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4104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4622C-588B-4664-B7EA-C27FD10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77240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7376F-67A0-40E6-A3A1-EC5B88DB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1438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Mean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B7A78-DA84-4A18-BC80-13BDB94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B4649-3E77-4815-9C3D-84ADDE31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Electrochemistry</a:t>
            </a:r>
          </a:p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16313-5B06-4D9F-987B-C483871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67C018-84FC-4727-9C83-CB855462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0.1738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75E45-58BE-4D67-8669-6A8A4A57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0.1122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1B11BC-D12B-447C-AE5C-F29ACD0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11/15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EFDF7B-2160-40B4-8D90-C8DAFB68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5D2067-0D7D-446E-898D-A44D48D5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9BBDE-291B-4558-9E30-2562120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33750"/>
            <a:ext cx="4485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8B7E5-648C-4F69-96CD-1E11C00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814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904953-BF33-4DE5-A770-7FF4440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81400"/>
            <a:ext cx="749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EC348-1C59-4738-A39D-BC4CFA5D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60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5BADF9-E5B1-4CC2-81D7-16AA4451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29050"/>
            <a:ext cx="53329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9B8F93-C014-4183-94E6-26AE05BB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257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341490-1785-49E4-BA08-DE057F5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67200"/>
            <a:ext cx="34851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C19DB-3CAD-4DFD-95FF-8882F1E9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74" y="4224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7B29B2-9719-4F67-B175-2B088317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14850"/>
            <a:ext cx="588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5AE2FA-779E-44AE-AA63-B2D92C0D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67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42E0F5-E73C-4E69-B20D-0685BA6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762500"/>
            <a:ext cx="15936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713B3A-86EC-4184-97B5-9F376199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322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2365E7-38B9-420E-A6F3-4D430107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816" y="5200650"/>
            <a:ext cx="2730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D6BC8C-CAFF-478D-B09E-F3A071C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53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FE60AD-78A4-4510-A9AC-6B69A026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448300"/>
            <a:ext cx="4383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25701C-81CA-49A4-B267-F1450358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305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A5E50-3508-4762-BAEA-19C8A33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12" y="5695950"/>
            <a:ext cx="3941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5D8E86-10B2-4815-A41A-4F208E79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550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A1A15A-9C02-4E27-829B-802746FB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134100"/>
            <a:ext cx="38399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2440FB-90C1-484B-A9B1-517A8E0F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956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0819A2-97BF-4B3F-8E3C-D073535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381750"/>
            <a:ext cx="47716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E256BC-3A1C-4CF3-B6BB-E7591FA1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128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4F6F35-DE9C-49D9-8D9F-977E25B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629400"/>
            <a:ext cx="25061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A255C0-2C7E-40CE-9D67-C6B23B12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578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53F9CD-BC23-4D59-A0D3-3D2D097C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067550"/>
            <a:ext cx="45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39CA3-6815-46EC-A183-F3E56CF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938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1972C2-72F2-4F78-BE2D-C61DAB97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12" y="7315200"/>
            <a:ext cx="43051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647AC3-A8C0-425E-A02F-1C5E1BEB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450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3566023-83FC-41DD-B58C-B8202B3A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252" y="7562850"/>
            <a:ext cx="1325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8BDA90-FE66-4866-90B2-C7F69F0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389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F637F1-C3A9-498E-BB3A-999AD1E1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296275"/>
            <a:ext cx="15636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599C26-5F84-4470-B026-BC2E50A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035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8A89F0-7774-400C-A6E9-9A00F47C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AB9F3A-1E0A-4333-9DC9-636D1815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D73425-5540-4261-B389-D1FA14C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DE6605-C8DE-4516-B2FC-29A4CE54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0F096F-6CBF-4B0B-B017-85E2BABF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931B98A-EEAB-4A10-B99F-C30BC99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E63892-A7D4-4761-9371-47FE194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A7E62E-EAC4-428C-9194-8356C962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CDF519-38AA-46CA-A809-7377578D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EE3580-81CB-46DF-AB99-32CB4EB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Electrochemistry</a:t>
            </a:r>
          </a:p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1FDB9A-399D-4FED-8C94-90F5BE5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25FB2A-3D0F-43A5-8FD9-7033BFFA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0.1781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8C7E53-0747-4A5E-A3F9-52236A86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0.1082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9D4213-209E-4CB8-9D5B-44764F7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12/15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DF3DC3-86FE-4917-9D40-710DC76E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98AC80-2E4A-4F30-B0CC-65CD3AB6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3C88D7-25CD-45FD-96AC-D34F3AD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694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5027AB-AC81-4ECF-B4E8-3479D1EB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091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61897E-75C8-4E51-B9F3-78B87108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790" y="3581400"/>
            <a:ext cx="3097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4900CC1-32DB-49C4-9268-A1627AC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928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4C344F-9A82-4F28-ABD1-633A2387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2" y="3829050"/>
            <a:ext cx="655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BAB321C-73BC-4226-895B-EEBC7C5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99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FA1B445-F13E-4AB4-AC8A-C1CE307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139" y="4267200"/>
            <a:ext cx="1436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7D58D8-E354-411B-BF43-1700C25C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277" y="4224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DB729EE-9FB1-4A02-AAB1-177512C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9298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3E17AC-534F-40B1-A2C7-B1AA6F3F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623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5050C7-F678-4A13-ACFE-FF792B2D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140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D521EA-3679-4B93-8A1B-1DE943AE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718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9B29A9-CDAD-4FA6-8605-F6210319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00650"/>
            <a:ext cx="41051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F6236D-1239-4A2A-B503-E404CCD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155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FECEF4-CCFF-4A53-974B-A7E204DC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48300"/>
            <a:ext cx="4769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976E3D-1CD5-4FF4-90B1-4EC2D1BC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576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F296DF-170E-4833-9A43-EF0CAEB3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95950"/>
            <a:ext cx="7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9D96564-CDF2-41B4-A4D1-43F82D78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262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7E23A0-1204-4553-B375-7A01DAA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34100"/>
            <a:ext cx="28357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AD915A-07FC-4830-A030-77E1E75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216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5E4C3C-BD70-410F-9F8F-6D330C7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381750"/>
            <a:ext cx="15936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4F3836-53FC-4A6C-8DA1-138F84EF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002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72A695-7C7A-4077-8202-1ECB047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29400"/>
            <a:ext cx="20569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9F0057-530E-4BCA-BCD6-73E70A27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329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6AEF41-17AC-434D-B6F1-81B47A7F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67550"/>
            <a:ext cx="11082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693F958-7022-4AED-A622-E9FA51D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466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FFFE04-9612-4D71-8494-CDB35B4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315200"/>
            <a:ext cx="2980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0CF073A-FC2A-4B67-BA3D-603D8BB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80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E299840-59A2-41B7-9851-C70D1B1C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562850"/>
            <a:ext cx="4551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9F5AEF-E87B-48FD-A756-BF2F7D4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80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79BD60D-D9A5-4B14-A57F-A4F6EF3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96275"/>
            <a:ext cx="1776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14008B0-365C-47C6-9002-2B93069A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993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AA9C5AD-793C-4F52-AEAC-F57B539D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C971CAE-280C-4AA6-A13D-629BE99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2DAB1DF-7BED-4684-9A11-A0501C65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1E90E52-056F-46AE-BE82-B8E48F8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D523401-723E-4F98-8634-8C11D0CE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4DBFCA5-06A2-45AE-AE73-7F65317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4E96312-2512-4E9A-9220-5BB1EC77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+0.3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AB45460-594B-4B5E-8248-F81706B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9C62DC6-CBA2-41DA-A31A-AD4734A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FC51B5F-D648-4C27-92BE-CE43D70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Partitioning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8902ED-E962-444E-8C80-6950B539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Organic-fraction</a:t>
            </a:r>
          </a:p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C779DDE-974E-4B13-B5C9-0936EA16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0.0829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DD590F-E2E3-4B51-A641-CCB6291A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0.0238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A5F3CB6-F912-4B20-B324-9B4BF64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13/15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C2912DB-37E3-440B-9D3A-4A4D196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5D9C0C9-AD87-46DF-9DE0-53DC5184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824D7D8-5F1A-41EA-BC45-0DB5D55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33750"/>
            <a:ext cx="1348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30AE17D-283D-4FA1-B7CB-D3A717A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10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ED40610-BBA8-4FE2-B8C5-77A9A66A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81400"/>
            <a:ext cx="2292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1E24244-04DF-4760-AB17-22EF0BC8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551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66186FB-81E8-4A14-BDEB-3FC4999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29050"/>
            <a:ext cx="11715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9BF8F2B-A651-44DF-945E-131B98A9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470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6172212-52D1-4D3C-AA45-DAFECE10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67200"/>
            <a:ext cx="3851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83481EC-1592-43BF-8E4E-D85F2907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466" y="4224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6425A89-168D-485E-8D9D-DEB43F07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140" y="4514850"/>
            <a:ext cx="603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34493BA-B078-4CF9-897A-7AD489E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277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D37B897-15BB-43EF-BEF3-211AC90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62500"/>
            <a:ext cx="42277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4FBAB13-A969-4A4F-8D61-B754ED4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89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EDB9304-5F9C-4581-86A8-05E3CA3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00650"/>
            <a:ext cx="2729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3C5A13C-326A-4064-94BA-16C3E6C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240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5CB9805-81C2-4FD4-B4AE-94C45C8B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448300"/>
            <a:ext cx="772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BC468C4-9CC3-4E3A-88B1-8CE8603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39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268566B-3D08-4718-BC0E-C3182EFB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95950"/>
            <a:ext cx="2979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3968E19-C0DD-458A-8C7F-F25DD7A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242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6B754D5-AC03-463F-B20E-72077101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134100"/>
            <a:ext cx="6636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E3727A4-8B05-4160-A3B3-DB65CBF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50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7B0D6BB-1433-4585-BC6A-A5320055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381750"/>
            <a:ext cx="6924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6E1D192-1E83-4DB9-9AC3-93DB4C7B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1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5C6BFA5-4773-4BBE-8DA1-A7C39CB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629400"/>
            <a:ext cx="1188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769F2E5-BED3-4955-8282-41F7CDAE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133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4E3803C-4875-46FA-BC70-CC48BD7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067550"/>
            <a:ext cx="255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4F805CE-4204-4BE0-943D-2E6B407C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840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E3DCFC5-34D7-41D5-A565-9836439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28" y="7315200"/>
            <a:ext cx="13054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E5FC40E-6523-48D0-95ED-73EDB07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765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429F25B-27CC-4ACF-8A6A-B272EC5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562850"/>
            <a:ext cx="14665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EA385E4-20F4-4673-9273-1E0283DB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70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E914995-F189-4D3A-9FF9-1562DF11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8296275"/>
            <a:ext cx="22522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829478C-0696-4F71-8A8B-FEE5E17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247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9EE6272-DDF4-4356-91E3-CE718BE1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2668EED-CD1D-4A19-BEA1-AA6747A1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BAE760A-9182-4168-AF68-1848E3C4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522BE38-415A-4E06-BD8A-BB63987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B3B1C46-1F4C-4AA3-BFC2-5D23EB83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021477F-0E61-46FA-9FF7-A2A70700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D9A447A-8BB5-4CA4-9329-2F5119A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+0.2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05D49F8-EF1B-4A60-BEB3-049D93B4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455C335-5599-4570-996D-F73F60D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FF12A6C-6FC6-4A63-A7F0-60F31751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Crystallization</a:t>
            </a:r>
          </a:p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prediction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8674327-EE68-46A8-B873-47B6F60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Recovery MAE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C69BCF0-259C-4188-9303-958BEE36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0.1043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B622082-C7A2-4112-AED7-A63810A2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0.0794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C189931-50E7-419A-B326-4EF83AAE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8/15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F3CF6D1-1C2A-405A-B884-3E39C1C2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BD1AEF4-638D-4EC6-9B1E-EC535A0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51C0CA6-4F82-4BF9-A3BA-3F76136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3333750"/>
            <a:ext cx="149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F296367-B0E8-4ADE-9749-4710F4F1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763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9B6D163-18A8-4BE3-8DBB-787738D6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567" y="3581400"/>
            <a:ext cx="2328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48BA440-5550-4154-B20F-9A9B708E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704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98E31F2-0BA7-4F1B-8AD6-07B165E7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861" y="3829050"/>
            <a:ext cx="10898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FFF3DFF-5D94-434A-9211-827D2953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999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140F88A-DBE1-4DEA-B460-59615A69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67300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C90FC6B-1FA8-4F2F-967B-01A4269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990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8260080-9772-4CCF-AB36-E6FE569C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54990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E0E17AD-88E9-42C0-B8E0-43A214A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024" y="4514850"/>
            <a:ext cx="3582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E2B0F60-9BAA-42D1-A3E0-5E1D47A1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161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00A5854-5837-4FCA-8ADB-1AF4BB3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2173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F22B0D5-A971-4FE6-8D6B-DCBBD1EF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326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CD2EFB6-217E-4D2E-9172-241A973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960" y="5200650"/>
            <a:ext cx="648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F82D1BE-B759-429A-A510-68D5E13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098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5CDF8CB-5880-4283-AD71-52D94DA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92" y="5448300"/>
            <a:ext cx="19575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891F9A9-B600-4249-8B78-0FCE3644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230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B3D2729-C908-4921-B0D3-754F229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321" y="5695950"/>
            <a:ext cx="1452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6002F5A-859A-462D-ADF2-4F9C706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458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26E6719-4EA5-4BCA-8010-7C0DAD44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134100"/>
            <a:ext cx="17726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6EAA62E-EA52-4B17-992A-48A036F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254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C8D9BF8-CFC0-4C37-9A9B-6C14947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381750"/>
            <a:ext cx="1318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F802010-E65C-47FE-A769-E6E7863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172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9989101-FEF8-4245-8334-E0593A0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629400"/>
            <a:ext cx="107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3E4D4FA-B5BF-42E3-8A33-DB40669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784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40887CB-34FA-4C63-9A38-25BDC2D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067550"/>
            <a:ext cx="28003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8C16F2D-4C18-4DBF-B624-878A1FC9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022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EFCDAFC-62C3-4EEA-8450-84682687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315200"/>
            <a:ext cx="14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689563C-8E7E-4B6A-9B0C-E7BAD7AF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087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6606683-0467-4EE0-9F31-46825D0B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562850"/>
            <a:ext cx="299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5611F6E-A81C-45D3-AEBF-F8E3CE2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929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6389707-122C-4E1B-89BE-202E314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296275"/>
            <a:ext cx="6341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83C4EB3-8695-41BA-95ED-5722E426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111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1400D16-0356-4969-8BF6-5FDCC9E8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6614224-CE2A-4CAB-A886-016E3B4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0124D19-701E-4506-9FEB-FEAD4556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-0.3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8DB0FC3-9B99-433E-A6E8-F53E231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EEC32A5-674F-4EFE-B763-7706D73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351A535-B3F9-46F7-BBB7-C92A296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D5D565F-794D-4762-A009-2B3DF0C3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+0.3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1608452-AE28-4F19-BCC4-2100F2E6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974F058-48D8-4A7F-97EE-C04C0669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481C0F-C288-4F82-8F80-D65A01D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Crystallization</a:t>
            </a:r>
          </a:p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Interval coverage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28F01EC5-F198-46CC-A997-C643B05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Fines coverage (%)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BEE9267-E172-4F9A-8B38-84042FAF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35.6%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527004B-E905-41EF-9207-EF9D275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43.9%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ECB4890-2371-4FC0-958E-48D009F4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7/15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E37A87D-7D1A-4061-B4E8-E5E98203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1D34E51-F92F-413C-8D47-A820A7EC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7EE6ACE-8664-4EF1-8ABD-1617C778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337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4C046BE-F7E3-4CCD-838A-C435D2A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663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6A7AE5A-4653-404B-856E-1608F1C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814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48A44C6-F5A1-4ECB-8113-0B5942F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14F3527-F1F3-42B4-8244-4BECF371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2905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BFDF5DE-3B4E-4A2B-8CC0-448B9752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663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0E73DDA-95A1-4BDC-8DD9-D80C9C82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672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83FD0E8-260F-4150-A071-1F2E34E0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20AF8E3-D5A5-478E-A195-05863FB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15663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47AD55E-AF53-4E37-95C8-816FCBC8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451485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3362D14-381D-4079-9D30-F79E0AB2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663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C8B0240-8E1C-4A8B-92F1-21D1C45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625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08ECA75-0DFD-460C-8B68-3362943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CD6E2F6-E43A-43F4-9BBB-65DE950A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00650"/>
            <a:ext cx="635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2CBB3BB-BD0A-40AE-A021-786BA504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663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6E50C06-0431-4E1D-804B-8A9A565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544830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E0643B-2398-4143-AE34-2592D4F4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663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0A6EB9F-071E-409C-B085-98A0391C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69595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556CF78-B8C4-4C1F-B3C7-1BC39D7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B647441-5F04-4B1C-9068-7B97479E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13410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1AE1E06-DC91-4BB3-AB6D-88C0F8CD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663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58C8D15-C98A-49CE-BD99-F166441F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63817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E16E8AE-B185-4FC6-AE6F-BE5392D9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663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5C2163C-249A-4590-AE57-3AD45CBA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6294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96CD117-15D9-4AF2-B937-9ED0745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7D82CFD-CAE7-4D5B-B03B-3456518B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0675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DFBE114-E7DF-4F40-9E1F-6866157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663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CC380DF-2E09-4123-977A-9E9EAED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315200"/>
            <a:ext cx="50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241375F-F2D6-4D03-A014-5682F6B1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663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40E2E99-5C8F-4B20-AE45-85479E4A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75628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0C93D37-E9AE-4AF6-B00F-FF8A4B9B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663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704638A-FE9A-4524-9190-ECB6088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8296275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248EFFE-B515-46D7-A35D-826A694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375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9F1B2B5-7304-4CE2-AA02-88947BE4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ED2FBE3-9B29-4340-BDD1-A66F3BB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F224FE7-D75B-4D29-95E0-85CB3BFE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-50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87EB1FA-A4AB-4896-8083-B504C25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BB77806-4B2E-4336-972E-DD0DA81C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854A9FF7-9856-4EF6-81B6-11461E9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F5F1DD9-FBAA-45D5-9BDB-F191646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+50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2764365-AB7B-49C5-A070-8EBFA20F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Coverage gain</a:t>
            </a:r>
          </a:p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(percentage points)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3CDE680-77DF-426C-B67E-C57CB4C2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04154040-7EB6-4802-8C6B-742531B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Crystallization</a:t>
            </a:r>
          </a:p>
          <a:p xmlns:a="http://schemas.openxmlformats.org/drawingml/2006/main">
            <a:pPr algn="ctr">
              <a:defRPr sz="135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Operating delivery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9E3C319-4BF8-48E7-AE1D-E85CB5E6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Retested recovery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711DEA1-049A-46CF-ABCF-AEC2879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0.4205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C2C0268C-CC52-4D99-B2D8-8705862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0.3994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DC7483AB-7501-4D1A-B2EA-6D416E1E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7/15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059CABF-D7A3-4774-9547-A36511A3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E9F3767-8352-493B-BF2B-F61D7DFB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3524B9E-488D-44DB-9D36-3595D180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333750"/>
            <a:ext cx="2169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9F47148-3857-4F4F-8480-1E9848F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35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B8A9600-953C-4C53-973F-FA1A4A7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581400"/>
            <a:ext cx="52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40BC5C8-24E7-423B-B53A-DE2B2648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687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8802EFE-E2AF-49F8-8D4A-7EEF4760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829050"/>
            <a:ext cx="846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41651DC-81CA-49EB-A507-E51D4E16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028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44B54E8-58BC-4441-AF26-4BF10E2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267200"/>
            <a:ext cx="6976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CD5ADE9-1655-463E-B280-76A9E5F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3001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D820049-A74F-4DA5-A383-BD0DD7A2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923001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71FD729-1C78-4334-B614-F089C34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496" y="4514850"/>
            <a:ext cx="20970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79908994-1AA7-4DE0-8015-59B80BDE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634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82E8433-D9B6-4765-8862-E0A9C92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62500"/>
            <a:ext cx="6718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7844520F-15B3-43CB-9A99-02E79D97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193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C5A4C93-4AC6-4A35-85A0-7A585067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625" y="5200650"/>
            <a:ext cx="70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EE0C1529-92BC-47D5-9D4E-8C2582D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763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B771657-ABE8-4633-8F21-457FAF7D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700" y="5448300"/>
            <a:ext cx="4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7AA1E6C-B9EF-4EA6-B459-9887CEE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3838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679C650-5E2C-4ACE-B311-3FD0EC29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106" y="5695950"/>
            <a:ext cx="28209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F56DA44-E178-46C6-8CC2-6AC7473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3243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2BD1BF0-B4A3-46A1-8E49-29E4C63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236" y="6134100"/>
            <a:ext cx="57196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276E090-E2AA-41E1-B9A4-92382D5B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374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8F1830A-66C2-4DDA-BA9A-9E4E5E5D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352" y="6381750"/>
            <a:ext cx="6584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CE682B4-3FF2-45A8-9BD9-BDE9429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9489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7A77155-547A-4693-8AA7-BB296160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455" y="6629400"/>
            <a:ext cx="55674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221B412-E46E-473E-AC64-B2538F0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593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1F9A744-8E9C-4FF4-A395-BF000BF1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520" y="7067550"/>
            <a:ext cx="2676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6D5656C-1E78-418D-974E-6CD976A8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657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7F732C1-ED9C-45A5-9049-95102A6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315200"/>
            <a:ext cx="9810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7C9E633-9091-40FC-9D43-A8D1931E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439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46C8EEF-9AF0-4137-9FE2-E7581C06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562850"/>
            <a:ext cx="369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AD101DF7-59A4-4EBA-99EE-209CA03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315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C70783A-1DD8-48B5-8916-C49C4AA5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348" y="8296275"/>
            <a:ext cx="2685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C0386609-9B29-4F3C-B7F6-9DC7CEFF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198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B5AC27E-FEDB-4147-BF3E-B01B74D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B4B594FA-CBF5-4256-8731-D35BBEEA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FC54F4CA-00C6-486D-84A4-C8794D3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06C3364-C96F-46D2-BD10-BDC3078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BBE6E002-E8CE-4F41-B11A-6FE602B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9F7DFEF-4C68-491E-8AC8-EC7ED6EA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24DCD6F-2411-4056-A888-929885BC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+0.6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6BE8137-8304-4A08-8283-DCE160E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gain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858633C5-492D-4876-8459-CC41261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981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A09CD8D0-AD20-49A5-9777-1ABD94C5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9715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Favorable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CDD5E1E-A750-4F34-81B6-2DC7CEC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981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8C733A0-71C3-4CE2-A3B0-D937BC79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7155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Unfavorable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7EB1EE8-87D4-4E85-BA1D-F782D350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98107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523463EA-57D4-450A-A00C-D98EF44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91275" y="98107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E8266F1-A441-4269-9756-9C3E229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7155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Source shortfall</a:t>
            </a:r>
          </a:p>
        </p:txBody>
      </p:sp>
    </p:spTree>
    <p:extLst>
      <p:ext uri="{BB962C8B-B14F-4D97-AF65-F5344CB8AC3E}">
        <p14:creationId xmlns:p14="http://schemas.microsoft.com/office/powerpoint/2010/main" val="1227750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71195989b492b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1590420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7D18B-926C-40D6-8DE3-4AB1536A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6" y="97797"/>
            <a:ext cx="415636" cy="427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0B1F1-D368-4147-BD63-D6A134FB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6" y="97797"/>
            <a:ext cx="415636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5A608-6BFF-45BA-9ECB-DF02F909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1" y="83509"/>
            <a:ext cx="8096810" cy="45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B992E-DAA3-4E92-ABBA-702D8DD7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48" y="97797"/>
            <a:ext cx="8068235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How the research budget was used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9CFD3-C4BB-4042-86A3-01BEADFD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017" y="144632"/>
            <a:ext cx="4453880" cy="321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15D5B-42E0-4017-AE19-04441ACD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305" y="158920"/>
            <a:ext cx="4425305" cy="2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Separate histories: 24 batches is not a continuation.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E655D-1F3A-47C3-B4DA-BE708C3F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96" y="596942"/>
            <a:ext cx="5810810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C2112-D56A-482C-994A-8AF4F702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84" y="611230"/>
            <a:ext cx="5782235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12 batches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25F6-A472-4B30-B145-7D14D707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349" y="596942"/>
            <a:ext cx="6018628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18DCF-D0E8-44AC-A072-2A959D4A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636" y="611230"/>
            <a:ext cx="5990053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24 batches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FD932-A31D-462F-A0E8-ECE5A9D2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69" y="1415991"/>
            <a:ext cx="578682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8ED0-EDF3-4067-9212-7060841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56" y="1430278"/>
            <a:ext cx="550107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1–4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AE8E6-6C8E-4C44-86DB-D47C870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29" y="1415991"/>
            <a:ext cx="566457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64F2F-EF3D-44DA-BA08-B7E40FE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16" y="1430278"/>
            <a:ext cx="537882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B0E4B-56AB-4CD2-A63D-502482DF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515" y="1415991"/>
            <a:ext cx="700928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FC011-A78C-4E97-9C78-BD5F113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802" y="1430278"/>
            <a:ext cx="672353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8–10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67577-36C0-426E-B57C-FB4134FB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445" y="1415991"/>
            <a:ext cx="676479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64020-C31C-4761-B979-789B01F5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733" y="1430278"/>
            <a:ext cx="647904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1D3D1-B4ED-41D5-914A-0112995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926" y="1415991"/>
            <a:ext cx="615356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198D1-0CF5-491E-BDD9-4ECB2BE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214" y="1430278"/>
            <a:ext cx="586781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50EEF-BF37-4797-865B-F7273D4F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24" y="1709381"/>
            <a:ext cx="896522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35A66-DC6A-407F-87DD-B19BE466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2" y="1723668"/>
            <a:ext cx="867947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Catalysts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16C67-12F1-4740-B2E8-09923029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135" y="1709381"/>
            <a:ext cx="1018768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40F5B-1575-4ECB-96E0-F270073F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422" y="1723668"/>
            <a:ext cx="990193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Solvents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69D5C-82E4-42D0-9EB1-FE7F88F3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24" y="1709381"/>
            <a:ext cx="1238810" cy="46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5EEB0-C56D-4C13-B75E-46EA508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12" y="1723668"/>
            <a:ext cx="1210235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Cooling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endpoint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80F4D-15F6-4223-B3DF-B9AAC253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07" y="1709381"/>
            <a:ext cx="1361056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079406-3395-472F-8CD5-2A449037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995" y="1723668"/>
            <a:ext cx="1332481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Seed amount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187E1-0470-4452-8F30-A744B8B0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841" y="1709381"/>
            <a:ext cx="1385505" cy="493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6248DD-B24F-4A72-B559-492B04D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28" y="1723668"/>
            <a:ext cx="1356930" cy="464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In-batch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measurements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3A0F5-AC0E-4366-A422-986CE62E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472" y="1415991"/>
            <a:ext cx="627580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E7C23-BB0B-4EA6-AABA-E9CA5D1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59" y="1430278"/>
            <a:ext cx="599005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1–6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99368-463F-4C80-A841-F8C178F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83" y="1415991"/>
            <a:ext cx="786500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30396-D6FC-4FA9-836A-2DD8767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770" y="1430278"/>
            <a:ext cx="757925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7–18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99AEF-C083-4A7E-A58D-B65CC114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065" y="1415991"/>
            <a:ext cx="652030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22CF73-76AA-460D-87D1-9BFCCFB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353" y="1430278"/>
            <a:ext cx="623455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49ACFC-A898-4002-8FDF-856DAD3B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7873" y="1415991"/>
            <a:ext cx="700928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491D3B-F5D7-43DC-B1A2-517AF9A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160" y="1430278"/>
            <a:ext cx="672353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3AC7B3-D8BA-4429-9F18-780A7AD1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231" y="1415991"/>
            <a:ext cx="994318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9F9085-27D6-482A-A76F-48E7E1C9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519" y="1430278"/>
            <a:ext cx="965743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21–24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06DDB-1B38-46FC-AA55-40BF855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654" y="1709381"/>
            <a:ext cx="1067666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E4FDB1-5A8A-4B6D-BDBF-E11F568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941" y="1723668"/>
            <a:ext cx="1039091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B0BF6B-59C7-4F06-9DA1-BB1C609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889" y="1709381"/>
            <a:ext cx="1214361" cy="480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C6DC5F-88BB-49B9-9BD1-869D567A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176" y="1723668"/>
            <a:ext cx="1185786" cy="45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Process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CACE3B-F9BA-4A38-89FB-5C03305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349" y="1709381"/>
            <a:ext cx="1128789" cy="480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CAC3AB-9179-4DAB-A70F-C44C60C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36" y="1723668"/>
            <a:ext cx="1100214" cy="45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Hotter /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shorter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81FB4B-0B2B-4505-9368-D7EE196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237" y="1709381"/>
            <a:ext cx="1532201" cy="480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5F153D-B279-4FEB-9ABC-E7D2B4FD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24" y="1723668"/>
            <a:ext cx="1503626" cy="45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Heating +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staged cooling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56C9D0-0E22-4581-851D-450AFED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108" y="1709381"/>
            <a:ext cx="1116564" cy="46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7B7AFC-CFFB-4B8E-9B24-7D1B33FD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396" y="1723668"/>
            <a:ext cx="1087989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BF2549-C1A6-4BA3-96AB-449ED385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77" y="3041862"/>
            <a:ext cx="3341441" cy="4319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450E83-65F6-40FB-92C6-7395A741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4" y="3056150"/>
            <a:ext cx="3312866" cy="4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10 / 12 quality-feasible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64CB-8578-4B51-BB41-1CDF513F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830" y="3054087"/>
            <a:ext cx="2607965" cy="4319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BFF7E-0EA9-44F8-A6EC-3DE06BF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18" y="3068374"/>
            <a:ext cx="2579390" cy="4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First feasible: batch 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750BEA-B084-4E1B-876D-85A6A16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001" y="3041862"/>
            <a:ext cx="3206971" cy="4319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65807E-CA60-4D4E-AB46-23A1B23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289" y="3056150"/>
            <a:ext cx="3178396" cy="4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5 / 24 quality-feasible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B0B537-8EC6-4DAB-A016-A760859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91" y="3054087"/>
            <a:ext cx="2828008" cy="4319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517DDD-42E6-4CB6-A79E-6B7CDCE1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278" y="3068374"/>
            <a:ext cx="2799433" cy="4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First feasible: batch 20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CB7774-6FE8-4CC7-8F9B-7228716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1" y="3814075"/>
            <a:ext cx="427861" cy="427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3EB17D-D32E-4320-8E67-6D23DAB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1" y="3814075"/>
            <a:ext cx="427861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8EB5D7-7CE3-45E7-AA8D-4207B1C7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36" y="3799787"/>
            <a:ext cx="12595463" cy="45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5FB56D-E76E-4912-91DD-0C62CE4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24" y="3814075"/>
            <a:ext cx="12566888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An observation changes the next experiment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09BFF4-D8C2-42AE-8AF6-0FAF2065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96" y="4374344"/>
            <a:ext cx="5896382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45E313-5D2A-4F32-AE0C-0C4CFDA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84" y="4388631"/>
            <a:ext cx="5867807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Batches 9 → 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67454B-A3A6-49F1-A6F8-04824AE8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349" y="4374344"/>
            <a:ext cx="6018628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54ACDC-7EBC-47DC-ADDF-970385F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636" y="4388631"/>
            <a:ext cx="5990053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Batches 19 → 20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51B8A2-38D9-4AF7-A676-F95D5B1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0" y="4948900"/>
            <a:ext cx="1483302" cy="7253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3423B3-4454-491C-A9F4-2A94CA1C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7" y="4963187"/>
            <a:ext cx="1454727" cy="69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Observation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(batch 9)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098FDC-F6EF-4A34-82B2-65EBE946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429" y="4924450"/>
            <a:ext cx="1055441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868823-3248-43B3-9C56-7781BFAE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17" y="4938738"/>
            <a:ext cx="1026866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E0BA8E-DE2E-460E-9ED7-B8B67FF7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429" y="5254515"/>
            <a:ext cx="1055441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E8B2A1-7F68-4F81-97F1-4E136580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17" y="5268802"/>
            <a:ext cx="1026866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49.8%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7951E7-DD83-478B-AF2E-B162CAE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258" y="4924450"/>
            <a:ext cx="1128789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43761-3FDD-4060-8654-2780709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45" y="4938738"/>
            <a:ext cx="1100214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D8A8FD-4530-4106-BE97-37B5C63E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258" y="5254515"/>
            <a:ext cx="1128789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0EC72D-D6CD-4CE5-BE7C-32D6533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45" y="5268802"/>
            <a:ext cx="1100214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42.4%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5E7F7F6-6504-45A9-BF00-ACD4B78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99" y="5083370"/>
            <a:ext cx="786500" cy="493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428544-39D9-432D-9122-FF9A88B7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786" y="5097658"/>
            <a:ext cx="757925" cy="464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9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9DB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82F4B63-F477-4660-829D-EF9F5603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862" y="4948900"/>
            <a:ext cx="1434404" cy="7253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3288BD-54AD-41A4-B44C-B41C2738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50" y="4963187"/>
            <a:ext cx="1405829" cy="69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Observation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(batch 19)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EC3B6F4-B501-4BC8-B02C-90765913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263" y="4924450"/>
            <a:ext cx="1324382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62FCE3-A464-4A17-95EA-727C0F9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551" y="4938738"/>
            <a:ext cx="1295807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388146-16B3-4DE2-94BF-2008F44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263" y="5254515"/>
            <a:ext cx="1324382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A5F261D-351E-4016-96FF-7E2246BE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551" y="5268802"/>
            <a:ext cx="1295807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49.0%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38C394-AEB1-4C63-BE41-24D151A0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868" y="4924450"/>
            <a:ext cx="1018768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BCF9151-0870-4214-BA2A-52F6D1E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155" y="4938738"/>
            <a:ext cx="990193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E7E290-BC31-464B-ADC8-CA4FE48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868" y="5254515"/>
            <a:ext cx="1018768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243E3B0-A83D-403B-95FC-B4437FD8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155" y="5268802"/>
            <a:ext cx="990193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B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2B20"/>
                </a:solidFill>
                <a:latin typeface="Arial"/>
                <a:ea typeface="Arial"/>
                <a:cs typeface="Arial"/>
              </a:rPr>
              <a:t>52.8%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606EC9-F4E0-4723-A09A-4FBD3E59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413" y="5083370"/>
            <a:ext cx="1251035" cy="493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662BBE-441A-4487-8AA2-9D1F7A1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701" y="5097658"/>
            <a:ext cx="1222460" cy="464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92B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2B20"/>
                </a:solidFill>
                <a:latin typeface="Arial"/>
                <a:ea typeface="Arial"/>
                <a:cs typeface="Arial"/>
              </a:rPr>
              <a:t>Fines fail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38D2DA-EA0F-4365-8CA4-2CE5F08B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4" y="6073563"/>
            <a:ext cx="1593324" cy="505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1A242B-2B92-4340-9643-C374849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22" y="6087850"/>
            <a:ext cx="1564749" cy="476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Consideration*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4E41A9-1326-4BA5-80F5-C82295E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958" y="6697017"/>
            <a:ext cx="774276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6ADD6C0-E6CF-42F8-AAC8-5C05D9E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246" y="6711305"/>
            <a:ext cx="745701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C9ED33-2C5F-4199-AC3D-57595C58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787" y="6061338"/>
            <a:ext cx="2705762" cy="700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DCEF46-2CBC-45FD-8257-ABD95A7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075" y="6075626"/>
            <a:ext cx="2677187" cy="672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Quality passes.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Try colder cooling?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BBFEC7-6458-4DC5-9E38-2C70142F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862" y="6073563"/>
            <a:ext cx="1605548" cy="505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DF56EC-1325-4FFA-A57A-D0873CDE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50" y="6087850"/>
            <a:ext cx="1576973" cy="476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Consideration*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061143-D3EE-4BD1-8899-907B5490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835" y="6697017"/>
            <a:ext cx="798725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259D131-4E10-43F0-84BC-33DFCA9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123" y="6711305"/>
            <a:ext cx="770150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92775F4-EE9D-4D52-9563-8425BF4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440" y="6061338"/>
            <a:ext cx="2828008" cy="700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BF8DBA-B4C2-4C92-9E91-F33767B1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727" y="6075626"/>
            <a:ext cx="2799433" cy="672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 fail.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Change reaction + cooling?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9DE16A-4DB5-45FB-A4B8-46CE727F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0" y="7296023"/>
            <a:ext cx="1605548" cy="676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7356C73-FAC3-4EA3-96BF-A7D4481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7" y="7310310"/>
            <a:ext cx="1576973" cy="64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Next experiment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(batch 10)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752E926-5BD7-4340-8444-3CAD490B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57" y="7271573"/>
            <a:ext cx="2546842" cy="3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BAFC07-F88E-4D91-84E8-730AE4E4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144" y="7285861"/>
            <a:ext cx="2518267" cy="3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Cooling endpoint: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B2FAB5-6741-4B5A-A686-A622A80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103" y="7711659"/>
            <a:ext cx="798725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97F262-B01B-41E1-87C7-EEAE548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90" y="7725947"/>
            <a:ext cx="770150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260 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FC217F8-108F-47D5-97DF-ED3A1D1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156" y="7711659"/>
            <a:ext cx="884297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19EA1F6-7B1A-49C9-A6E4-10A9654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444" y="7725947"/>
            <a:ext cx="855722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250 K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1C2D144-B47E-4496-A481-D2465254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841" y="7564964"/>
            <a:ext cx="1336607" cy="7253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1144ED-80B6-47D4-AA0C-6E2D64BF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28" y="7579251"/>
            <a:ext cx="1308032" cy="69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Other settings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7D7892E-AD23-4041-A156-3B83F6B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862" y="7296023"/>
            <a:ext cx="1446628" cy="676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91E854D-3FA0-4C10-97FE-CFBF361C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50" y="7310310"/>
            <a:ext cx="1418053" cy="64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Next experiment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(batch 20)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AC9159A-925C-4EBE-B2CC-83F4E48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835" y="7296023"/>
            <a:ext cx="2180104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02FD196-04ED-42AD-8FBB-8158AEA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123" y="7310310"/>
            <a:ext cx="2151529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Heating: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39CB66-CCF1-409C-8BFF-0E197C27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386" y="7626087"/>
            <a:ext cx="2290126" cy="27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6A3E9BE-25D3-4951-BC02-AF97C03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674" y="7640374"/>
            <a:ext cx="2261551" cy="24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390 K / 30 min → 410 K / 20 min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884EA5-4F8A-47B4-A0C9-6F14CDB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3531" y="7296023"/>
            <a:ext cx="1764468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17A6937-BC34-4BB0-B846-B18CC48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7818" y="7310310"/>
            <a:ext cx="1735893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Cooling: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F3F9A91-5FAD-4B75-8DED-1F30910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081" y="7613862"/>
            <a:ext cx="1776693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9751654-A12D-428A-9442-30D2FE8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369" y="7628150"/>
            <a:ext cx="1748118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Direct → Staged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12272B2-9E07-4B4E-9881-965B513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081" y="8286215"/>
            <a:ext cx="1740019" cy="27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6BF99A9-1E4E-42CC-9F92-1EA60C6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369" y="8300503"/>
            <a:ext cx="1711444" cy="24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320 → 290 → 260 K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3ACDF05-1D53-47CC-95D2-9F20F3E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643" y="8897445"/>
            <a:ext cx="615356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C89F75A-DFC2-487E-BE1D-0DDE4F00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930" y="8911733"/>
            <a:ext cx="586781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66721B9-C494-4CBE-A67E-4AF6EF1C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675" y="8897445"/>
            <a:ext cx="615356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7C9D15A-DE0C-432C-A8C2-A8ED705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63" y="8911733"/>
            <a:ext cx="586781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D26E8A7-BF46-4962-8E8A-E1CB238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932" y="8897445"/>
            <a:ext cx="627580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49A73B-47D2-4807-89A6-EDC8069E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19" y="8911733"/>
            <a:ext cx="599005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51837D9-1992-4A01-967A-7014C2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739" y="8897445"/>
            <a:ext cx="725377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44F050-E28B-4A62-AC21-E4A0FE13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27" y="8911733"/>
            <a:ext cx="696802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Assay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715A7D9-3C61-4E52-8D29-1FB0387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290" y="9105263"/>
            <a:ext cx="566457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47E2446-AB21-44B3-A7DB-CC0E15E3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578" y="9119551"/>
            <a:ext cx="537882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53453A-5661-4013-B695-FEF8208E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643" y="9105263"/>
            <a:ext cx="884297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38EAAFC-CBD4-4F53-8906-0432FCE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930" y="9119551"/>
            <a:ext cx="855722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Quench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A2947B5-9531-4571-A29B-8D9A796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162" y="9105263"/>
            <a:ext cx="615356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BED0B4D-8ADC-4A98-84F0-20B666E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449" y="9119551"/>
            <a:ext cx="586781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C54C2C4-BDF2-43A3-A8BF-681C7576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210" y="9105263"/>
            <a:ext cx="542008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692724E-442C-48E5-B580-1AA10549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497" y="9119551"/>
            <a:ext cx="513433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23F4854-8F5D-4BB5-8059-D7705A7F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033" y="9105263"/>
            <a:ext cx="627580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42E526B-C4DE-4381-9A36-E9017391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321" y="9119551"/>
            <a:ext cx="599005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ABD2CC9-B875-465A-9876-E86F9ECE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4632" y="9105263"/>
            <a:ext cx="603131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9EC581F-388A-4456-9983-97D4146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920" y="9119551"/>
            <a:ext cx="574556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3DBD76A-603B-4F7C-81D8-EB129CF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8130" y="9105263"/>
            <a:ext cx="688703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7A74201-6D20-485C-BD0A-465BAF58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417" y="9119551"/>
            <a:ext cx="660128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Assay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F4C4906-37B4-4583-ABB9-C591E8C1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0" y="9692044"/>
            <a:ext cx="1519976" cy="664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D679B98-42EB-4B7B-BB4A-E3441E53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7" y="9706332"/>
            <a:ext cx="1491401" cy="635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(batch 10)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3188B2A-7ADC-4200-AD00-0C5121E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04" y="9692044"/>
            <a:ext cx="1104340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0D63E3F-C766-424B-AB6B-66207F2B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92" y="9706332"/>
            <a:ext cx="1075765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2B9310A-92EB-4532-ACA4-E749E9A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04" y="9997659"/>
            <a:ext cx="1104340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8D2AE29-FC2E-4D3D-B19C-B495B85D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92" y="10011947"/>
            <a:ext cx="1075765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51.2%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16D2D3E-266E-4B43-A345-D5604B97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07" y="9692044"/>
            <a:ext cx="1092115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59CFDC3-FDDE-4B2D-BC09-47F427E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995" y="9706332"/>
            <a:ext cx="1063540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5AF0B29-5B9C-4FCC-B322-94378A47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07" y="9997659"/>
            <a:ext cx="1092115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73E079C-4A5D-4F0E-9CFC-0D611B33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995" y="10011947"/>
            <a:ext cx="1063540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45.7%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F187223-7AA0-4477-9B55-85F43C55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99" y="9850964"/>
            <a:ext cx="762051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014CEF3-F492-41DE-AA54-0BD17183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786" y="9865251"/>
            <a:ext cx="733476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9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9DB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857ED3F-E033-4E4E-B992-3BC74B40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862" y="9692044"/>
            <a:ext cx="1422179" cy="676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4D5BE8F-E2B3-433F-8BAB-DD459DF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50" y="9706332"/>
            <a:ext cx="1393604" cy="64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Outcome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(batch 20)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3DD26DF-59F6-472F-A512-A68BF6D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814" y="9692044"/>
            <a:ext cx="1336607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8312FD4-1551-4677-B5E2-9A0EBEB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102" y="9706332"/>
            <a:ext cx="1308032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8D4C68C-3CFF-47D1-9A92-73E5C9A1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814" y="9997659"/>
            <a:ext cx="1336607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2FE1D6C-7A37-4AD5-8C8A-D65BD724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102" y="10011947"/>
            <a:ext cx="1308032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52.9%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AFC7894-5E25-4DE7-A142-56C364FC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948" y="9692044"/>
            <a:ext cx="1226586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4B23695-5B8E-4B41-A5AB-EE124966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235" y="9706332"/>
            <a:ext cx="1198011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2CCE388-23C6-4D6D-A367-E0F266E4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948" y="9997659"/>
            <a:ext cx="1226586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F149CEA-925E-469B-A7E2-BC5E9EB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235" y="10011947"/>
            <a:ext cx="1198011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9DB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DB4"/>
                </a:solidFill>
                <a:latin typeface="Arial"/>
                <a:ea typeface="Arial"/>
                <a:cs typeface="Arial"/>
              </a:rPr>
              <a:t>21.5%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5A56FA2-3970-4F28-A874-B996A50E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124" y="9716493"/>
            <a:ext cx="1678896" cy="6398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C2A7DCF-3C2E-4923-B91C-8CDC8FD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3412" y="9730781"/>
            <a:ext cx="1650321" cy="611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First quality-feasible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0895DBC-D663-4E37-B11D-ED56F69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076" y="10572215"/>
            <a:ext cx="6764329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AD16E5E-15BA-4789-86E3-FB3E859F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364" y="10586503"/>
            <a:ext cx="6735754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* Illustrative considerations; immediate thoughts were not logged.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BE8B941-0262-4311-A56D-852436A5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1" y="11136610"/>
            <a:ext cx="427861" cy="440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855E315-E87F-41B5-BF02-E1F12BBC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1" y="11136610"/>
            <a:ext cx="427861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FA304A7-3AD8-4BB8-9ADA-09192AA0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87" y="11134547"/>
            <a:ext cx="12644361" cy="45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A02A289-2CC9-4630-B172-9E67AE4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4" y="11148834"/>
            <a:ext cx="12615786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Selected recipes and independent retest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2E8B1FB-EC85-47DB-8656-FB75880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49" y="11672429"/>
            <a:ext cx="6214222" cy="370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68297D0-7038-4B62-87DE-F4815BC7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36" y="11686717"/>
            <a:ext cx="6185647" cy="342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Selected batch 10 (12-batch campaign)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A6F2BC9-367C-4EC2-AF31-DEEA2569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429" y="11672429"/>
            <a:ext cx="6275345" cy="370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C7EB206-24CA-4BAB-8F01-0ED4D1F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717" y="11686717"/>
            <a:ext cx="6246770" cy="342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Selected batch 23 (24-batch campaign)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5706189-6377-469F-956A-B6739507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75" y="12613723"/>
            <a:ext cx="1116564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F2ACECC-65E4-4D86-B9B6-67BFE7E3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63" y="12628011"/>
            <a:ext cx="1087989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S1 / C3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C20CB8F-C776-43C4-A36F-344C90A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15" y="12479253"/>
            <a:ext cx="1532201" cy="529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5942076-DCE6-4017-9A29-D253BD2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03" y="12493540"/>
            <a:ext cx="1503626" cy="50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360 K, 60 min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82725A5-880D-4724-8AAF-EBF2DD9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231" y="12479253"/>
            <a:ext cx="762051" cy="529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BE4814C-DE0D-488B-AD7E-4C60FD3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519" y="12493540"/>
            <a:ext cx="733476" cy="50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Seed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20 mg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A64D881-BB86-4C42-AF9B-DC75ABAD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301" y="12479253"/>
            <a:ext cx="1764468" cy="529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ABFF87C-68F1-436E-9816-60D8F4D0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588" y="12493540"/>
            <a:ext cx="1735893" cy="50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directly to 250 K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D5B59EC-5D15-4E32-8D91-9EC760C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317" y="12479253"/>
            <a:ext cx="664254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3DA201F-63ED-4562-8F1C-7BE4F41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604" y="12493540"/>
            <a:ext cx="635679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6837314-4BD4-4A50-AA95-BDD9E07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429" y="12613723"/>
            <a:ext cx="933195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7F0E9EC-05AE-4BEC-A307-A6FE1092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717" y="12628011"/>
            <a:ext cx="904620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S2 / C1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A755008-D99C-45DF-A755-E6FCC28C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130" y="12479253"/>
            <a:ext cx="1385505" cy="578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1C32B64-A926-407A-BEE7-9DB2FC4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417" y="12493540"/>
            <a:ext cx="1356930" cy="550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450 K, 15 min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93BBEE5-A293-429D-9F8E-7713F511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611" y="12479253"/>
            <a:ext cx="884297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966056C-0948-430B-B203-EC74307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898" y="12493540"/>
            <a:ext cx="855722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Quench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66D70AD-9B30-40CE-B61C-012F443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02" y="12479253"/>
            <a:ext cx="859848" cy="590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45C7732-33DA-45CF-A050-17214D1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989" y="12493540"/>
            <a:ext cx="831273" cy="562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Seed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50 mg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34C8450-9E8F-4D4B-B039-1F8F11B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648" y="12479253"/>
            <a:ext cx="1825591" cy="529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8319A95-CD4A-4D4D-961F-BC79472A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936" y="12493540"/>
            <a:ext cx="1797016" cy="50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Cool</a:t>
            </a:r>
          </a:p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310 → 280 → 250 K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8D7C56D-31A1-4EC7-8EE9-8F2F365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1541" y="12479253"/>
            <a:ext cx="639805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4B00B5A-23DA-4230-9669-70B6B07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5829" y="12493540"/>
            <a:ext cx="611230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0EE89CA-0CBA-418C-A67E-8982B499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04" y="13200504"/>
            <a:ext cx="3292543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AFDBE5A-CB0C-466A-98BF-58F58061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92" y="13214791"/>
            <a:ext cx="3263968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Independent retest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DB136F4-604C-4781-B303-C8B3992A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06" y="13542793"/>
            <a:ext cx="1275484" cy="334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7BC606E-9496-4A89-B7E5-CC776B54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93" y="13557080"/>
            <a:ext cx="1246909" cy="305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84AB6BA-A37F-4DC9-8700-C4808D6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06" y="13860632"/>
            <a:ext cx="1275484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9451C5E-A0FC-4CAE-BE8F-9F381BFA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93" y="13874920"/>
            <a:ext cx="1246909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5C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5CED"/>
                </a:solidFill>
                <a:latin typeface="Arial"/>
                <a:ea typeface="Arial"/>
                <a:cs typeface="Arial"/>
              </a:rPr>
              <a:t>50.4%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0CA5C4D-703E-4A32-BCC6-4A64BA4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221" y="13542793"/>
            <a:ext cx="1116564" cy="334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756E957-386C-4086-BEFA-099CBD3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08" y="13557080"/>
            <a:ext cx="1087989" cy="305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47D7C27-D6C2-434B-8FEE-12F9B83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221" y="13860632"/>
            <a:ext cx="1116564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E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B70CF2F-7CE8-47A4-BC46-5A7BEB9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08" y="13874920"/>
            <a:ext cx="1087989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5C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5CED"/>
                </a:solidFill>
                <a:latin typeface="Arial"/>
                <a:ea typeface="Arial"/>
                <a:cs typeface="Arial"/>
              </a:rPr>
              <a:t>46.2%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8606CB4-480B-4762-B420-CB6AFF51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060" y="13200504"/>
            <a:ext cx="3439238" cy="34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9D3D1A1-6F11-41AC-9557-F1B054A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348" y="13214791"/>
            <a:ext cx="3410663" cy="31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Independent retest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A06D00B-5C6A-49BF-9B34-9EA8D382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563" y="13542793"/>
            <a:ext cx="1422179" cy="334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A9E3219-E8BE-4240-A712-412DF90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850" y="13557080"/>
            <a:ext cx="1393604" cy="305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547EBFB-770B-432A-995E-514AC338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563" y="13860632"/>
            <a:ext cx="1422179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EC70554-6891-42CA-96C1-56811EEC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850" y="13874920"/>
            <a:ext cx="1393604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98A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AD"/>
                </a:solidFill>
                <a:latin typeface="Arial"/>
                <a:ea typeface="Arial"/>
                <a:cs typeface="Arial"/>
              </a:rPr>
              <a:t>58.1%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2A4AAE4-1D0F-4162-B4BA-7CF73A4F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199" y="13542793"/>
            <a:ext cx="1043217" cy="334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7E095AA-21FD-4619-81BB-05CA733E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487" y="13557080"/>
            <a:ext cx="1014642" cy="305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81F1851-1ABC-4648-B326-32E8FA2D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199" y="13860632"/>
            <a:ext cx="1043217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B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DBB03F0-84D2-4284-B46F-F210A721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487" y="13874920"/>
            <a:ext cx="1014642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98A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AD"/>
                </a:solidFill>
                <a:latin typeface="Arial"/>
                <a:ea typeface="Arial"/>
                <a:cs typeface="Arial"/>
              </a:rPr>
              <a:t>19.3%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15DC7C8-4983-4F82-B55A-F5FF1AAB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033" y="14545210"/>
            <a:ext cx="4893965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66658C5-73C4-4061-A09A-0AF3A4D5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321" y="14559497"/>
            <a:ext cx="4865390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Both selected recipes meet quality constraints.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544EF8F-06A5-4510-9144-18074445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771" y="14484087"/>
            <a:ext cx="4563901" cy="529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1CB23CB-BE49-4979-A966-38BF083C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059" y="14498374"/>
            <a:ext cx="4535326" cy="50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Heating values are requested targets,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not measured temperatures.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5F71BBF-D5AF-4D40-B831-10AE2267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78" y="15254237"/>
            <a:ext cx="13194468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1796D64-41DF-4038-8600-7B0E144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6" y="15268524"/>
            <a:ext cx="13165893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Selected illustrative case; independent sessions. Fines: particles &lt;20 micrometres.</a:t>
            </a:r>
          </a:p>
        </p:txBody>
      </p:sp>
      <p:pic>
        <p:nvPicPr>
          <p:cNvPr id="4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fcc272d4d4451"/>
          <a:stretch xmlns:a="http://schemas.openxmlformats.org/drawingml/2006/main"/>
        </p:blipFill>
        <p:spPr>
          <a:xfrm xmlns:a="http://schemas.openxmlformats.org/drawingml/2006/main">
            <a:off x="11711166" y="7958214"/>
            <a:ext cx="1613647" cy="342289"/>
          </a:xfrm>
          <a:prstGeom xmlns:a="http://schemas.openxmlformats.org/drawingml/2006/main" prst="rect">
            <a:avLst/>
          </a:prstGeom>
        </p:spPr>
      </p:pic>
      <p:pic>
        <p:nvPicPr>
          <p:cNvPr id="4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eac9b698a48d8"/>
          <a:stretch xmlns:a="http://schemas.openxmlformats.org/drawingml/2006/main"/>
        </p:blipFill>
        <p:spPr>
          <a:xfrm xmlns:a="http://schemas.openxmlformats.org/drawingml/2006/main">
            <a:off x="293390" y="12090128"/>
            <a:ext cx="13153668" cy="4523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1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160D25-FDD4-4CE7-83D2-40D9D02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428625" y="619125"/>
          <a:ext xmlns:a="http://schemas.openxmlformats.org/drawingml/2006/main" cx="638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2dd0b8439f426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0443F-DFC1-4A89-B9FE-47BC240D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Other nine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650B9-A83F-4981-85CC-4DDED71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Dilute three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6F425-5FC8-4701-8189-F9844EF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72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Points: five worlds; short lines: means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ECEDC-D095-4985-B324-15A6AD7A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7286625" y="619125"/>
          <a:ext xmlns:a="http://schemas.openxmlformats.org/drawingml/2006/main" cx="638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70380814654f0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91854-ED76-4D5E-A96A-9FE80F53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Other nine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A83F-32AD-405C-9624-8EC0DED3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Dilute three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D2BE0-0BCF-49A0-A697-4CFE57B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720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 line: nominal 80%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859D1-685A-4D52-A872-EBB13C8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B5D67-67EF-4BE1-8082-2EAD1203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3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25517-01BB-4F67-A36A-D1B9207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8DA90-485B-42AD-BB7F-BA3DC70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33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3049D-5A7B-4EEC-925B-5CE857B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FCA2F-048D-4159-BF46-16D3164E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34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7027B-B24E-448F-9053-3FCDCE41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D8BC5-F257-4647-813F-C7542D58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96393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1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2381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86f80699414e18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C16C9-BB0F-4E05-B96D-BB80986D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30543-AC59-43AE-B1BC-5931570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067425"/>
            <a:ext cx="96393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2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29432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8facb1ed2c467b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77E12-9161-4860-8D50-6D9651B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3FFF3-43BD-4FE9-A548-0C61B6F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6067425"/>
            <a:ext cx="96393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3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56483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41ee0c60004b79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500B40-AF26-4067-95DA-C4F177D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0DE4F-1B0A-4489-A5FF-C56C88E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067425"/>
            <a:ext cx="96393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4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83534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efbac3839e4b30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6557A8-1A8A-452E-8F04-1424828A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AC5BD7-EDE7-4ABF-A79E-A674C3A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067425"/>
            <a:ext cx="96393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5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mlns:a="http://schemas.openxmlformats.org/drawingml/2006/main" x="110585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891697ec494637"/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E14B3-E196-4FF1-A793-99EC3CF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06000"/>
            <a:ext cx="1257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Information conditions use the same colors throughout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8905A-8EDC-4ECE-BCC4-2C5C6D1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984526-F095-4B48-8584-6F6A6C52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2870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 mean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2EE5E-4A55-4CD2-95DF-C9F3E4F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477500"/>
            <a:ext cx="419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D7DDE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8B09F1-0AEE-4B24-B4E8-7AAD2DB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028700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Observed source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8E7894-8E4F-4E2D-9A7A-6700BF12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 and 80% interval</a:t>
            </a:r>
          </a:p>
        </p:txBody>
      </p:sp>
    </p:spTree>
    <p:extLst>
      <p:ext uri="{BB962C8B-B14F-4D97-AF65-F5344CB8AC3E}">
        <p14:creationId xmlns:p14="http://schemas.microsoft.com/office/powerpoint/2010/main" val="1711700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338369-08D5-45B0-A4B2-6E7853B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3D333-43E3-4CE2-A35C-8F216FB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"/>
            <a:ext cx="107442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28575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99347d7e3245e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C8258-BCEE-444B-9B5D-EFCE05EB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26/30 lower 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9932E-3318-4055-AAF7-6FB4765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83914-2C80-405F-8AF8-BED91E0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0500"/>
            <a:ext cx="853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Purity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361950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2989dc50674e1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EEBC-91FC-46B1-8272-D195E374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0/30 lower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8049C-4925-4FC0-8BED-7E3892E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F4170-F2FC-441B-98F9-C2D50E78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Size index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695325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3d0d4fed24f48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77774-9A96-4BF3-9ED8-956E332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4/30 lower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411EB-B829-4059-9FED-3E4E29B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E27AA-3B4F-4969-B8B7-4D49712A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05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1028700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7b21f73cae46f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1F7E5-39AB-4F0C-AEFE-13C4001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910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21/30 lower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591DB-8FD7-45E4-9944-478CA7B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4768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81000" y="6000750"/>
          <a:ext xmlns:a="http://schemas.openxmlformats.org/drawingml/2006/main" cx="623887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a5afcb281e4d3a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8D963-8AE2-403E-A57D-7B3B855D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1C39D-D464-4533-A3E6-B81C5722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EBCB5-500A-44DB-B55A-3BEC5DC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12 batches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656C9-555B-462D-AB13-D02719C5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24 batches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18807-C956-4696-8342-23B8863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335/360 point forecasts below reference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F6CF3-CEB3-462B-B841-26866480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DDCF4-7921-4F00-85BC-A34D3DE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341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Forecast preserves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02406-FA5F-4489-BAF6-44C32C4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341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Forecast changes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8D5BB-D7FC-40ED-BB79-F9864560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905625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</a:t>
            </a:r>
          </a:p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stays near</a:t>
            </a:r>
          </a:p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DDBBF-58CE-4391-8AF2-11BC1A6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334375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</a:t>
            </a:r>
          </a:p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leaves source</a:t>
            </a:r>
          </a:p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regime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4D00F-39A3-4327-9101-78E66C4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15125"/>
            <a:ext cx="4667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E1B8C-3FFA-441F-9943-CB8C49E9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096250"/>
            <a:ext cx="4667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DF535-0582-403A-9F43-B3264203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525000"/>
            <a:ext cx="4667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E45DB-D9EF-41DB-9079-5698AFF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15125"/>
            <a:ext cx="953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739E0A-9693-4FDA-A3ED-0288CB1D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715125"/>
            <a:ext cx="953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3B68D-5E6F-4375-8900-5BDFF7EA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715125"/>
            <a:ext cx="953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72C912-D61A-4E5E-8F81-8B6E1D80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038975"/>
            <a:ext cx="2105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Appropriate</a:t>
            </a:r>
          </a:p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preservation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C28BD0-3069-4B7D-87C1-4656A449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00087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Unnecessary change</a:t>
            </a:r>
          </a:p>
          <a:p xmlns:a="http://schemas.openxmlformats.org/drawingml/2006/main">
            <a:pPr algn="ctr">
              <a:defRPr sz="135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Crystal purity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1CB35-9B00-4D63-B829-C95F47E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448675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Unwarranted extension</a:t>
            </a:r>
          </a:p>
          <a:p xmlns:a="http://schemas.openxmlformats.org/drawingml/2006/main">
            <a:pPr algn="ctr">
              <a:defRPr sz="135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Dilute equilibrium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56D466-222B-44A3-B070-87FEB4D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448675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Appropriate</a:t>
            </a:r>
          </a:p>
          <a:p xmlns:a="http://schemas.openxmlformats.org/drawingml/2006/main">
            <a:pPr algn="ctr">
              <a:defRPr sz="1500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A9AF43-8831-4492-9214-A8109D8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9791700"/>
            <a:ext cx="402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Conceptual interpretation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E2416E-47EC-4547-A334-5E846B3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94F3C4-B5BA-4192-9E85-E1293D24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29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66848E-288B-4E2B-96A4-A0AA3A34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BB6ED-C510-45E7-AD8B-948A3A6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29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F8CB00-63B8-4279-977F-58CBCD96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8D2292-F827-4FDD-903E-1D9B3A80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029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</p:spTree>
    <p:extLst>
      <p:ext uri="{BB962C8B-B14F-4D97-AF65-F5344CB8AC3E}">
        <p14:creationId xmlns:p14="http://schemas.microsoft.com/office/powerpoint/2010/main" val="788091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16ac5682b4fbb"/>
          <a:stretch xmlns:a="http://schemas.openxmlformats.org/drawingml/2006/main"/>
        </p:blipFill>
        <p:spPr>
          <a:xfrm xmlns:a="http://schemas.openxmlformats.org/drawingml/2006/main">
            <a:off x="0" y="0"/>
            <a:ext cx="13716000" cy="158430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9734B-4ABB-470B-B21F-35BFC61C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73348"/>
            <a:ext cx="415636" cy="415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EE09-8AAB-4F91-A2E0-6EDE5BD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73348"/>
            <a:ext cx="415636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D32F9-4825-4E78-98AE-C11BF239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85" y="59060"/>
            <a:ext cx="12571014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92F61-0FFB-4A55-AEED-DD7123E9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73" y="73348"/>
            <a:ext cx="12542439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A new intervention: does reheating reduce fines?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F7C31-682A-4686-B833-EB049336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3" y="1195948"/>
            <a:ext cx="2705762" cy="859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899CC-3B43-417A-A8C7-762B4AF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81" y="1210235"/>
            <a:ext cx="2677187" cy="831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Same preceding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crystallization recipe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32F45-B8E2-45FB-92DD-3BD687D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215" y="609167"/>
            <a:ext cx="3011377" cy="4319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F76E3-919C-4EE5-957D-442F2FAD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503" y="623455"/>
            <a:ext cx="2982802" cy="4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Low-temperature 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930DE-0E59-43D6-B4F0-2DD3CD4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937" y="1293745"/>
            <a:ext cx="2057858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A4A3A-70DE-4E1A-99E4-AE7F68B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225" y="1308032"/>
            <a:ext cx="2029283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278.15 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C59BE-6BCB-439E-A14B-2C2D1CC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835" y="1917199"/>
            <a:ext cx="1898939" cy="3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7B536-B520-4178-A58D-D7CB2D74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123" y="1931487"/>
            <a:ext cx="1870364" cy="3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 2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1FD8E-094B-4B3E-8E23-CD8BA65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654" y="609167"/>
            <a:ext cx="3451463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5E0D5-1AB9-437D-97DD-F144F87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941" y="623455"/>
            <a:ext cx="3422888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Reheat + recool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48F25-46B3-4232-AC3D-C2648AB9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092" y="1073702"/>
            <a:ext cx="1678896" cy="321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CA975-4E32-49C0-866B-AD91C0FE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380" y="1087989"/>
            <a:ext cx="1650321" cy="2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315 K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58319-1283-4492-B57F-555F5840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857" y="1513787"/>
            <a:ext cx="1177687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03599-F1A9-45E8-808F-67FE8493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144" y="1528075"/>
            <a:ext cx="1149112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278.15 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D092E-6702-4495-864A-BE541C33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349" y="1513787"/>
            <a:ext cx="1202136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CBCCE-99F1-43F9-91DA-F407F273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36" y="1528075"/>
            <a:ext cx="1173561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278.15 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75C2F-5BC3-42B2-8F6A-7F8259F9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044" y="1990547"/>
            <a:ext cx="1189912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4C26D-9C43-4DF7-9B5D-D242B28B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32" y="2004834"/>
            <a:ext cx="1161337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Heat 1 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9F237-6B29-415F-814C-FD9BECDF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65" y="1990547"/>
            <a:ext cx="1422179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7FACF-D0B0-4250-8CA3-81DE4626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652" y="2004834"/>
            <a:ext cx="1393604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Recool 1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8D74F6-DBFD-40C6-8635-636000F8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547" y="1122600"/>
            <a:ext cx="2241227" cy="810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1DFA4-74E4-454F-993E-F6856F1F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834" y="1136888"/>
            <a:ext cx="2212652" cy="782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All comparisons:</a:t>
            </a:r>
          </a:p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 → reheat + recool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EC571-D25A-4811-9D38-20AE5774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2738310"/>
            <a:ext cx="403412" cy="427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83C92-1259-4E6B-A3FE-BF1627D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2738310"/>
            <a:ext cx="403412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05D5A-58D6-4970-91DA-0DB54CDF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1" y="2724023"/>
            <a:ext cx="12546564" cy="45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E01D4-C63C-4081-9C53-F1F70FA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48" y="2738310"/>
            <a:ext cx="12517989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Sealed forecasts, then recorded reflection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67C2D-ABFB-4625-8E28-8F90E6A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5" y="3286354"/>
            <a:ext cx="6018628" cy="46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05BCF-D03A-4A55-BB91-6D86CD2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82" y="3300642"/>
            <a:ext cx="5990053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12-batch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099222-44A9-49AB-B704-AFE7C55D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573" y="3286354"/>
            <a:ext cx="6091976" cy="46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61215B-F334-4C28-BAAF-AAE05C4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861" y="3300642"/>
            <a:ext cx="6063401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24-batch session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801B52-126B-4069-BA64-B3E0EAEE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5" y="3885360"/>
            <a:ext cx="4600575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6FA3E0-445F-4F42-84A5-8711B51E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82" y="3899647"/>
            <a:ext cx="4572000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Predicted fines fraction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744DD2-C72B-4CC3-BEAD-7718C68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349" y="3885360"/>
            <a:ext cx="4735046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D8BED2-316E-4014-8470-4B90B19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636" y="3899647"/>
            <a:ext cx="4706471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Predicted fines fraction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BF1309-E1FB-4FE1-B6B6-A7A984C3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29" y="4288771"/>
            <a:ext cx="3243645" cy="688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C5080A-C38B-4F86-B9B9-6B80497E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16" y="4303059"/>
            <a:ext cx="3215070" cy="660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5C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5CED"/>
                </a:solidFill>
                <a:latin typeface="Arial"/>
                <a:ea typeface="Arial"/>
                <a:cs typeface="Arial"/>
              </a:rPr>
              <a:t>17% → 12%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FA57B6-497B-49A5-A2DE-95EFB554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830" y="4288771"/>
            <a:ext cx="3390340" cy="688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D39EB-670D-489C-B16F-A5AC72A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118" y="4303059"/>
            <a:ext cx="3361765" cy="660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98A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AD"/>
                </a:solidFill>
                <a:latin typeface="Arial"/>
                <a:ea typeface="Arial"/>
                <a:cs typeface="Arial"/>
              </a:rPr>
              <a:t>49% → 35%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456D54-F43A-4724-BA35-2B23855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525" y="5144493"/>
            <a:ext cx="8035687" cy="3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2C24E4-6112-4146-8EA9-09F71C41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813" y="5158781"/>
            <a:ext cx="8007112" cy="3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Expected: small particles dissolve preferentially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B4FD76-CFDE-4D40-ABCF-54511BD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958" y="5963541"/>
            <a:ext cx="4453880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5592D1-5339-487A-ACBF-B3F6045C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46" y="5977829"/>
            <a:ext cx="4425305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Predictions sealed     |     No truth feedback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86BD1B-768F-49BC-B6FD-AE5ED2B2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70" y="6648119"/>
            <a:ext cx="7705623" cy="419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BC4B94-71E6-44DC-A082-2BE1A27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957" y="6662406"/>
            <a:ext cx="7677048" cy="391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Which prediction is least reliable, and why?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5A9E0B-6F88-4AA2-9364-CE6560A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060" y="7271573"/>
            <a:ext cx="3952671" cy="8109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6CE156-1E22-49DD-940F-4BD2AD9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348" y="7285861"/>
            <a:ext cx="3924096" cy="782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Thermal cycling was untested;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seed survival was assumed.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DADB33-8DEC-493D-B5FC-11DFFCF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183" y="7247124"/>
            <a:ext cx="3854874" cy="872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DAA257-0EB5-4F6B-8BEF-7C0557D1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471" y="7261412"/>
            <a:ext cx="3826299" cy="843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Batch 8 gave no improvement.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I underused this negative evidence.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627079-4C9D-4211-82FF-BE0074CD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64" y="8176194"/>
            <a:ext cx="982094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33D314-BD05-4A5C-AF16-B3A7BB4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51" y="8190481"/>
            <a:ext cx="953519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9C2CF0-CEB4-44AB-9C8A-2F76DE66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167" y="8176194"/>
            <a:ext cx="994318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31FF73-B855-485B-8549-31EE79A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455" y="8190481"/>
            <a:ext cx="965743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9DA0A1-901B-40F0-949A-921C258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632" y="8102846"/>
            <a:ext cx="3915997" cy="4319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DB4176-02F4-4766-B876-0C13D893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920" y="8117134"/>
            <a:ext cx="3887422" cy="4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2B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2B20"/>
                </a:solidFill>
                <a:latin typeface="Arial"/>
                <a:ea typeface="Arial"/>
                <a:cs typeface="Arial"/>
              </a:rPr>
              <a:t>Even the direction is uncertain.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55A129-F71F-4D18-821E-6ECBB99B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809" y="8555156"/>
            <a:ext cx="7803420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C42C95-19E1-465F-B2C4-83B879F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096" y="8569444"/>
            <a:ext cx="7774845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Recorded retrospective answers, condensed; not verbatim quotations.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EC86DE-06EE-4D97-BEBE-25A6319F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9217348"/>
            <a:ext cx="415636" cy="427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CFEA78-F132-4A13-9044-657B318E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9217348"/>
            <a:ext cx="415636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897937-3642-4295-BD22-CEC572D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11" y="9203060"/>
            <a:ext cx="12583238" cy="45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B33980-F099-44B5-B845-A18CED6D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99" y="9217348"/>
            <a:ext cx="12554663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One experiment to distinguish explanations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0F90C4-80F8-4C40-8A7C-70B5594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44" y="9716493"/>
            <a:ext cx="2510169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622573-AE23-43AF-B043-CFD7C9D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32" y="9730781"/>
            <a:ext cx="2481594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24-batch session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A691AE-7027-4A3C-9F42-FB0F274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680" y="9716493"/>
            <a:ext cx="7448907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269732-FBC4-448E-94C7-A9CD113B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968" y="9730781"/>
            <a:ext cx="7420332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Proposed only – not executed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E8AF31-029A-4588-8B32-CF65FD2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354" y="10266600"/>
            <a:ext cx="6385366" cy="370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614077-B643-44D4-8240-26A88DB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642" y="10280888"/>
            <a:ext cx="6356791" cy="342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Keep batch 23 upstream conditions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E0E9EA-D3E3-433E-A142-5DC39A39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8" y="11709103"/>
            <a:ext cx="969869" cy="444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CEEED9-5D4A-4692-BF80-7E32AE7B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96" y="11723390"/>
            <a:ext cx="941294" cy="415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9A9E5D8-A730-449B-A017-EBF6B82A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381" y="11269017"/>
            <a:ext cx="2045634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0D1829-C7DF-4D66-9344-CC235AC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668" y="11283305"/>
            <a:ext cx="2017059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Staged cooling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C96018-3E74-49E7-B8A7-26F4522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14" y="10767809"/>
            <a:ext cx="1703345" cy="38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F9310C-6FCB-4C6C-B8E5-C6ACDA28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102" y="10782096"/>
            <a:ext cx="1674770" cy="35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98A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98AD"/>
                </a:solidFill>
                <a:latin typeface="Arial"/>
                <a:ea typeface="Arial"/>
                <a:cs typeface="Arial"/>
              </a:rPr>
              <a:t>replace with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399738-8124-4BD1-88EF-157E3974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595" y="10767809"/>
            <a:ext cx="1972286" cy="3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AF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BC27D9-DE5A-4384-B7A4-45D8F3DB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882" y="10782096"/>
            <a:ext cx="1943711" cy="3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Direct to 250 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9C6E29-A9D8-4A37-BC91-8560EB5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044" y="11831349"/>
            <a:ext cx="7106618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105967-FB0A-4062-A34B-58FED845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332" y="11845636"/>
            <a:ext cx="7078043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Expected interpretations proposed by the agent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51550F-AA03-4E19-B535-54254A3D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039" y="12308108"/>
            <a:ext cx="3292543" cy="737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D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16C142-0414-43E3-86EC-1BC74D26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326" y="12322396"/>
            <a:ext cx="3263968" cy="709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 + quality retained</a:t>
            </a:r>
          </a:p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→ Upstream dominates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5DF3A2F-8152-4750-80C6-AA11F600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69" y="12308108"/>
            <a:ext cx="3292543" cy="737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D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7F449F-42FE-4019-BEA2-B7A6EA3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257" y="12322396"/>
            <a:ext cx="3263968" cy="709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 retained; fines rise</a:t>
            </a:r>
          </a:p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→ Staging matters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0650EA-1261-4A32-8253-6665DC2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573" y="12308108"/>
            <a:ext cx="3414789" cy="737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D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5E00AC-9AE8-4393-84BB-4F876B7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861" y="12322396"/>
            <a:ext cx="3386214" cy="709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Recovery + quality worsen</a:t>
            </a:r>
          </a:p>
          <a:p xmlns:a="http://schemas.openxmlformats.org/drawingml/2006/main">
            <a:pPr algn="ctr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→ Interaction possible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A6986E-DA03-4DAA-9F1F-3E6FD8C8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13361487"/>
            <a:ext cx="403412" cy="440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1CD1669-9987-4A84-9083-EC1EAAF3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0" y="13361487"/>
            <a:ext cx="403412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52662D-4603-4FAA-8C95-D30CEEC7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11" y="13347199"/>
            <a:ext cx="3243645" cy="46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8E48D8-8854-49E3-AAF0-A83E3B8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99" y="13361487"/>
            <a:ext cx="3215070" cy="44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450"/>
                </a:solidFill>
                <a:latin typeface="Arial"/>
                <a:ea typeface="Arial"/>
                <a:cs typeface="Arial"/>
              </a:rPr>
              <a:t>Evaluator reference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9D4A22E-6A59-49C8-BF50-F222014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953" y="13408322"/>
            <a:ext cx="9270372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753EE04-B411-4356-8130-47EF0D6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241" y="13422610"/>
            <a:ext cx="9241797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Unavailable during prediction and reflection.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BB5CBF-3877-4BF7-BFEF-58BB41F5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96" y="14056226"/>
            <a:ext cx="4869516" cy="407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2D5D25-1451-45CE-9158-720E672D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84" y="14070513"/>
            <a:ext cx="4840941" cy="37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Reference for the reheating question in 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267335-8974-4A1E-A821-72FF079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96" y="14471862"/>
            <a:ext cx="4869516" cy="321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A35F91-7157-441F-8702-0969BF4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84" y="14486150"/>
            <a:ext cx="4840941" cy="2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Noise-free simulator reference.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D408FB0-AB13-422D-ADCC-55A474C2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108" y="14068450"/>
            <a:ext cx="982094" cy="45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6ACA8C2-0E7D-485C-9C75-41BB50C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96" y="14082738"/>
            <a:ext cx="953519" cy="42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Fines: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BA80EE4-3B14-415E-B106-81219855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750" y="13995103"/>
            <a:ext cx="2828008" cy="554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1AC506C-165D-4410-8F60-DDEE1B5C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037" y="14009390"/>
            <a:ext cx="2799433" cy="525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2B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2B20"/>
                </a:solidFill>
                <a:latin typeface="Arial"/>
                <a:ea typeface="Arial"/>
                <a:cs typeface="Arial"/>
              </a:rPr>
              <a:t>35% → 100%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E91C0C-1A51-4A10-A0CD-6BB634C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456" y="14594108"/>
            <a:ext cx="2387923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8CE9FD-EAD3-47F7-838F-FFCFCBC2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743" y="14608396"/>
            <a:ext cx="2359348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Hold: passes fines limit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A03BFE-8734-43B9-B667-DDC723E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702" y="14594108"/>
            <a:ext cx="2155655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D6A657F-9C1D-438E-A61B-375E623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989" y="14608396"/>
            <a:ext cx="2127080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Reheat + recool: fails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8BA400-4250-41A9-A006-C6CD123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868" y="14056226"/>
            <a:ext cx="2889131" cy="762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891820-4FA0-4480-99E3-5B381B96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155" y="14070513"/>
            <a:ext cx="2860556" cy="733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Both point predictions</a:t>
            </a:r>
          </a:p>
          <a:p xmlns:a="http://schemas.openxmlformats.org/drawingml/2006/main">
            <a:pPr algn="l">
              <a:defRPr sz="15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had the opposite direction.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1F69A0-79D4-4507-B498-B079B8F5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4" y="15242012"/>
            <a:ext cx="8903634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C24984-0011-4601-ABBE-CC36D06F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41" y="15256299"/>
            <a:ext cx="8875059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Selected case; two independent sessions. Fines: particles &lt;20 micrometres.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E43C53-B20F-4A77-9B74-1DAD95C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370" y="15242012"/>
            <a:ext cx="3805976" cy="35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605CFD-9CD7-4AA8-8067-FEE3FF1F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658" y="15256299"/>
            <a:ext cx="3777401" cy="330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45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2450"/>
                </a:solidFill>
                <a:latin typeface="Arial"/>
                <a:ea typeface="Arial"/>
                <a:cs typeface="Arial"/>
              </a:rPr>
              <a:t>Later reflection cannot revise the sealed forecasts.</a:t>
            </a:r>
          </a:p>
        </p:txBody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dbde920534b94"/>
          <a:stretch xmlns:a="http://schemas.openxmlformats.org/drawingml/2006/main"/>
        </p:blipFill>
        <p:spPr>
          <a:xfrm xmlns:a="http://schemas.openxmlformats.org/drawingml/2006/main">
            <a:off x="3190620" y="941294"/>
            <a:ext cx="256717" cy="1112439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0fbbee16b4e3b"/>
          <a:stretch xmlns:a="http://schemas.openxmlformats.org/drawingml/2006/main"/>
        </p:blipFill>
        <p:spPr>
          <a:xfrm xmlns:a="http://schemas.openxmlformats.org/drawingml/2006/main">
            <a:off x="6258995" y="7298086"/>
            <a:ext cx="48898" cy="831273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092e51b547d4"/>
          <a:stretch xmlns:a="http://schemas.openxmlformats.org/drawingml/2006/main"/>
        </p:blipFill>
        <p:spPr>
          <a:xfrm xmlns:a="http://schemas.openxmlformats.org/drawingml/2006/main">
            <a:off x="2261551" y="8117134"/>
            <a:ext cx="3960770" cy="48898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a7f2a5a204801"/>
          <a:stretch xmlns:a="http://schemas.openxmlformats.org/drawingml/2006/main"/>
        </p:blipFill>
        <p:spPr>
          <a:xfrm xmlns:a="http://schemas.openxmlformats.org/drawingml/2006/main">
            <a:off x="9131775" y="8068235"/>
            <a:ext cx="3985219" cy="48898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e56da13204c70"/>
          <a:stretch xmlns:a="http://schemas.openxmlformats.org/drawingml/2006/main"/>
        </p:blipFill>
        <p:spPr>
          <a:xfrm xmlns:a="http://schemas.openxmlformats.org/drawingml/2006/main">
            <a:off x="13116995" y="7310310"/>
            <a:ext cx="48898" cy="757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79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381AB-B840-41D1-A87D-08E0F810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3341E-3CEE-484E-960B-C422C5F3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0575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C797E-662F-4C3A-8F16-9ADE1590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777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Physical process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6DEEA-ACDB-42BE-9734-7F108862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57325"/>
            <a:ext cx="795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State, laws, instruments, private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6271F-A41E-434F-85D0-4850F28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0D86A-4E25-45FB-8B78-8A6D6E79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777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Experimental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042E2-C589-4155-BE7C-1509B438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71775"/>
            <a:ext cx="795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Validate, commit, measure, account,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325B7-3051-4FAE-9108-9018118D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1E6B5-6C0C-4C44-A065-0179A71C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777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Task and evaluation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69F8B-982E-45F7-B02B-488DB0F3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795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Objectives, operations, budgets, termination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C4695-9460-40C1-9ACF-9B99FFBF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24050"/>
            <a:ext cx="3171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FCC0D-7519-43B0-8853-F7F0F5D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71675"/>
            <a:ext cx="294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External researcher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B1EA1-6DBB-4D91-B959-9E1DA7B9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981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8D057-080F-4BA8-9991-85E0E70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83144" y="23431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E5202-BC03-4B5D-8492-B80348DE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44" y="23020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B3259-6B46-42B7-A560-5EB1255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62275"/>
            <a:ext cx="3171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Agent, optimizer</a:t>
            </a:r>
          </a:p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or human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8C37F-1ABA-4880-9C43-415EAE0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720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3D6BB-0039-47EB-998B-20B57F2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Task-world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DB41E-760B-4543-8B3F-3047FA23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054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ABA11-CECE-41EF-80E9-D6518A4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EDBA7-796D-4303-9496-F0F62B7C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05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Boundary and categorical recipes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B2F21-5E6A-41F9-B639-1D328B0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7054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1,786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E0DF9-1262-4CB5-9294-F0E54D00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172200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51763-E7C8-4FED-A69E-DDEB4AF2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8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Invalid-action probes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888BE-9759-4C9E-92C0-748B749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18ADD-CEF8-496C-A6A0-08A780F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48475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1FDA0-ABF0-4657-9D77-D93B528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38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Generated compositions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E8E54-AF31-472D-BE72-BA30FFCB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381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BB975-B522-46F3-BAF2-41CEF161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848475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66EBE-FF7E-4EF9-B0A9-379070A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31520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Generated: 18 new topologies + 8 new identities + 26 coverage cases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0BD7D-520C-467A-8CD7-DFF6771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24775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Additional: 32 module probes, 7 valid interfaces, 7 invalid compositions</a:t>
            </a:r>
          </a:p>
        </p:txBody>
      </p:sp>
    </p:spTree>
    <p:extLst>
      <p:ext uri="{BB962C8B-B14F-4D97-AF65-F5344CB8AC3E}">
        <p14:creationId xmlns:p14="http://schemas.microsoft.com/office/powerpoint/2010/main" val="1283913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5DECC47-316B-4358-81A1-4B6E8A13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disc.,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BB61C-6D30-41B7-8296-7072438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05" name="Chart"/>
          <p:cNvGraphicFramePr/>
          <p:nvPr/>
        </p:nvGraphicFramePr>
        <p:xfrm>
          <a:off xmlns:a="http://schemas.openxmlformats.org/drawingml/2006/main" x="19050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687187092a44e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949C7-E943-47D8-A086-E2EECDC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8EB7-0DD0-4E95-AEF3-49813DCE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0CDC9-0A2B-4032-80D1-A95C5FA0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1C2B9-4F37-45AA-917E-6B67042B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43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disc.,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4F485-5CCF-4190-ABA8-AE5E759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8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11" name="Chart"/>
          <p:cNvGraphicFramePr/>
          <p:nvPr/>
        </p:nvGraphicFramePr>
        <p:xfrm>
          <a:off xmlns:a="http://schemas.openxmlformats.org/drawingml/2006/main" x="360045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b151decfa7470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EF476-F6E5-4ADE-B90B-D8218FD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C5E3C-7330-45FB-AEA3-9ABE1259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C5EEB-0B17-42EC-AFF2-E28A598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C07F2-1B52-4AFA-A441-2CAC7DE4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143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opt.,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D4F29-46C2-4F67-ACAC-AE87195D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8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17" name="Chart"/>
          <p:cNvGraphicFramePr/>
          <p:nvPr/>
        </p:nvGraphicFramePr>
        <p:xfrm>
          <a:off xmlns:a="http://schemas.openxmlformats.org/drawingml/2006/main" x="701040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acaab3ba8c49ec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0C2FA-F76F-4272-87B9-5E6C8A53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1FB76-5570-4884-B516-0A34C43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D7470-3145-4AF0-A37C-9DF1618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39514-23AC-4963-B178-0A3B6D71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1430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opt., 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A4CE5-9549-4607-ABC5-502E4657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381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23" name="Chart"/>
          <p:cNvGraphicFramePr/>
          <p:nvPr/>
        </p:nvGraphicFramePr>
        <p:xfrm>
          <a:off xmlns:a="http://schemas.openxmlformats.org/drawingml/2006/main" x="1042035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69f82b295045de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3B4F3-17F5-4DA3-A1CC-C036E089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9A630-82D6-445C-8DA3-D6BED9AB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AEBA5-6808-4C24-A003-66CACDF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7BC47-F8A4-4322-9C9F-D70C7ACD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PA/E, disc., 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7E6E7-8BD6-43B7-A73D-127B00DC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33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Organic-fraction MAE</a:t>
            </a:r>
          </a:p>
        </p:txBody>
      </p:sp>
      <p:graphicFrame>
        <p:nvGraphicFramePr>
          <p:cNvPr id="129" name="Chart"/>
          <p:cNvGraphicFramePr/>
          <p:nvPr/>
        </p:nvGraphicFramePr>
        <p:xfrm>
          <a:off xmlns:a="http://schemas.openxmlformats.org/drawingml/2006/main" x="19050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a22bf0cdcc427e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80E0F-22AF-4DDF-8816-1A4A5655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D8C19-0B51-4B17-B4E0-BF59935E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76207-6102-4247-BDAD-9CE3C95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993F8-A639-4641-95E7-8AEEB52F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099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PA/E, disc., 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C488C-FF08-4631-8504-465321C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33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Organic-fraction MAE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360045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f2589643244179"/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AB8639-1A10-429A-9F98-E1FA62D4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8025EC-5973-445B-A4EB-735CB83D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C3A476-B897-4928-85B2-A7B78EE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0BBBAA-B52E-42B0-A7EF-87D2D81D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RX/P, disc., 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59F183-AAA2-4504-A658-79C46E0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33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mlns:a="http://schemas.openxmlformats.org/drawingml/2006/main" x="701040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58bc32bc3b40b1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FC0287-7701-44CE-B1E9-3AED975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3343FC-D411-46E4-B821-779BBE7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1981C3-BD01-4413-A332-E46FCA9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A06E54-AB13-499A-AC29-19E5588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0992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RX/S, disc., 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A65BD2-7BD8-4711-BD7E-E42EE0E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53377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47" name="Chart"/>
          <p:cNvGraphicFramePr/>
          <p:nvPr/>
        </p:nvGraphicFramePr>
        <p:xfrm>
          <a:off xmlns:a="http://schemas.openxmlformats.org/drawingml/2006/main" x="1042035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85b5cd25034e10"/>
          </a:graphicData>
        </a:graphic>
      </p:graphicFrame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EE0DC2-C1D6-4DA2-9F1E-7A8FCE4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D85031-6349-4F7A-923A-9F73E841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920610-04FA-4085-B462-0EC5290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2AD34E-FE53-42A5-B602-13BC772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05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RX/P, opt., 12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FE9542-A7E5-4F32-B3CC-E4DB2EE1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2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19050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c82ddddc7e4537"/>
          </a:graphicData>
        </a:graphic>
      </p:graphicFrame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67FD34-4A4C-479D-A2DC-4511DD1B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0F132A-D0AC-460F-855B-6DB5555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312348-7AB0-4650-B227-79AC1E1E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0E3D06-899D-4A5D-ADA6-CB14427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305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RX/S, opt., 12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521A65-5E89-410F-8145-F9AD43A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62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59" name="Chart"/>
          <p:cNvGraphicFramePr/>
          <p:nvPr/>
        </p:nvGraphicFramePr>
        <p:xfrm>
          <a:off xmlns:a="http://schemas.openxmlformats.org/drawingml/2006/main" x="360045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d1742ef21241f6"/>
          </a:graphicData>
        </a:graphic>
      </p:graphicFrame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CD9C16-584D-40C4-9483-D251931E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B0DAC1-B246-410E-8560-479E1CA3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57B4F0-1582-41E8-B96F-17B8D3B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A2B2BD-F4B1-455D-9A70-A01AAE40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305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EQ/P, char., 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A416FA-209B-41B5-8E2D-66220023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62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65" name="Chart"/>
          <p:cNvGraphicFramePr/>
          <p:nvPr/>
        </p:nvGraphicFramePr>
        <p:xfrm>
          <a:off xmlns:a="http://schemas.openxmlformats.org/drawingml/2006/main" x="701040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2703ec8401414e"/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BC9FCA-5C0B-48A7-A16A-BD57A09D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E07758-CC80-4997-987D-99930D3C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B430B8-962B-4CD7-B583-297F9CF7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E1810D-ED6F-44AB-A8B5-BA02FA8A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055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EQ/S, char., 12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762EA9-2FAB-4837-8B0A-73B9A3BC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6294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71" name="Chart"/>
          <p:cNvGraphicFramePr/>
          <p:nvPr/>
        </p:nvGraphicFramePr>
        <p:xfrm>
          <a:off xmlns:a="http://schemas.openxmlformats.org/drawingml/2006/main" x="1042035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bf81ff94ba4005"/>
          </a:graphicData>
        </a:graphic>
      </p:graphicFrame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A87FB5-8D58-4ED2-8249-655877A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7195CF-164C-401B-ACBE-D25D866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37A656F-D32D-46B7-977E-291AF6DE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A50A2B-E727-4DFC-B0EF-1681958D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011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C/E, delivery, 12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FD7F74-B683-4D6A-BB2A-C68D1339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250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Fines MAE</a:t>
            </a:r>
          </a:p>
        </p:txBody>
      </p:sp>
      <p:graphicFrame>
        <p:nvGraphicFramePr>
          <p:cNvPr id="177" name="Chart"/>
          <p:cNvGraphicFramePr/>
          <p:nvPr/>
        </p:nvGraphicFramePr>
        <p:xfrm>
          <a:off xmlns:a="http://schemas.openxmlformats.org/drawingml/2006/main" x="19050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7807dbe8854817"/>
          </a:graphicData>
        </a:graphic>
      </p:graphicFrame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1C2FCE-3B60-46E5-9572-97605FBA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FF2416D-BDBE-4EF8-B164-D4DF97FA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DCF7E8-9CEA-482F-8741-9D4C19AE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AB5032-630F-420E-8DA5-FEC61CFA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94011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C/E, delivery, 24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43658C-EB19-466E-B5ED-636960BA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97250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Fines MAE</a:t>
            </a:r>
          </a:p>
        </p:txBody>
      </p:sp>
      <p:graphicFrame>
        <p:nvGraphicFramePr>
          <p:cNvPr id="183" name="Chart"/>
          <p:cNvGraphicFramePr/>
          <p:nvPr/>
        </p:nvGraphicFramePr>
        <p:xfrm>
          <a:off xmlns:a="http://schemas.openxmlformats.org/drawingml/2006/main" x="360045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3d4c65aeef4cb4"/>
          </a:graphicData>
        </a:graphic>
      </p:graphicFrame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6D9233-E1C1-489B-BF18-0E869B0A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38FFFB-E284-4108-90E7-FF3F1FD9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E78522-D76D-4F71-B3EB-57232F7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F96FF9-7D8A-42DF-BBCB-05A0E999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94011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P/E, delivery, 12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E807150-9290-476F-BEF9-7DCBD3F3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97250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Purity MAE</a:t>
            </a:r>
          </a:p>
        </p:txBody>
      </p:sp>
      <p:graphicFrame>
        <p:nvGraphicFramePr>
          <p:cNvPr id="189" name="Chart"/>
          <p:cNvGraphicFramePr/>
          <p:nvPr/>
        </p:nvGraphicFramePr>
        <p:xfrm>
          <a:off xmlns:a="http://schemas.openxmlformats.org/drawingml/2006/main" x="701040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a20392de3d47c3"/>
          </a:graphicData>
        </a:graphic>
      </p:graphicFrame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24964F-85C6-4694-8780-3678453B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BD4D5F-5D23-4FD8-BF33-20EE683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3A7EAD-6E5B-4A02-832B-64D48BD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377E22-C943-4927-BAD9-DFA6F00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40117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P/E, delivery, 12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81791C-C734-45A7-B83B-7F7AF00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72502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Recovery MAE</a:t>
            </a:r>
          </a:p>
        </p:txBody>
      </p:sp>
      <p:graphicFrame>
        <p:nvGraphicFramePr>
          <p:cNvPr id="195" name="Chart"/>
          <p:cNvGraphicFramePr/>
          <p:nvPr/>
        </p:nvGraphicFramePr>
        <p:xfrm>
          <a:off xmlns:a="http://schemas.openxmlformats.org/drawingml/2006/main" x="1042035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a965627bee4b0e"/>
          </a:graphicData>
        </a:graphic>
      </p:graphicFrame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1ED9ED4-C746-4E7C-9992-8A80E74E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DF3E10-BFB3-4C2A-BF58-2EB03DB3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705220-E88A-42B2-9DA5-F374649C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9C5A013-777A-4F32-B2E5-003EB29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257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118B003-AC0A-45F1-980A-2E1089DA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477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F084CC5-6A22-4C65-A854-AD161967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57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5A3F3C-A0E3-49F9-B7BA-642F3F8E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2477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AD3DB07-0A58-4A9E-900F-A5913526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257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8EC2E7-1675-494F-A96A-1A055FF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247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</p:spTree>
    <p:extLst>
      <p:ext uri="{BB962C8B-B14F-4D97-AF65-F5344CB8AC3E}">
        <p14:creationId xmlns:p14="http://schemas.microsoft.com/office/powerpoint/2010/main" val="714984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2026-09-22T14:57:49.1640000Z</dcterms:created>
  <dcterms:modified xsi:type="dcterms:W3CDTF">2026-09-22T14:57:49.1640000Z</dcterms:modified>
</coreProperties>
</file>