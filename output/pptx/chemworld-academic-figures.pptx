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e9e269d4a646c0" /><Relationship Type="http://schemas.openxmlformats.org/officeDocument/2006/relationships/extended-properties" Target="/docProps/app.xml" Id="R47983dc949804ec1" /><Relationship Type="http://schemas.openxmlformats.org/officeDocument/2006/relationships/officeDocument" Target="/ppt/presentation.xml" Id="R2b4f251a4482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546eba826346af"/>
  </p:sldMasterIdLst>
  <p:notesMasterIdLst>
    <p:notesMasterId xmlns:r="http://schemas.openxmlformats.org/officeDocument/2006/relationships" r:id="R8dfa06ded6b343b7"/>
  </p:notesMasterIdLst>
  <p:sldIdLst>
    <p:sldId xmlns:r="http://schemas.openxmlformats.org/officeDocument/2006/relationships" id="256" r:id="R811623af9cb94376"/>
    <p:sldId xmlns:r="http://schemas.openxmlformats.org/officeDocument/2006/relationships" id="257" r:id="Rcf6694e231e247ef"/>
    <p:sldId xmlns:r="http://schemas.openxmlformats.org/officeDocument/2006/relationships" id="258" r:id="Rb8fc230d024a4d62"/>
    <p:sldId xmlns:r="http://schemas.openxmlformats.org/officeDocument/2006/relationships" id="259" r:id="Rf5f25d18714c40a0"/>
    <p:sldId xmlns:r="http://schemas.openxmlformats.org/officeDocument/2006/relationships" id="260" r:id="R077fc3a307b149ff"/>
    <p:sldId xmlns:r="http://schemas.openxmlformats.org/officeDocument/2006/relationships" id="261" r:id="Rc2281a3766cf4b7d"/>
    <p:sldId xmlns:r="http://schemas.openxmlformats.org/officeDocument/2006/relationships" id="262" r:id="Rad28abdc75424184"/>
    <p:sldId xmlns:r="http://schemas.openxmlformats.org/officeDocument/2006/relationships" id="263" r:id="Rd5b1216d97a64388"/>
    <p:sldId xmlns:r="http://schemas.openxmlformats.org/officeDocument/2006/relationships" id="264" r:id="R0c914396908c42fa"/>
  </p:sldIdLst>
  <p:sldSz cx="13716000" cy="1295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1d7fa0d52e43ec" /><Relationship Type="http://schemas.openxmlformats.org/officeDocument/2006/relationships/slideMaster" Target="/ppt/slideMasters/slideMaster1.xml" Id="R5e546eba826346af" /><Relationship Type="http://schemas.openxmlformats.org/officeDocument/2006/relationships/notesMaster" Target="/ppt/notesMasters/notesMaster1.xml" Id="R8dfa06ded6b343b7" /><Relationship Type="http://schemas.openxmlformats.org/officeDocument/2006/relationships/presProps" Target="/ppt/presProps.xml" Id="R7387f32e29984e53" /><Relationship Type="http://schemas.openxmlformats.org/officeDocument/2006/relationships/tableStyles" Target="/ppt/tableStyles.xml" Id="Rd1dd2e89040440c7" /><Relationship Type="http://schemas.openxmlformats.org/officeDocument/2006/relationships/slide" Target="/ppt/slides/slide1.xml" Id="R811623af9cb94376" /><Relationship Type="http://schemas.openxmlformats.org/officeDocument/2006/relationships/slide" Target="/ppt/slides/slide2.xml" Id="Rcf6694e231e247ef" /><Relationship Type="http://schemas.openxmlformats.org/officeDocument/2006/relationships/slide" Target="/ppt/slides/slide3.xml" Id="Rb8fc230d024a4d62" /><Relationship Type="http://schemas.openxmlformats.org/officeDocument/2006/relationships/slide" Target="/ppt/slides/slide4.xml" Id="Rf5f25d18714c40a0" /><Relationship Type="http://schemas.openxmlformats.org/officeDocument/2006/relationships/slide" Target="/ppt/slides/slide5.xml" Id="R077fc3a307b149ff" /><Relationship Type="http://schemas.openxmlformats.org/officeDocument/2006/relationships/slide" Target="/ppt/slides/slide6.xml" Id="Rc2281a3766cf4b7d" /><Relationship Type="http://schemas.openxmlformats.org/officeDocument/2006/relationships/slide" Target="/ppt/slides/slide7.xml" Id="Rad28abdc75424184" /><Relationship Type="http://schemas.openxmlformats.org/officeDocument/2006/relationships/slide" Target="/ppt/slides/slide8.xml" Id="Rd5b1216d97a64388" /><Relationship Type="http://schemas.openxmlformats.org/officeDocument/2006/relationships/slide" Target="/ppt/slides/slide9.xml" Id="R0c914396908c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5632e10653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d088415a9f4399" /><Relationship Type="http://schemas.openxmlformats.org/officeDocument/2006/relationships/notesMaster" Target="/ppt/notesMasters/notesMaster1.xml" Id="R79048c13f01246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64bf32148433b" /><Relationship Type="http://schemas.openxmlformats.org/officeDocument/2006/relationships/notesMaster" Target="/ppt/notesMasters/notesMaster1.xml" Id="R34c348f0ee8143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2d4cca0fb245ca" /><Relationship Type="http://schemas.openxmlformats.org/officeDocument/2006/relationships/notesMaster" Target="/ppt/notesMasters/notesMaster1.xml" Id="Rb8b512eee3c04b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e503b9d194c38" /><Relationship Type="http://schemas.openxmlformats.org/officeDocument/2006/relationships/notesMaster" Target="/ppt/notesMasters/notesMaster1.xml" Id="R35d4f313dd4e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752a4bae842aa" /><Relationship Type="http://schemas.openxmlformats.org/officeDocument/2006/relationships/notesMaster" Target="/ppt/notesMasters/notesMaster1.xml" Id="Rc1a3fd6069f54f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a6f31bd8fd474e" /><Relationship Type="http://schemas.openxmlformats.org/officeDocument/2006/relationships/notesMaster" Target="/ppt/notesMasters/notesMaster1.xml" Id="Rd90131f64cf840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5e188f1b24b5c" /><Relationship Type="http://schemas.openxmlformats.org/officeDocument/2006/relationships/notesMaster" Target="/ppt/notesMasters/notesMaster1.xml" Id="R394ac410816c40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ff74d36c36476e" /><Relationship Type="http://schemas.openxmlformats.org/officeDocument/2006/relationships/notesMaster" Target="/ppt/notesMasters/notesMaster1.xml" Id="R3d7af093eb1b42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8353d710184f18" /><Relationship Type="http://schemas.openxmlformats.org/officeDocument/2006/relationships/notesMaster" Target="/ppt/notesMasters/notesMaster1.xml" Id="Re475ba101e13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Original agent research and independent assessment. Source: English article Methods and retained 240-campaign programme. No internal reasoning is reconstructed.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2. Retained complete strategy comparisons. EC and RX have 30 matched pairs each. P has 15 recommendations. Source: integrated-results/analysis.json and campaign_metrics.csv.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All 90 response comparisons in 15 matched independent 12/24 pairs per panel. Positive change denotes lower MAE, higher coverage or higher recovery. Native editable data marks. Source shortfalls are retained and crossed. Source: campaign_metrics.csv.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Retrospectively selected C-W05 Aligned pair. Separate 12/24 sessions. Source: C-W05-B12-E-Aligned.md and C-W05-B24-E-Aligned.md. Considerations marked * are illustrative reconstructions, not logged contemporaneous reasons. Recovery excludes seed mass. Heating temperatures are requested targets.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Post hoc dilution groups and all 15 original EQ/P sessions. Source: STORY_WORLD_ANALYSIS.json and EQ_AUTONOMOUS_PROCESS.json. Q08 references are five-observation means. Source ranges use public dissociation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6. All 30 crystallization campaigns. Public-mean references use each original campaign only. Source: BASELINE_REANALYSIS.json. The applicability matrix is conceptual, not a measured classifier or frequency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7. Same selected C-W05 original sessions. Q predicts fines 17% to 12% and 49% to 35%. Later K2 notes are condensed public answers, without reference feedback. The cooling substitution is proposed, not executed. Evaluator reference 35% to 100% concerns the reheating question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Extended Figure S1. Frozen finite-domain platform qualification, separate from 240 agent campaigns. Source: first-paper qualification and Methods. Counts 64, 1786, 192, 52; generated cases 18 + 8 + 26.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Extended Figure S2. Complete prior overview, retaining the existing 16 selected readouts. Five matched worlds per panel, with all 240 campaigns retained in the tables. Source: campaign_metrics.csv. Scales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6c1bad9934f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142bee8dfc46bf" /><Relationship Type="http://schemas.openxmlformats.org/officeDocument/2006/relationships/slideLayout" Target="/ppt/slideLayouts/slideLayout1.xml" Id="R4a35366dbab0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35366dbab0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3360fac4d4817" /><Relationship Type="http://schemas.openxmlformats.org/officeDocument/2006/relationships/notesSlide" Target="/ppt/notesSlides/notesSlide1.xml" Id="Rf70fff4d332d4a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1cb62b8314285" /><Relationship Type="http://schemas.openxmlformats.org/officeDocument/2006/relationships/chart" Target="/ppt/slides/charts/chart1.xml" Id="R28fa69e0a6b64aea" /><Relationship Type="http://schemas.openxmlformats.org/officeDocument/2006/relationships/chart" Target="/ppt/slides/charts/chart2.xml" Id="R450726e44d2c4751" /><Relationship Type="http://schemas.openxmlformats.org/officeDocument/2006/relationships/chart" Target="/ppt/slides/charts/chart3.xml" Id="R44bc3ea0d8574152" /><Relationship Type="http://schemas.openxmlformats.org/officeDocument/2006/relationships/notesSlide" Target="/ppt/notesSlides/notesSlide2.xml" Id="Rf22fe6d6796149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6769171b4f5a" /><Relationship Type="http://schemas.openxmlformats.org/officeDocument/2006/relationships/notesSlide" Target="/ppt/notesSlides/notesSlide3.xml" Id="R7f693e7978cd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3924d021b4deb" /><Relationship Type="http://schemas.openxmlformats.org/officeDocument/2006/relationships/notesSlide" Target="/ppt/notesSlides/notesSlide4.xml" Id="R3b613499975b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e72b082cd4ce1" /><Relationship Type="http://schemas.openxmlformats.org/officeDocument/2006/relationships/chart" Target="/ppt/slides/charts/chart4.xml" Id="Ree92c7db05484d90" /><Relationship Type="http://schemas.openxmlformats.org/officeDocument/2006/relationships/chart" Target="/ppt/slides/charts/chart5.xml" Id="Reebf64ae16c845f0" /><Relationship Type="http://schemas.openxmlformats.org/officeDocument/2006/relationships/chart" Target="/ppt/slides/charts/chart6.xml" Id="R86c82f1300924724" /><Relationship Type="http://schemas.openxmlformats.org/officeDocument/2006/relationships/chart" Target="/ppt/slides/charts/chart7.xml" Id="Raf1af0e299514998" /><Relationship Type="http://schemas.openxmlformats.org/officeDocument/2006/relationships/chart" Target="/ppt/slides/charts/chart8.xml" Id="R63d8c434dcc44cee" /><Relationship Type="http://schemas.openxmlformats.org/officeDocument/2006/relationships/chart" Target="/ppt/slides/charts/chart9.xml" Id="Raa484cbcd96f44fe" /><Relationship Type="http://schemas.openxmlformats.org/officeDocument/2006/relationships/chart" Target="/ppt/slides/charts/chart10.xml" Id="Ra0b35503ca4c4491" /><Relationship Type="http://schemas.openxmlformats.org/officeDocument/2006/relationships/notesSlide" Target="/ppt/notesSlides/notesSlide5.xml" Id="R325e10cd0a6e43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cc51fd9e6419d" /><Relationship Type="http://schemas.openxmlformats.org/officeDocument/2006/relationships/chart" Target="/ppt/slides/charts/chart11.xml" Id="R613c86f4f5624cb7" /><Relationship Type="http://schemas.openxmlformats.org/officeDocument/2006/relationships/chart" Target="/ppt/slides/charts/chart12.xml" Id="Rccbe3fb7911c478c" /><Relationship Type="http://schemas.openxmlformats.org/officeDocument/2006/relationships/chart" Target="/ppt/slides/charts/chart13.xml" Id="Rdb6831534bff4440" /><Relationship Type="http://schemas.openxmlformats.org/officeDocument/2006/relationships/chart" Target="/ppt/slides/charts/chart14.xml" Id="R2f96f25f11fd4636" /><Relationship Type="http://schemas.openxmlformats.org/officeDocument/2006/relationships/chart" Target="/ppt/slides/charts/chart15.xml" Id="R3c99cf115e184361" /><Relationship Type="http://schemas.openxmlformats.org/officeDocument/2006/relationships/notesSlide" Target="/ppt/notesSlides/notesSlide6.xml" Id="R6c120c36118645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88412cdb24409" /><Relationship Type="http://schemas.openxmlformats.org/officeDocument/2006/relationships/notesSlide" Target="/ppt/notesSlides/notesSlide7.xml" Id="Rc6d8ee14af824f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2f3cab18145ce" /><Relationship Type="http://schemas.openxmlformats.org/officeDocument/2006/relationships/notesSlide" Target="/ppt/notesSlides/notesSlide8.xml" Id="R70f5b8265c4b45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9ba0d280142c6" /><Relationship Type="http://schemas.openxmlformats.org/officeDocument/2006/relationships/chart" Target="/ppt/slides/charts/chart16.xml" Id="R442e7959a79441f3" /><Relationship Type="http://schemas.openxmlformats.org/officeDocument/2006/relationships/chart" Target="/ppt/slides/charts/chart17.xml" Id="Rc112d11621de48ad" /><Relationship Type="http://schemas.openxmlformats.org/officeDocument/2006/relationships/chart" Target="/ppt/slides/charts/chart18.xml" Id="R32295daed66c4439" /><Relationship Type="http://schemas.openxmlformats.org/officeDocument/2006/relationships/chart" Target="/ppt/slides/charts/chart19.xml" Id="Rbeae8421889b40f9" /><Relationship Type="http://schemas.openxmlformats.org/officeDocument/2006/relationships/chart" Target="/ppt/slides/charts/chart20.xml" Id="R1a917ec6f59b49f9" /><Relationship Type="http://schemas.openxmlformats.org/officeDocument/2006/relationships/chart" Target="/ppt/slides/charts/chart21.xml" Id="R594b67031a6e434c" /><Relationship Type="http://schemas.openxmlformats.org/officeDocument/2006/relationships/chart" Target="/ppt/slides/charts/chart22.xml" Id="R51f7446424d04bcc" /><Relationship Type="http://schemas.openxmlformats.org/officeDocument/2006/relationships/chart" Target="/ppt/slides/charts/chart23.xml" Id="R2e08e41fed824e1a" /><Relationship Type="http://schemas.openxmlformats.org/officeDocument/2006/relationships/chart" Target="/ppt/slides/charts/chart24.xml" Id="R126d7a4dd6c646fa" /><Relationship Type="http://schemas.openxmlformats.org/officeDocument/2006/relationships/chart" Target="/ppt/slides/charts/chart25.xml" Id="R906877e754b74cea" /><Relationship Type="http://schemas.openxmlformats.org/officeDocument/2006/relationships/chart" Target="/ppt/slides/charts/chart26.xml" Id="Re35a34c3460b45d1" /><Relationship Type="http://schemas.openxmlformats.org/officeDocument/2006/relationships/chart" Target="/ppt/slides/charts/chart27.xml" Id="Rfcada3fe1bee4ea2" /><Relationship Type="http://schemas.openxmlformats.org/officeDocument/2006/relationships/chart" Target="/ppt/slides/charts/chart28.xml" Id="Rfc6c8a6dfa4c4112" /><Relationship Type="http://schemas.openxmlformats.org/officeDocument/2006/relationships/chart" Target="/ppt/slides/charts/chart29.xml" Id="R6209f338ab9b4c86" /><Relationship Type="http://schemas.openxmlformats.org/officeDocument/2006/relationships/chart" Target="/ppt/slides/charts/chart30.xml" Id="R8fb07b6c5df1487e" /><Relationship Type="http://schemas.openxmlformats.org/officeDocument/2006/relationships/chart" Target="/ppt/slides/charts/chart31.xml" Id="Rce29ed1220654cdf" /><Relationship Type="http://schemas.openxmlformats.org/officeDocument/2006/relationships/notesSlide" Target="/ppt/notesSlides/notesSlide9.xml" Id="R5023dd8da5f047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_rels/chart18.xml.rels><Relationships xmlns="http://schemas.openxmlformats.org/package/2006/relationships"><Relationship Id="rIdChartSnapshot1" Type="http://schemas.openxmlformats.org/officeDocument/2006/relationships/package" Target="../../embeddings/chart-data-snapshot-018.xlsx"/></Relationships>
</file>

<file path=ppt/slides/charts/_rels/chart19.xml.rels><Relationships xmlns="http://schemas.openxmlformats.org/package/2006/relationships"><Relationship Id="rIdChartSnapshot1" Type="http://schemas.openxmlformats.org/officeDocument/2006/relationships/package" Target="../../embeddings/chart-data-snapshot-019.xlsx"/></Relationships>
</file>

<file path=ppt/slides/charts/_rels/chart20.xml.rels><Relationships xmlns="http://schemas.openxmlformats.org/package/2006/relationships"><Relationship Id="rIdChartSnapshot1" Type="http://schemas.openxmlformats.org/officeDocument/2006/relationships/package" Target="../../embeddings/chart-data-snapshot-020.xlsx"/></Relationships>
</file>

<file path=ppt/slides/charts/_rels/chart21.xml.rels><Relationships xmlns="http://schemas.openxmlformats.org/package/2006/relationships"><Relationship Id="rIdChartSnapshot1" Type="http://schemas.openxmlformats.org/officeDocument/2006/relationships/package" Target="../../embeddings/chart-data-snapshot-021.xlsx"/></Relationships>
</file>

<file path=ppt/slides/charts/_rels/chart22.xml.rels><Relationships xmlns="http://schemas.openxmlformats.org/package/2006/relationships"><Relationship Id="rIdChartSnapshot1" Type="http://schemas.openxmlformats.org/officeDocument/2006/relationships/package" Target="../../embeddings/chart-data-snapshot-022.xlsx"/></Relationships>
</file>

<file path=ppt/slides/charts/_rels/chart23.xml.rels><Relationships xmlns="http://schemas.openxmlformats.org/package/2006/relationships"><Relationship Id="rIdChartSnapshot1" Type="http://schemas.openxmlformats.org/officeDocument/2006/relationships/package" Target="../../embeddings/chart-data-snapshot-023.xlsx"/></Relationships>
</file>

<file path=ppt/slides/charts/_rels/chart24.xml.rels><Relationships xmlns="http://schemas.openxmlformats.org/package/2006/relationships"><Relationship Id="rIdChartSnapshot1" Type="http://schemas.openxmlformats.org/officeDocument/2006/relationships/package" Target="../../embeddings/chart-data-snapshot-024.xlsx"/></Relationships>
</file>

<file path=ppt/slides/charts/_rels/chart25.xml.rels><Relationships xmlns="http://schemas.openxmlformats.org/package/2006/relationships"><Relationship Id="rIdChartSnapshot1" Type="http://schemas.openxmlformats.org/officeDocument/2006/relationships/package" Target="../../embeddings/chart-data-snapshot-025.xlsx"/></Relationships>
</file>

<file path=ppt/slides/charts/_rels/chart26.xml.rels><Relationships xmlns="http://schemas.openxmlformats.org/package/2006/relationships"><Relationship Id="rIdChartSnapshot1" Type="http://schemas.openxmlformats.org/officeDocument/2006/relationships/package" Target="../../embeddings/chart-data-snapshot-026.xlsx"/></Relationships>
</file>

<file path=ppt/slides/charts/_rels/chart27.xml.rels><Relationships xmlns="http://schemas.openxmlformats.org/package/2006/relationships"><Relationship Id="rIdChartSnapshot1" Type="http://schemas.openxmlformats.org/officeDocument/2006/relationships/package" Target="../../embeddings/chart-data-snapshot-027.xlsx"/></Relationships>
</file>

<file path=ppt/slides/charts/_rels/chart28.xml.rels><Relationships xmlns="http://schemas.openxmlformats.org/package/2006/relationships"><Relationship Id="rIdChartSnapshot1" Type="http://schemas.openxmlformats.org/officeDocument/2006/relationships/package" Target="../../embeddings/chart-data-snapshot-028.xlsx"/></Relationships>
</file>

<file path=ppt/slides/charts/_rels/chart29.xml.rels><Relationships xmlns="http://schemas.openxmlformats.org/package/2006/relationships"><Relationship Id="rIdChartSnapshot1" Type="http://schemas.openxmlformats.org/officeDocument/2006/relationships/package" Target="../../embeddings/chart-data-snapshot-029.xlsx"/></Relationships>
</file>

<file path=ppt/slides/charts/_rels/chart30.xml.rels><Relationships xmlns="http://schemas.openxmlformats.org/package/2006/relationships"><Relationship Id="rIdChartSnapshot1" Type="http://schemas.openxmlformats.org/officeDocument/2006/relationships/package" Target="../../embeddings/chart-data-snapshot-030.xlsx"/></Relationships>
</file>

<file path=ppt/slides/charts/_rels/chart31.xml.rels><Relationships xmlns="http://schemas.openxmlformats.org/package/2006/relationships"><Relationship Id="rIdChartSnapshot1" Type="http://schemas.openxmlformats.org/officeDocument/2006/relationships/package" Target="../../embeddings/chart-data-snapshot-031.xlsx"/></Relationships>
</file>

<file path=ppt/slides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zero x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-0.25</c:v>
                </c:pt>
                <c:pt idx="1">
                  <c:v>0.25</c:v>
                </c:pt>
              </c:numCache>
            </c:numRef>
          </c:yVal>
        </c:ser>
        <c:ser>
          <c:idx val="1"/>
          <c:order val="1"/>
          <c:tx>
            <c:v>zero y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-0.3</c:v>
                </c:pt>
                <c:pt idx="1">
                  <c:v>0.6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0.0385354757309</c:v>
                </c:pt>
                <c:pt idx="1">
                  <c:v>0.245197713375</c:v>
                </c:pt>
                <c:pt idx="2">
                  <c:v>0.259088337421</c:v>
                </c:pt>
                <c:pt idx="3">
                  <c:v>0.2449644804</c:v>
                </c:pt>
                <c:pt idx="4">
                  <c:v>0.0632915496826</c:v>
                </c:pt>
                <c:pt idx="5">
                  <c:v>0.297834098339</c:v>
                </c:pt>
                <c:pt idx="6">
                  <c:v>0.125800907612</c:v>
                </c:pt>
                <c:pt idx="7">
                  <c:v>0.140221893787</c:v>
                </c:pt>
                <c:pt idx="8">
                  <c:v>0.0153107047081</c:v>
                </c:pt>
                <c:pt idx="9">
                  <c:v>0.515994727612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0.141003548702</c:v>
                </c:pt>
                <c:pt idx="1">
                  <c:v>0.0525775841872</c:v>
                </c:pt>
                <c:pt idx="2">
                  <c:v>-0.225962252975</c:v>
                </c:pt>
                <c:pt idx="3">
                  <c:v>-0.0830991016626</c:v>
                </c:pt>
                <c:pt idx="4">
                  <c:v>0.180683138907</c:v>
                </c:pt>
                <c:pt idx="5">
                  <c:v>-0.0884220294356</c:v>
                </c:pt>
                <c:pt idx="6">
                  <c:v>-0.104716846188</c:v>
                </c:pt>
                <c:pt idx="7">
                  <c:v>-0.0651835566759</c:v>
                </c:pt>
                <c:pt idx="8">
                  <c:v>0.00598266879718</c:v>
                </c:pt>
                <c:pt idx="9">
                  <c:v>0.139898586432</c:v>
                </c:pt>
              </c:numCache>
            </c:numRef>
          </c:yVal>
        </c:ser>
        <c:ser>
          <c:idx val="3"/>
          <c:order val="3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0.355543076992</c:v>
                </c:pt>
                <c:pt idx="1">
                  <c:v>0.290801852942</c:v>
                </c:pt>
                <c:pt idx="2">
                  <c:v>0.127223372459</c:v>
                </c:pt>
                <c:pt idx="3">
                  <c:v>0.210446834564</c:v>
                </c:pt>
                <c:pt idx="4">
                  <c:v>0.245496273041</c:v>
                </c:pt>
                <c:pt idx="5">
                  <c:v>0.093596637249</c:v>
                </c:pt>
                <c:pt idx="6">
                  <c:v>0.454601436853</c:v>
                </c:pt>
                <c:pt idx="7">
                  <c:v>0.268975675106</c:v>
                </c:pt>
                <c:pt idx="8">
                  <c:v>0.227455675602</c:v>
                </c:pt>
                <c:pt idx="9">
                  <c:v>0.435660988092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-0.204749189253</c:v>
                </c:pt>
                <c:pt idx="1">
                  <c:v>-0.0532898058544</c:v>
                </c:pt>
                <c:pt idx="2">
                  <c:v>0.0023548757871</c:v>
                </c:pt>
                <c:pt idx="3">
                  <c:v>-0.0111021570737</c:v>
                </c:pt>
                <c:pt idx="4">
                  <c:v>0.000624943053971</c:v>
                </c:pt>
                <c:pt idx="5">
                  <c:v>-0.0145699882905</c:v>
                </c:pt>
                <c:pt idx="6">
                  <c:v>-0.081905635794</c:v>
                </c:pt>
                <c:pt idx="7">
                  <c:v>0.0432128133376</c:v>
                </c:pt>
                <c:pt idx="8">
                  <c:v>0.0945899596413</c:v>
                </c:pt>
                <c:pt idx="9">
                  <c:v>-0.192242830396</c:v>
                </c:pt>
              </c:numCache>
            </c:numRef>
          </c:yVal>
        </c:ser>
        <c:ser>
          <c:idx val="4"/>
          <c:order val="4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Data'!$I$2:$I$11</c:f>
              <c:numCache>
                <c:formatCode>General</c:formatCode>
                <c:ptCount val="10"/>
                <c:pt idx="0">
                  <c:v>0.30223017931</c:v>
                </c:pt>
                <c:pt idx="1">
                  <c:v>0.0132523775101</c:v>
                </c:pt>
                <c:pt idx="2">
                  <c:v>0.0436210036278</c:v>
                </c:pt>
                <c:pt idx="3">
                  <c:v>0.231856107712</c:v>
                </c:pt>
                <c:pt idx="4">
                  <c:v>-0.197389662266</c:v>
                </c:pt>
                <c:pt idx="5">
                  <c:v>0.308152019978</c:v>
                </c:pt>
                <c:pt idx="6">
                  <c:v>-0.273207962513</c:v>
                </c:pt>
                <c:pt idx="7">
                  <c:v>-0.248076677322</c:v>
                </c:pt>
                <c:pt idx="8">
                  <c:v>0.127265334129</c:v>
                </c:pt>
                <c:pt idx="9">
                  <c:v>-0.0655096769333</c:v>
                </c:pt>
              </c:numCache>
            </c:numRef>
          </c:xVal>
          <c:yVal>
            <c:numRef>
              <c:f>'Chart Data'!$J$2:$J$11</c:f>
              <c:numCache>
                <c:formatCode>0.00</c:formatCode>
                <c:ptCount val="10"/>
                <c:pt idx="0">
                  <c:v>-0.0805362884253</c:v>
                </c:pt>
                <c:pt idx="1">
                  <c:v>0.155224764302</c:v>
                </c:pt>
                <c:pt idx="2">
                  <c:v>0.0130800776482</c:v>
                </c:pt>
                <c:pt idx="3">
                  <c:v>-0.00846366194884</c:v>
                </c:pt>
                <c:pt idx="4">
                  <c:v>0.0627843488256</c:v>
                </c:pt>
                <c:pt idx="5">
                  <c:v>0.0167065068881</c:v>
                </c:pt>
                <c:pt idx="6">
                  <c:v>0.0968925877412</c:v>
                </c:pt>
                <c:pt idx="7">
                  <c:v>0.114579026699</c:v>
                </c:pt>
                <c:pt idx="8">
                  <c:v>0.164934770683</c:v>
                </c:pt>
                <c:pt idx="9">
                  <c:v>-0.066449393034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5"/>
          <c:min val="-0.25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Prediction MAE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6"/>
          <c:min val="-0.3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Retest-score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3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zero x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-0.1</c:v>
                </c:pt>
                <c:pt idx="1">
                  <c:v>0.2</c:v>
                </c:pt>
              </c:numCache>
            </c:numRef>
          </c:yVal>
        </c:ser>
        <c:ser>
          <c:idx val="1"/>
          <c:order val="1"/>
          <c:tx>
            <c:v>zero y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-0.08</c:v>
                </c:pt>
                <c:pt idx="1">
                  <c:v>0.08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0.0397782027721</c:v>
                </c:pt>
                <c:pt idx="1">
                  <c:v>-0.0485621243715</c:v>
                </c:pt>
                <c:pt idx="2">
                  <c:v>0.0102851986885</c:v>
                </c:pt>
                <c:pt idx="3">
                  <c:v>0.0608382374048</c:v>
                </c:pt>
                <c:pt idx="4">
                  <c:v>-0.0134732723236</c:v>
                </c:pt>
                <c:pt idx="5">
                  <c:v>0.0136517286301</c:v>
                </c:pt>
                <c:pt idx="6">
                  <c:v>-0.00659164786339</c:v>
                </c:pt>
                <c:pt idx="7">
                  <c:v>-0.0281997919083</c:v>
                </c:pt>
                <c:pt idx="8">
                  <c:v>-0.0292480587959</c:v>
                </c:pt>
                <c:pt idx="9">
                  <c:v>-0.00255793333054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0.07225</c:v>
                </c:pt>
                <c:pt idx="1">
                  <c:v>0.0158333333333</c:v>
                </c:pt>
                <c:pt idx="2">
                  <c:v>-0.049</c:v>
                </c:pt>
                <c:pt idx="3">
                  <c:v>0.021802314659</c:v>
                </c:pt>
                <c:pt idx="4">
                  <c:v>-0.021</c:v>
                </c:pt>
                <c:pt idx="5">
                  <c:v>0.0656133267562</c:v>
                </c:pt>
                <c:pt idx="6">
                  <c:v>0.0606454493602</c:v>
                </c:pt>
                <c:pt idx="7">
                  <c:v>0.0681908914919</c:v>
                </c:pt>
                <c:pt idx="8">
                  <c:v>0.0101666666667</c:v>
                </c:pt>
                <c:pt idx="9">
                  <c:v>0.0421873520811</c:v>
                </c:pt>
              </c:numCache>
            </c:numRef>
          </c:yVal>
        </c:ser>
        <c:ser>
          <c:idx val="3"/>
          <c:order val="3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-0.00934964418411</c:v>
                </c:pt>
                <c:pt idx="1">
                  <c:v>-0.0181660652161</c:v>
                </c:pt>
                <c:pt idx="2">
                  <c:v>-0.0543777048588</c:v>
                </c:pt>
                <c:pt idx="3">
                  <c:v>0.048193141818</c:v>
                </c:pt>
                <c:pt idx="4">
                  <c:v>0.0020986199379</c:v>
                </c:pt>
                <c:pt idx="5">
                  <c:v>-0.0122962594032</c:v>
                </c:pt>
                <c:pt idx="6">
                  <c:v>-0.0288851559162</c:v>
                </c:pt>
                <c:pt idx="7">
                  <c:v>0.0143758654594</c:v>
                </c:pt>
                <c:pt idx="8">
                  <c:v>-0.0193728208542</c:v>
                </c:pt>
                <c:pt idx="9">
                  <c:v>-0.00627610087395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0.038395020167</c:v>
                </c:pt>
                <c:pt idx="1">
                  <c:v>0.0194664906462</c:v>
                </c:pt>
                <c:pt idx="2">
                  <c:v>0.00621826535463</c:v>
                </c:pt>
                <c:pt idx="3">
                  <c:v>0.00598864985326</c:v>
                </c:pt>
                <c:pt idx="4">
                  <c:v>-0.0536934199333</c:v>
                </c:pt>
                <c:pt idx="5">
                  <c:v>-0.012480133613</c:v>
                </c:pt>
                <c:pt idx="6">
                  <c:v>-0.0119440670212</c:v>
                </c:pt>
                <c:pt idx="7">
                  <c:v>0.00759575454394</c:v>
                </c:pt>
                <c:pt idx="8">
                  <c:v>0.179603652477</c:v>
                </c:pt>
                <c:pt idx="9">
                  <c:v>0.0297406881253</c:v>
                </c:pt>
              </c:numCache>
            </c:numRef>
          </c:yVal>
        </c:ser>
        <c:ser>
          <c:idx val="4"/>
          <c:order val="4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Data'!$I$2:$I$11</c:f>
              <c:numCache>
                <c:formatCode>General</c:formatCode>
                <c:ptCount val="10"/>
                <c:pt idx="0">
                  <c:v>-0.0340854227543</c:v>
                </c:pt>
                <c:pt idx="1">
                  <c:v>-0.0260199010372</c:v>
                </c:pt>
                <c:pt idx="2">
                  <c:v>-0.0361331105232</c:v>
                </c:pt>
                <c:pt idx="3">
                  <c:v>-0.0210985392332</c:v>
                </c:pt>
                <c:pt idx="4">
                  <c:v>-0.0278052985668</c:v>
                </c:pt>
                <c:pt idx="5">
                  <c:v>0.0590219497681</c:v>
                </c:pt>
                <c:pt idx="6">
                  <c:v>-0.0369533002377</c:v>
                </c:pt>
                <c:pt idx="7">
                  <c:v>-0.00816658139229</c:v>
                </c:pt>
                <c:pt idx="8">
                  <c:v>-0.0261023640633</c:v>
                </c:pt>
                <c:pt idx="9">
                  <c:v>0.0494475662708</c:v>
                </c:pt>
              </c:numCache>
            </c:numRef>
          </c:xVal>
          <c:yVal>
            <c:numRef>
              <c:f>'Chart Data'!$J$2:$J$11</c:f>
              <c:numCache>
                <c:formatCode>0.00</c:formatCode>
                <c:ptCount val="10"/>
                <c:pt idx="0">
                  <c:v>0.0531883131663</c:v>
                </c:pt>
                <c:pt idx="1">
                  <c:v>-0.0434981864492</c:v>
                </c:pt>
                <c:pt idx="2">
                  <c:v>0.00217287993679</c:v>
                </c:pt>
                <c:pt idx="3">
                  <c:v>0.030800871412</c:v>
                </c:pt>
                <c:pt idx="4">
                  <c:v>0.0458776772022</c:v>
                </c:pt>
                <c:pt idx="5">
                  <c:v>-0.00189680027962</c:v>
                </c:pt>
                <c:pt idx="6">
                  <c:v>0.0845896321734</c:v>
                </c:pt>
                <c:pt idx="7">
                  <c:v>0.0262333594337</c:v>
                </c:pt>
                <c:pt idx="8">
                  <c:v>0.0156679763794</c:v>
                </c:pt>
                <c:pt idx="9">
                  <c:v>-0.0257021013995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-0.1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Prediction MAE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08"/>
          <c:min val="-0.08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Retest-score change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04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Purity threshold</c:v>
          </c:tx>
          <c:spPr>
            <a:solidFill>
              <a:srgbClr val="24292D"/>
            </a:solidFill>
            <a:ln w="14288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-0.02</c:v>
                </c:pt>
                <c:pt idx="1">
                  <c:v>0.9</c:v>
                </c:pt>
              </c:numCache>
            </c:numRef>
          </c:xVal>
          <c:yVal>
            <c:numRef>
              <c:f>'Chart Data'!$B$2:$B$3</c:f>
              <c:numCache>
                <c:formatCode>0.0</c:formatCode>
                <c:ptCount val="2"/>
                <c:pt idx="0">
                  <c:v>0.8</c:v>
                </c:pt>
                <c:pt idx="1">
                  <c:v>0.8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0.00857385061681</c:v>
                </c:pt>
                <c:pt idx="1">
                  <c:v>0.010216018185</c:v>
                </c:pt>
                <c:pt idx="2">
                  <c:v>0.121818624437</c:v>
                </c:pt>
                <c:pt idx="3">
                  <c:v>0.246259510517</c:v>
                </c:pt>
                <c:pt idx="4">
                  <c:v>0.231779113412</c:v>
                </c:pt>
              </c:numCache>
            </c:numRef>
          </c:xVal>
          <c:yVal>
            <c:numRef>
              <c:f>'Chart Data'!$D$2:$D$6</c:f>
              <c:numCache>
                <c:formatCode>0.0</c:formatCode>
                <c:ptCount val="5"/>
                <c:pt idx="0">
                  <c:v>0.719405114651</c:v>
                </c:pt>
                <c:pt idx="1">
                  <c:v>0.799153625965</c:v>
                </c:pt>
                <c:pt idx="2">
                  <c:v>0.646183490753</c:v>
                </c:pt>
                <c:pt idx="3">
                  <c:v>0.615477144718</c:v>
                </c:pt>
                <c:pt idx="4">
                  <c:v>0.624340951443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0.00872951652855</c:v>
                </c:pt>
                <c:pt idx="1">
                  <c:v>0.0518909171224</c:v>
                </c:pt>
                <c:pt idx="2">
                  <c:v>0.00169921724591</c:v>
                </c:pt>
                <c:pt idx="3">
                  <c:v>0.0959831997752</c:v>
                </c:pt>
                <c:pt idx="4">
                  <c:v>0.0644549652934</c:v>
                </c:pt>
              </c:numCache>
            </c:numRef>
          </c:xVal>
          <c:yVal>
            <c:numRef>
              <c:f>'Chart Data'!$F$2:$F$6</c:f>
              <c:numCache>
                <c:formatCode>0.0</c:formatCode>
                <c:ptCount val="5"/>
                <c:pt idx="0">
                  <c:v>0.735200285912</c:v>
                </c:pt>
                <c:pt idx="1">
                  <c:v>0.822549343109</c:v>
                </c:pt>
                <c:pt idx="2">
                  <c:v>0.806438863277</c:v>
                </c:pt>
                <c:pt idx="3">
                  <c:v>0.585172533989</c:v>
                </c:pt>
                <c:pt idx="4">
                  <c:v>0.807464301586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0.0825522765517</c:v>
                </c:pt>
                <c:pt idx="1">
                  <c:v>0.232249453664</c:v>
                </c:pt>
                <c:pt idx="2">
                  <c:v>0.380988478661</c:v>
                </c:pt>
                <c:pt idx="3">
                  <c:v>0.448247849941</c:v>
                </c:pt>
                <c:pt idx="4">
                  <c:v>0.461209923029</c:v>
                </c:pt>
              </c:numCache>
            </c:numRef>
          </c:xVal>
          <c:yVal>
            <c:numRef>
              <c:f>'Chart Data'!$H$2:$H$6</c:f>
              <c:numCache>
                <c:formatCode>0.0</c:formatCode>
                <c:ptCount val="5"/>
                <c:pt idx="0">
                  <c:v>0.633174419403</c:v>
                </c:pt>
                <c:pt idx="1">
                  <c:v>0.609284639359</c:v>
                </c:pt>
                <c:pt idx="2">
                  <c:v>0.572338044643</c:v>
                </c:pt>
                <c:pt idx="3">
                  <c:v>0.587349653244</c:v>
                </c:pt>
                <c:pt idx="4">
                  <c:v>0.676507055759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Retested purity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0.9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Original-charge recovery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3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Opaque other_nine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0.784</c:v>
                </c:pt>
                <c:pt idx="1">
                  <c:v>0.802</c:v>
                </c:pt>
                <c:pt idx="2">
                  <c:v>0.82</c:v>
                </c:pt>
                <c:pt idx="3">
                  <c:v>0.838</c:v>
                </c:pt>
                <c:pt idx="4">
                  <c:v>0.856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0.00531345372465</c:v>
                </c:pt>
                <c:pt idx="1">
                  <c:v>0.0106081330909</c:v>
                </c:pt>
                <c:pt idx="2">
                  <c:v>0.00991255779399</c:v>
                </c:pt>
                <c:pt idx="3">
                  <c:v>0.0154284600991</c:v>
                </c:pt>
                <c:pt idx="4">
                  <c:v>0.00911864817805</c:v>
                </c:pt>
              </c:numCache>
            </c:numRef>
          </c:yVal>
        </c:ser>
        <c:ser>
          <c:idx val="1"/>
          <c:order val="1"/>
          <c:tx>
            <c:v>Mean Opaque other_nine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0.755</c:v>
                </c:pt>
                <c:pt idx="1">
                  <c:v>0.885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0.0100762505773</c:v>
                </c:pt>
                <c:pt idx="1">
                  <c:v>0.0100762505773</c:v>
                </c:pt>
              </c:numCache>
            </c:numRef>
          </c:yVal>
        </c:ser>
        <c:ser>
          <c:idx val="2"/>
          <c:order val="2"/>
          <c:tx>
            <c:v>Aligned other_nine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0.964</c:v>
                </c:pt>
                <c:pt idx="1">
                  <c:v>0.982</c:v>
                </c:pt>
                <c:pt idx="2">
                  <c:v>1</c:v>
                </c:pt>
                <c:pt idx="3">
                  <c:v>1.018</c:v>
                </c:pt>
                <c:pt idx="4">
                  <c:v>1.036</c:v>
                </c:pt>
              </c:numCache>
            </c:numRef>
          </c:xVal>
          <c:yVal>
            <c:numRef>
              <c:f>'Chart Data'!$F$2:$F$6</c:f>
              <c:numCache>
                <c:formatCode>0.00</c:formatCode>
                <c:ptCount val="5"/>
                <c:pt idx="0">
                  <c:v>0.00502080753114</c:v>
                </c:pt>
                <c:pt idx="1">
                  <c:v>0.00526615361373</c:v>
                </c:pt>
                <c:pt idx="2">
                  <c:v>0.00447773672696</c:v>
                </c:pt>
                <c:pt idx="3">
                  <c:v>0.00463010829422</c:v>
                </c:pt>
                <c:pt idx="4">
                  <c:v>0.00384170347717</c:v>
                </c:pt>
              </c:numCache>
            </c:numRef>
          </c:yVal>
        </c:ser>
        <c:ser>
          <c:idx val="3"/>
          <c:order val="3"/>
          <c:tx>
            <c:v>Mean Aligned other_nine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0.935</c:v>
                </c:pt>
                <c:pt idx="1">
                  <c:v>1.065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0.00464730192864</c:v>
                </c:pt>
                <c:pt idx="1">
                  <c:v>0.00464730192864</c:v>
                </c:pt>
              </c:numCache>
            </c:numRef>
          </c:yVal>
        </c:ser>
        <c:ser>
          <c:idx val="4"/>
          <c:order val="4"/>
          <c:tx>
            <c:v>MisIndexed other_nine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Data'!$I$2:$I$6</c:f>
              <c:numCache>
                <c:formatCode>General</c:formatCode>
                <c:ptCount val="5"/>
                <c:pt idx="0">
                  <c:v>1.144</c:v>
                </c:pt>
                <c:pt idx="1">
                  <c:v>1.162</c:v>
                </c:pt>
                <c:pt idx="2">
                  <c:v>1.18</c:v>
                </c:pt>
                <c:pt idx="3">
                  <c:v>1.198</c:v>
                </c:pt>
                <c:pt idx="4">
                  <c:v>1.216</c:v>
                </c:pt>
              </c:numCache>
            </c:numRef>
          </c:xVal>
          <c:yVal>
            <c:numRef>
              <c:f>'Chart Data'!$J$2:$J$6</c:f>
              <c:numCache>
                <c:formatCode>0.00</c:formatCode>
                <c:ptCount val="5"/>
                <c:pt idx="0">
                  <c:v>0.00557500449665</c:v>
                </c:pt>
                <c:pt idx="1">
                  <c:v>0.00616534354334</c:v>
                </c:pt>
                <c:pt idx="2">
                  <c:v>0.00179164950715</c:v>
                </c:pt>
                <c:pt idx="3">
                  <c:v>0.00439188097406</c:v>
                </c:pt>
                <c:pt idx="4">
                  <c:v>0.00402537250386</c:v>
                </c:pt>
              </c:numCache>
            </c:numRef>
          </c:yVal>
        </c:ser>
        <c:ser>
          <c:idx val="5"/>
          <c:order val="5"/>
          <c:tx>
            <c:v>Mean MisIndexed other_nine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1.115</c:v>
                </c:pt>
                <c:pt idx="1">
                  <c:v>1.245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0.00438985020501</c:v>
                </c:pt>
                <c:pt idx="1">
                  <c:v>0.00438985020501</c:v>
                </c:pt>
              </c:numCache>
            </c:numRef>
          </c:yVal>
        </c:ser>
        <c:ser>
          <c:idx val="6"/>
          <c:order val="6"/>
          <c:tx>
            <c:v>Opaque three_most_dilute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1.784</c:v>
                </c:pt>
                <c:pt idx="1">
                  <c:v>1.802</c:v>
                </c:pt>
                <c:pt idx="2">
                  <c:v>1.82</c:v>
                </c:pt>
                <c:pt idx="3">
                  <c:v>1.838</c:v>
                </c:pt>
                <c:pt idx="4">
                  <c:v>1.856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0.0393088381249</c:v>
                </c:pt>
                <c:pt idx="1">
                  <c:v>0.0141755649172</c:v>
                </c:pt>
                <c:pt idx="2">
                  <c:v>0.0119322357734</c:v>
                </c:pt>
                <c:pt idx="3">
                  <c:v>0.0106846947237</c:v>
                </c:pt>
                <c:pt idx="4">
                  <c:v>0.015559167788</c:v>
                </c:pt>
              </c:numCache>
            </c:numRef>
          </c:yVal>
        </c:ser>
        <c:ser>
          <c:idx val="7"/>
          <c:order val="7"/>
          <c:tx>
            <c:v>Mean Opaque three_most_dilute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1.755</c:v>
                </c:pt>
                <c:pt idx="1">
                  <c:v>1.885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0.0183321002655</c:v>
                </c:pt>
                <c:pt idx="1">
                  <c:v>0.0183321002655</c:v>
                </c:pt>
              </c:numCache>
            </c:numRef>
          </c:yVal>
        </c:ser>
        <c:ser>
          <c:idx val="8"/>
          <c:order val="8"/>
          <c:tx>
            <c:v>Aligned three_most_dilute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Data'!$Q$2:$Q$6</c:f>
              <c:numCache>
                <c:formatCode>General</c:formatCode>
                <c:ptCount val="5"/>
                <c:pt idx="0">
                  <c:v>1.964</c:v>
                </c:pt>
                <c:pt idx="1">
                  <c:v>1.982</c:v>
                </c:pt>
                <c:pt idx="2">
                  <c:v>2</c:v>
                </c:pt>
                <c:pt idx="3">
                  <c:v>2.018</c:v>
                </c:pt>
                <c:pt idx="4">
                  <c:v>2.036</c:v>
                </c:pt>
              </c:numCache>
            </c:numRef>
          </c:xVal>
          <c:yVal>
            <c:numRef>
              <c:f>'Chart Data'!$R$2:$R$6</c:f>
              <c:numCache>
                <c:formatCode>0.00</c:formatCode>
                <c:ptCount val="5"/>
                <c:pt idx="0">
                  <c:v>0.189531060347</c:v>
                </c:pt>
                <c:pt idx="1">
                  <c:v>0.18268312077</c:v>
                </c:pt>
                <c:pt idx="2">
                  <c:v>0.149558921387</c:v>
                </c:pt>
                <c:pt idx="3">
                  <c:v>0.141295995701</c:v>
                </c:pt>
                <c:pt idx="4">
                  <c:v>0.130052209385</c:v>
                </c:pt>
              </c:numCache>
            </c:numRef>
          </c:yVal>
        </c:ser>
        <c:ser>
          <c:idx val="9"/>
          <c:order val="9"/>
          <c:tx>
            <c:v>Mean Aligned three_most_dilute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Data'!$S$2:$S$3</c:f>
              <c:numCache>
                <c:formatCode>General</c:formatCode>
                <c:ptCount val="2"/>
                <c:pt idx="0">
                  <c:v>1.935</c:v>
                </c:pt>
                <c:pt idx="1">
                  <c:v>2.065</c:v>
                </c:pt>
              </c:numCache>
            </c:numRef>
          </c:xVal>
          <c:yVal>
            <c:numRef>
              <c:f>'Chart Data'!$T$2:$T$3</c:f>
              <c:numCache>
                <c:formatCode>0.00</c:formatCode>
                <c:ptCount val="2"/>
                <c:pt idx="0">
                  <c:v>0.158624261518</c:v>
                </c:pt>
                <c:pt idx="1">
                  <c:v>0.158624261518</c:v>
                </c:pt>
              </c:numCache>
            </c:numRef>
          </c:yVal>
        </c:ser>
        <c:ser>
          <c:idx val="10"/>
          <c:order val="10"/>
          <c:tx>
            <c:v>MisIndexed three_most_dilute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Data'!$U$2:$U$6</c:f>
              <c:numCache>
                <c:formatCode>General</c:formatCode>
                <c:ptCount val="5"/>
                <c:pt idx="0">
                  <c:v>2.144</c:v>
                </c:pt>
                <c:pt idx="1">
                  <c:v>2.162</c:v>
                </c:pt>
                <c:pt idx="2">
                  <c:v>2.18</c:v>
                </c:pt>
                <c:pt idx="3">
                  <c:v>2.198</c:v>
                </c:pt>
                <c:pt idx="4">
                  <c:v>2.216</c:v>
                </c:pt>
              </c:numCache>
            </c:numRef>
          </c:xVal>
          <c:yVal>
            <c:numRef>
              <c:f>'Chart Data'!$V$2:$V$6</c:f>
              <c:numCache>
                <c:formatCode>0.00</c:formatCode>
                <c:ptCount val="5"/>
                <c:pt idx="0">
                  <c:v>0.189583504792</c:v>
                </c:pt>
                <c:pt idx="1">
                  <c:v>0.188205342992</c:v>
                </c:pt>
                <c:pt idx="2">
                  <c:v>0.0727811436097</c:v>
                </c:pt>
                <c:pt idx="3">
                  <c:v>0.14108488459</c:v>
                </c:pt>
                <c:pt idx="4">
                  <c:v>0.128185542719</c:v>
                </c:pt>
              </c:numCache>
            </c:numRef>
          </c:yVal>
        </c:ser>
        <c:ser>
          <c:idx val="11"/>
          <c:order val="11"/>
          <c:tx>
            <c:v>Mean MisIndexed three_most_dilute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Data'!$W$2:$W$3</c:f>
              <c:numCache>
                <c:formatCode>General</c:formatCode>
                <c:ptCount val="2"/>
                <c:pt idx="0">
                  <c:v>2.115</c:v>
                </c:pt>
                <c:pt idx="1">
                  <c:v>2.245</c:v>
                </c:pt>
              </c:numCache>
            </c:numRef>
          </c:xVal>
          <c:yVal>
            <c:numRef>
              <c:f>'Chart Data'!$X$2:$X$3</c:f>
              <c:numCache>
                <c:formatCode>0.00</c:formatCode>
                <c:ptCount val="2"/>
                <c:pt idx="0">
                  <c:v>0.14396808374</c:v>
                </c:pt>
                <c:pt idx="1">
                  <c:v>0.14396808374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Macro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2.5"/>
          <c:min val="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Nominal 80%</c:v>
          </c:tx>
          <c:spPr>
            <a:solidFill>
              <a:srgbClr val="6A737B"/>
            </a:solidFill>
            <a:ln w="12383">
              <a:solidFill>
                <a:srgbClr val="6A737B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0.5</c:v>
                </c:pt>
                <c:pt idx="1">
                  <c:v>2.5</c:v>
                </c:pt>
              </c:numCache>
            </c:numRef>
          </c:xVal>
          <c:yVal>
            <c:numRef>
              <c:f>'Chart Data'!$B$2:$B$3</c:f>
              <c:numCache>
                <c:formatCode>0</c:formatCode>
                <c:ptCount val="2"/>
                <c:pt idx="0">
                  <c:v>80</c:v>
                </c:pt>
                <c:pt idx="1">
                  <c:v>80</c:v>
                </c:pt>
              </c:numCache>
            </c:numRef>
          </c:yVal>
        </c:ser>
        <c:ser>
          <c:idx val="1"/>
          <c:order val="1"/>
          <c:tx>
            <c:v>Opaque other_nine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0.784</c:v>
                </c:pt>
                <c:pt idx="1">
                  <c:v>0.802</c:v>
                </c:pt>
                <c:pt idx="2">
                  <c:v>0.82</c:v>
                </c:pt>
                <c:pt idx="3">
                  <c:v>0.838</c:v>
                </c:pt>
                <c:pt idx="4">
                  <c:v>0.856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94.0740740741</c:v>
                </c:pt>
                <c:pt idx="1">
                  <c:v>96.2962962963</c:v>
                </c:pt>
                <c:pt idx="2">
                  <c:v>80</c:v>
                </c:pt>
                <c:pt idx="3">
                  <c:v>97.037037037</c:v>
                </c:pt>
                <c:pt idx="4">
                  <c:v>85.9259259259</c:v>
                </c:pt>
              </c:numCache>
            </c:numRef>
          </c:yVal>
        </c:ser>
        <c:ser>
          <c:idx val="2"/>
          <c:order val="2"/>
          <c:tx>
            <c:v>Mean Opaque other_nine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0.755</c:v>
                </c:pt>
                <c:pt idx="1">
                  <c:v>0.885</c:v>
                </c:pt>
              </c:numCache>
            </c:numRef>
          </c:xVal>
          <c:yVal>
            <c:numRef>
              <c:f>'Chart Data'!$F$2:$F$3</c:f>
              <c:numCache>
                <c:formatCode>0</c:formatCode>
                <c:ptCount val="2"/>
                <c:pt idx="0">
                  <c:v>90.6666666667</c:v>
                </c:pt>
                <c:pt idx="1">
                  <c:v>90.6666666667</c:v>
                </c:pt>
              </c:numCache>
            </c:numRef>
          </c:yVal>
        </c:ser>
        <c:ser>
          <c:idx val="3"/>
          <c:order val="3"/>
          <c:tx>
            <c:v>Aligned other_nine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0.964</c:v>
                </c:pt>
                <c:pt idx="1">
                  <c:v>0.982</c:v>
                </c:pt>
                <c:pt idx="2">
                  <c:v>1</c:v>
                </c:pt>
                <c:pt idx="3">
                  <c:v>1.018</c:v>
                </c:pt>
                <c:pt idx="4">
                  <c:v>1.036</c:v>
                </c:pt>
              </c:numCache>
            </c:numRef>
          </c:xVal>
          <c:yVal>
            <c:numRef>
              <c:f>'Chart Data'!$H$2:$H$6</c:f>
              <c:numCache>
                <c:formatCode>0</c:formatCode>
                <c:ptCount val="5"/>
                <c:pt idx="0">
                  <c:v>92.5925925926</c:v>
                </c:pt>
                <c:pt idx="1">
                  <c:v>78.5185185185</c:v>
                </c:pt>
                <c:pt idx="2">
                  <c:v>98.5185185185</c:v>
                </c:pt>
                <c:pt idx="3">
                  <c:v>90.3703703704</c:v>
                </c:pt>
                <c:pt idx="4">
                  <c:v>96.2962962963</c:v>
                </c:pt>
              </c:numCache>
            </c:numRef>
          </c:yVal>
        </c:ser>
        <c:ser>
          <c:idx val="4"/>
          <c:order val="4"/>
          <c:tx>
            <c:v>Mean Aligned other_nine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0.935</c:v>
                </c:pt>
                <c:pt idx="1">
                  <c:v>1.065</c:v>
                </c:pt>
              </c:numCache>
            </c:numRef>
          </c:xVal>
          <c:yVal>
            <c:numRef>
              <c:f>'Chart Data'!$J$2:$J$3</c:f>
              <c:numCache>
                <c:formatCode>0</c:formatCode>
                <c:ptCount val="2"/>
                <c:pt idx="0">
                  <c:v>91.2592592593</c:v>
                </c:pt>
                <c:pt idx="1">
                  <c:v>91.2592592593</c:v>
                </c:pt>
              </c:numCache>
            </c:numRef>
          </c:yVal>
        </c:ser>
        <c:ser>
          <c:idx val="5"/>
          <c:order val="5"/>
          <c:tx>
            <c:v>MisIndexed other_nine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1.144</c:v>
                </c:pt>
                <c:pt idx="1">
                  <c:v>1.162</c:v>
                </c:pt>
                <c:pt idx="2">
                  <c:v>1.18</c:v>
                </c:pt>
                <c:pt idx="3">
                  <c:v>1.198</c:v>
                </c:pt>
                <c:pt idx="4">
                  <c:v>1.216</c:v>
                </c:pt>
              </c:numCache>
            </c:numRef>
          </c:xVal>
          <c:yVal>
            <c:numRef>
              <c:f>'Chart Data'!$L$2:$L$6</c:f>
              <c:numCache>
                <c:formatCode>0</c:formatCode>
                <c:ptCount val="5"/>
                <c:pt idx="0">
                  <c:v>82.962962963</c:v>
                </c:pt>
                <c:pt idx="1">
                  <c:v>77.037037037</c:v>
                </c:pt>
                <c:pt idx="2">
                  <c:v>94.8148148148</c:v>
                </c:pt>
                <c:pt idx="3">
                  <c:v>96.2962962963</c:v>
                </c:pt>
                <c:pt idx="4">
                  <c:v>97.037037037</c:v>
                </c:pt>
              </c:numCache>
            </c:numRef>
          </c:yVal>
        </c:ser>
        <c:ser>
          <c:idx val="6"/>
          <c:order val="6"/>
          <c:tx>
            <c:v>Mean MisIndexed other_nine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1.115</c:v>
                </c:pt>
                <c:pt idx="1">
                  <c:v>1.245</c:v>
                </c:pt>
              </c:numCache>
            </c:numRef>
          </c:xVal>
          <c:yVal>
            <c:numRef>
              <c:f>'Chart Data'!$N$2:$N$3</c:f>
              <c:numCache>
                <c:formatCode>0</c:formatCode>
                <c:ptCount val="2"/>
                <c:pt idx="0">
                  <c:v>89.6296296296</c:v>
                </c:pt>
                <c:pt idx="1">
                  <c:v>89.6296296296</c:v>
                </c:pt>
              </c:numCache>
            </c:numRef>
          </c:yVal>
        </c:ser>
        <c:ser>
          <c:idx val="7"/>
          <c:order val="7"/>
          <c:tx>
            <c:v>Opaque three_most_dilute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1.784</c:v>
                </c:pt>
                <c:pt idx="1">
                  <c:v>1.802</c:v>
                </c:pt>
                <c:pt idx="2">
                  <c:v>1.82</c:v>
                </c:pt>
                <c:pt idx="3">
                  <c:v>1.838</c:v>
                </c:pt>
                <c:pt idx="4">
                  <c:v>1.856</c:v>
                </c:pt>
              </c:numCache>
            </c:numRef>
          </c:xVal>
          <c:yVal>
            <c:numRef>
              <c:f>'Chart Data'!$P$2:$P$6</c:f>
              <c:numCache>
                <c:formatCode>0</c:formatCode>
                <c:ptCount val="5"/>
                <c:pt idx="0">
                  <c:v>66.6666666667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yVal>
        </c:ser>
        <c:ser>
          <c:idx val="8"/>
          <c:order val="8"/>
          <c:tx>
            <c:v>Mean Opaque three_most_dilute</c:v>
          </c:tx>
          <c:spPr>
            <a:solidFill>
              <a:srgbClr val="637482"/>
            </a:solidFill>
            <a:ln w="28575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1.755</c:v>
                </c:pt>
                <c:pt idx="1">
                  <c:v>1.885</c:v>
                </c:pt>
              </c:numCache>
            </c:numRef>
          </c:xVal>
          <c:yVal>
            <c:numRef>
              <c:f>'Chart Data'!$R$2:$R$3</c:f>
              <c:numCache>
                <c:formatCode>0</c:formatCode>
                <c:ptCount val="2"/>
                <c:pt idx="0">
                  <c:v>93.3333333333</c:v>
                </c:pt>
                <c:pt idx="1">
                  <c:v>93.3333333333</c:v>
                </c:pt>
              </c:numCache>
            </c:numRef>
          </c:yVal>
        </c:ser>
        <c:ser>
          <c:idx val="9"/>
          <c:order val="9"/>
          <c:tx>
            <c:v>Aligned three_most_dilute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Data'!$S$2:$S$6</c:f>
              <c:numCache>
                <c:formatCode>General</c:formatCode>
                <c:ptCount val="5"/>
                <c:pt idx="0">
                  <c:v>1.964</c:v>
                </c:pt>
                <c:pt idx="1">
                  <c:v>1.982</c:v>
                </c:pt>
                <c:pt idx="2">
                  <c:v>2</c:v>
                </c:pt>
                <c:pt idx="3">
                  <c:v>2.018</c:v>
                </c:pt>
                <c:pt idx="4">
                  <c:v>2.036</c:v>
                </c:pt>
              </c:numCache>
            </c:numRef>
          </c:xVal>
          <c:yVal>
            <c:numRef>
              <c:f>'Chart Data'!$T$2:$T$6</c:f>
              <c:numCache>
                <c:formatCode>0</c:formatCode>
                <c:ptCount val="5"/>
                <c:pt idx="0">
                  <c:v>11.1111111111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yVal>
        </c:ser>
        <c:ser>
          <c:idx val="10"/>
          <c:order val="10"/>
          <c:tx>
            <c:v>Mean Aligned three_most_dilute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Data'!$U$2:$U$3</c:f>
              <c:numCache>
                <c:formatCode>General</c:formatCode>
                <c:ptCount val="2"/>
                <c:pt idx="0">
                  <c:v>1.935</c:v>
                </c:pt>
                <c:pt idx="1">
                  <c:v>2.065</c:v>
                </c:pt>
              </c:numCache>
            </c:numRef>
          </c:xVal>
          <c:yVal>
            <c:numRef>
              <c:f>'Chart Data'!$V$2:$V$3</c:f>
              <c:numCache>
                <c:formatCode>0</c:formatCode>
                <c:ptCount val="2"/>
                <c:pt idx="0">
                  <c:v>2.22222222222</c:v>
                </c:pt>
                <c:pt idx="1">
                  <c:v>2.22222222222</c:v>
                </c:pt>
              </c:numCache>
            </c:numRef>
          </c:yVal>
        </c:ser>
        <c:ser>
          <c:idx val="11"/>
          <c:order val="11"/>
          <c:tx>
            <c:v>MisIndexed three_most_dilute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Data'!$W$2:$W$6</c:f>
              <c:numCache>
                <c:formatCode>General</c:formatCode>
                <c:ptCount val="5"/>
                <c:pt idx="0">
                  <c:v>2.144</c:v>
                </c:pt>
                <c:pt idx="1">
                  <c:v>2.162</c:v>
                </c:pt>
                <c:pt idx="2">
                  <c:v>2.18</c:v>
                </c:pt>
                <c:pt idx="3">
                  <c:v>2.198</c:v>
                </c:pt>
                <c:pt idx="4">
                  <c:v>2.216</c:v>
                </c:pt>
              </c:numCache>
            </c:numRef>
          </c:xVal>
          <c:yVal>
            <c:numRef>
              <c:f>'Chart Data'!$X$2:$X$6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35.5555555556</c:v>
                </c:pt>
                <c:pt idx="3">
                  <c:v>33.3333333333</c:v>
                </c:pt>
                <c:pt idx="4">
                  <c:v>0</c:v>
                </c:pt>
              </c:numCache>
            </c:numRef>
          </c:yVal>
        </c:ser>
        <c:ser>
          <c:idx val="12"/>
          <c:order val="12"/>
          <c:tx>
            <c:v>Mean MisIndexed three_most_dilute</c:v>
          </c:tx>
          <c:spPr>
            <a:solidFill>
              <a:srgbClr val="BC7850"/>
            </a:solidFill>
            <a:ln w="28575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Data'!$Y$2:$Y$3</c:f>
              <c:numCache>
                <c:formatCode>General</c:formatCode>
                <c:ptCount val="2"/>
                <c:pt idx="0">
                  <c:v>2.115</c:v>
                </c:pt>
                <c:pt idx="1">
                  <c:v>2.245</c:v>
                </c:pt>
              </c:numCache>
            </c:numRef>
          </c:xVal>
          <c:yVal>
            <c:numRef>
              <c:f>'Chart Data'!$Z$2:$Z$3</c:f>
              <c:numCache>
                <c:formatCode>0</c:formatCode>
                <c:ptCount val="2"/>
                <c:pt idx="0">
                  <c:v>13.7777777778</c:v>
                </c:pt>
                <c:pt idx="1">
                  <c:v>13.7777777778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Interval coverage (%)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.5"/>
          <c:min val="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0.716033911705</c:v>
                </c:pt>
                <c:pt idx="1">
                  <c:v>0.716033911705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0.0617886818945</c:v>
                </c:pt>
                <c:pt idx="1">
                  <c:v>0.0833797827363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0.25</c:v>
                </c:pt>
                <c:pt idx="1">
                  <c:v>0.9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0.699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0.0620335154235</c:v>
                </c:pt>
                <c:pt idx="1">
                  <c:v>0.0922920256853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0.044</c:v>
                </c:pt>
                <c:pt idx="1">
                  <c:v>0.225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0.104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0.0611356012523</c:v>
                </c:pt>
                <c:pt idx="1">
                  <c:v>0.0924573987722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0.077245</c:v>
                </c:pt>
                <c:pt idx="1">
                  <c:v>0.141245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0.109245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Dissociation fraction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0.654631316662</c:v>
                </c:pt>
                <c:pt idx="1">
                  <c:v>0.654631316662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0.0616993755102</c:v>
                </c:pt>
                <c:pt idx="1">
                  <c:v>0.0857305452228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0.45</c:v>
                </c:pt>
                <c:pt idx="1">
                  <c:v>0.8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0.629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0.0612333491445</c:v>
                </c:pt>
                <c:pt idx="1">
                  <c:v>0.0805567726493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0.053</c:v>
                </c:pt>
                <c:pt idx="1">
                  <c:v>0.108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0.0804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0.0622947253287</c:v>
                </c:pt>
                <c:pt idx="1">
                  <c:v>0.0797672197223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0.0556</c:v>
                </c:pt>
                <c:pt idx="1">
                  <c:v>0.1056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0.0806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0.579679787159</c:v>
                </c:pt>
                <c:pt idx="1">
                  <c:v>0.579679787159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0.0594160966575</c:v>
                </c:pt>
                <c:pt idx="1">
                  <c:v>0.08216778934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0.43</c:v>
                </c:pt>
                <c:pt idx="1">
                  <c:v>0.7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0.563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0.0633661523461</c:v>
                </c:pt>
                <c:pt idx="1">
                  <c:v>0.0802184417844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0.045</c:v>
                </c:pt>
                <c:pt idx="1">
                  <c:v>0.19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0.11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0.061569724232</c:v>
                </c:pt>
                <c:pt idx="1">
                  <c:v>0.0793784037232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0.1</c:v>
                </c:pt>
                <c:pt idx="1">
                  <c:v>0.75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0.46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0.517307078838</c:v>
                </c:pt>
                <c:pt idx="1">
                  <c:v>0.517307078838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0.0619170516729</c:v>
                </c:pt>
                <c:pt idx="1">
                  <c:v>0.079124443233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0.15</c:v>
                </c:pt>
                <c:pt idx="1">
                  <c:v>0.88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0.52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0.0581717304885</c:v>
                </c:pt>
                <c:pt idx="1">
                  <c:v>0.0813543498516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0.04</c:v>
                </c:pt>
                <c:pt idx="1">
                  <c:v>0.105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0.0724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0.0581267848611</c:v>
                </c:pt>
                <c:pt idx="1">
                  <c:v>0.0822163149714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0.04</c:v>
                </c:pt>
                <c:pt idx="1">
                  <c:v>0.45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0.0962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Reference</c:v>
          </c:tx>
          <c:spPr>
            <a:solidFill>
              <a:srgbClr val="24292D"/>
            </a:solidFill>
            <a:ln w="19050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-0.3</c:v>
                </c:pt>
                <c:pt idx="1">
                  <c:v>2.3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0.447965872288</c:v>
                </c:pt>
                <c:pt idx="1">
                  <c:v>0.447965872288</c:v>
                </c:pt>
              </c:numCache>
            </c:numRef>
          </c:yVal>
        </c:ser>
        <c:ser>
          <c:idx val="1"/>
          <c:order val="1"/>
          <c:tx>
            <c:v>Source range Opaque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0.0549094863236</c:v>
                </c:pt>
                <c:pt idx="1">
                  <c:v>0.0747966468334</c:v>
                </c:pt>
              </c:numCache>
            </c:numRef>
          </c:yVal>
        </c:ser>
        <c:ser>
          <c:idx val="2"/>
          <c:order val="2"/>
          <c:tx>
            <c:v>80% interval Opaque</c:v>
          </c:tx>
          <c:spPr>
            <a:solidFill>
              <a:srgbClr val="637482"/>
            </a:solidFill>
            <a:ln w="19050">
              <a:solidFill>
                <a:srgbClr val="637482"/>
              </a:solidFill>
            </a:ln>
          </c:spPr>
          <c:marker>
            <c:symbol val="none"/>
            <c:size val="8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0.2</c:v>
                </c:pt>
                <c:pt idx="1">
                  <c:v>0.7</c:v>
                </c:pt>
              </c:numCache>
            </c:numRef>
          </c:yVal>
        </c:ser>
        <c:ser>
          <c:idx val="3"/>
          <c:order val="3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'Chart Data'!$H$2:$H$2</c:f>
              <c:numCache>
                <c:formatCode>0.00</c:formatCode>
                <c:ptCount val="1"/>
                <c:pt idx="0">
                  <c:v>0.413</c:v>
                </c:pt>
              </c:numCache>
            </c:numRef>
          </c:yVal>
        </c:ser>
        <c:ser>
          <c:idx val="4"/>
          <c:order val="4"/>
          <c:tx>
            <c:v>Source range Aligned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Data'!$J$2:$J$3</c:f>
              <c:numCache>
                <c:formatCode>0.00</c:formatCode>
                <c:ptCount val="2"/>
                <c:pt idx="0">
                  <c:v>0.0644031614065</c:v>
                </c:pt>
                <c:pt idx="1">
                  <c:v>0.0799311324954</c:v>
                </c:pt>
              </c:numCache>
            </c:numRef>
          </c:yVal>
        </c:ser>
        <c:ser>
          <c:idx val="5"/>
          <c:order val="5"/>
          <c:tx>
            <c:v>80% interval Aligned</c:v>
          </c:tx>
          <c:spPr>
            <a:solidFill>
              <a:srgbClr val="277F8A"/>
            </a:solidFill>
            <a:ln w="19050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0.035</c:v>
                </c:pt>
                <c:pt idx="1">
                  <c:v>0.13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1</c:v>
                </c:pt>
              </c:numCache>
            </c:numRef>
          </c:xVal>
          <c:yVal>
            <c:numRef>
              <c:f>'Chart Data'!$N$2:$N$2</c:f>
              <c:numCache>
                <c:formatCode>0.00</c:formatCode>
                <c:ptCount val="1"/>
                <c:pt idx="0">
                  <c:v>0.079</c:v>
                </c:pt>
              </c:numCache>
            </c:numRef>
          </c:yVal>
        </c:ser>
        <c:ser>
          <c:idx val="7"/>
          <c:order val="7"/>
          <c:tx>
            <c:v>Source range MisIndexed</c:v>
          </c:tx>
          <c:spPr>
            <a:solidFill>
              <a:srgbClr val="D7DDE1"/>
            </a:solidFill>
            <a:ln w="13335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0.0658101141453</c:v>
                </c:pt>
                <c:pt idx="1">
                  <c:v>0.0779244974256</c:v>
                </c:pt>
              </c:numCache>
            </c:numRef>
          </c:yVal>
        </c:ser>
        <c:ser>
          <c:idx val="8"/>
          <c:order val="8"/>
          <c:tx>
            <c:v>80% interval MisIndexed</c:v>
          </c:tx>
          <c:spPr>
            <a:solidFill>
              <a:srgbClr val="BC7850"/>
            </a:solidFill>
            <a:ln w="19050">
              <a:solidFill>
                <a:srgbClr val="BC7850"/>
              </a:solidFill>
            </a:ln>
          </c:spPr>
          <c:marker>
            <c:symbol val="none"/>
            <c:size val="8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xVal>
          <c:yVal>
            <c:numRef>
              <c:f>'Chart Data'!$R$2:$R$3</c:f>
              <c:numCache>
                <c:formatCode>0.00</c:formatCode>
                <c:ptCount val="2"/>
                <c:pt idx="0">
                  <c:v>0.04</c:v>
                </c:pt>
                <c:pt idx="1">
                  <c:v>0.096</c:v>
                </c:pt>
              </c:numCache>
            </c:numRef>
          </c:yVal>
        </c:ser>
        <c:ser>
          <c:idx val="9"/>
          <c:order val="9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'Chart Data'!$T$2:$T$2</c:f>
              <c:numCache>
                <c:formatCode>0.00</c:formatCode>
                <c:ptCount val="1"/>
                <c:pt idx="0">
                  <c:v>0.0681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2.45"/>
          <c:min val="-0.4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0.45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0.45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0.182038086096</c:v>
                </c:pt>
                <c:pt idx="1">
                  <c:v>0.157182553723</c:v>
                </c:pt>
                <c:pt idx="2">
                  <c:v>0.101250672739</c:v>
                </c:pt>
                <c:pt idx="3">
                  <c:v>0.0598537477754</c:v>
                </c:pt>
                <c:pt idx="4">
                  <c:v>0.220153907639</c:v>
                </c:pt>
                <c:pt idx="5">
                  <c:v>0.168926438642</c:v>
                </c:pt>
                <c:pt idx="6">
                  <c:v>0.0834767580465</c:v>
                </c:pt>
                <c:pt idx="7">
                  <c:v>0.153694565067</c:v>
                </c:pt>
                <c:pt idx="8">
                  <c:v>0.217637241453</c:v>
                </c:pt>
                <c:pt idx="9">
                  <c:v>0.0849605883029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0.0848859145184</c:v>
                </c:pt>
                <c:pt idx="1">
                  <c:v>0.143635914518</c:v>
                </c:pt>
                <c:pt idx="2">
                  <c:v>0.116344923502</c:v>
                </c:pt>
                <c:pt idx="3">
                  <c:v>0.381306394921</c:v>
                </c:pt>
                <c:pt idx="4">
                  <c:v>0.0615964751424</c:v>
                </c:pt>
                <c:pt idx="5">
                  <c:v>0.0871435918492</c:v>
                </c:pt>
                <c:pt idx="6">
                  <c:v>0.0698582086861</c:v>
                </c:pt>
                <c:pt idx="7">
                  <c:v>0.139648309618</c:v>
                </c:pt>
                <c:pt idx="8">
                  <c:v>0.148638835917</c:v>
                </c:pt>
                <c:pt idx="9">
                  <c:v>0.0383891991177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0.216022637923</c:v>
                </c:pt>
                <c:pt idx="1">
                  <c:v>0.205849800198</c:v>
                </c:pt>
                <c:pt idx="2">
                  <c:v>0.115453006904</c:v>
                </c:pt>
                <c:pt idx="3">
                  <c:v>0.240450006968</c:v>
                </c:pt>
                <c:pt idx="4">
                  <c:v>0.260610880655</c:v>
                </c:pt>
                <c:pt idx="5">
                  <c:v>0.217244540356</c:v>
                </c:pt>
                <c:pt idx="6">
                  <c:v>0.140166981736</c:v>
                </c:pt>
                <c:pt idx="7">
                  <c:v>0.193666840563</c:v>
                </c:pt>
                <c:pt idx="8">
                  <c:v>0.205991705825</c:v>
                </c:pt>
                <c:pt idx="9">
                  <c:v>0.212067641884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0.0460189822319</c:v>
                </c:pt>
                <c:pt idx="1">
                  <c:v>0.0551856488986</c:v>
                </c:pt>
                <c:pt idx="2">
                  <c:v>0.0542610785182</c:v>
                </c:pt>
                <c:pt idx="3">
                  <c:v>0.0401563057668</c:v>
                </c:pt>
                <c:pt idx="4">
                  <c:v>0.0409069506862</c:v>
                </c:pt>
                <c:pt idx="5">
                  <c:v>0.117976925183</c:v>
                </c:pt>
                <c:pt idx="6">
                  <c:v>0.0552036046057</c:v>
                </c:pt>
                <c:pt idx="7">
                  <c:v>0.0603942152824</c:v>
                </c:pt>
                <c:pt idx="8">
                  <c:v>0.115276966779</c:v>
                </c:pt>
                <c:pt idx="9">
                  <c:v>0.0593321209607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0.204295786658</c:v>
                </c:pt>
                <c:pt idx="1">
                  <c:v>0.257992066382</c:v>
                </c:pt>
                <c:pt idx="2">
                  <c:v>0.235203485684</c:v>
                </c:pt>
                <c:pt idx="3">
                  <c:v>0.106156632728</c:v>
                </c:pt>
                <c:pt idx="4">
                  <c:v>0.293911426964</c:v>
                </c:pt>
                <c:pt idx="5">
                  <c:v>0.0504680446607</c:v>
                </c:pt>
                <c:pt idx="6">
                  <c:v>0.088735145413</c:v>
                </c:pt>
                <c:pt idx="7">
                  <c:v>0.138357075522</c:v>
                </c:pt>
                <c:pt idx="8">
                  <c:v>0.186596495976</c:v>
                </c:pt>
                <c:pt idx="9">
                  <c:v>0.14219821922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0.0568523155652</c:v>
                </c:pt>
                <c:pt idx="1">
                  <c:v>0.0997612921202</c:v>
                </c:pt>
                <c:pt idx="2">
                  <c:v>0.0909282568358</c:v>
                </c:pt>
                <c:pt idx="3">
                  <c:v>0.176494501006</c:v>
                </c:pt>
                <c:pt idx="4">
                  <c:v>0.0547456547352</c:v>
                </c:pt>
                <c:pt idx="5">
                  <c:v>0.0604657648899</c:v>
                </c:pt>
                <c:pt idx="6">
                  <c:v>0.0604724829504</c:v>
                </c:pt>
                <c:pt idx="7">
                  <c:v>0.0647231885102</c:v>
                </c:pt>
                <c:pt idx="8">
                  <c:v>0.0933321209607</c:v>
                </c:pt>
                <c:pt idx="9">
                  <c:v>0.0815442139551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5"/>
      </c:valAx>
      <c:valAx>
        <c:axId val="48650112"/>
        <c:scaling>
          <c:orientation val="minMax"/>
          <c:max val="0.4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0.14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0.14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0.00441602763515</c:v>
                </c:pt>
                <c:pt idx="1">
                  <c:v>0.00482040304187</c:v>
                </c:pt>
                <c:pt idx="2">
                  <c:v>0.00456336077994</c:v>
                </c:pt>
                <c:pt idx="3">
                  <c:v>0.00515005554491</c:v>
                </c:pt>
                <c:pt idx="4">
                  <c:v>0.00461033299108</c:v>
                </c:pt>
                <c:pt idx="5">
                  <c:v>0.00467270097342</c:v>
                </c:pt>
                <c:pt idx="6">
                  <c:v>0.00550374238997</c:v>
                </c:pt>
                <c:pt idx="7">
                  <c:v>0.00485387759343</c:v>
                </c:pt>
                <c:pt idx="8">
                  <c:v>0.0048820147242</c:v>
                </c:pt>
                <c:pt idx="9">
                  <c:v>0.00683484640587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0.0135525825385</c:v>
                </c:pt>
                <c:pt idx="1">
                  <c:v>0.0177302038888</c:v>
                </c:pt>
                <c:pt idx="2">
                  <c:v>0.0301565692924</c:v>
                </c:pt>
                <c:pt idx="3">
                  <c:v>0.0143232359591</c:v>
                </c:pt>
                <c:pt idx="4">
                  <c:v>0.00590793581993</c:v>
                </c:pt>
                <c:pt idx="5">
                  <c:v>0.0288777914578</c:v>
                </c:pt>
                <c:pt idx="6">
                  <c:v>0.0109374639661</c:v>
                </c:pt>
                <c:pt idx="7">
                  <c:v>0.00729928841699</c:v>
                </c:pt>
                <c:pt idx="8">
                  <c:v>0.00650976962323</c:v>
                </c:pt>
                <c:pt idx="9">
                  <c:v>0.0110400999275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0.00762575049241</c:v>
                </c:pt>
                <c:pt idx="1">
                  <c:v>0.00467010485114</c:v>
                </c:pt>
                <c:pt idx="2">
                  <c:v>0.00551262989772</c:v>
                </c:pt>
                <c:pt idx="3">
                  <c:v>0.00417009640417</c:v>
                </c:pt>
                <c:pt idx="4">
                  <c:v>0.00449906136038</c:v>
                </c:pt>
                <c:pt idx="5">
                  <c:v>0.0043002806979</c:v>
                </c:pt>
                <c:pt idx="6">
                  <c:v>0.004258136444</c:v>
                </c:pt>
                <c:pt idx="7">
                  <c:v>0.00483577599395</c:v>
                </c:pt>
                <c:pt idx="8">
                  <c:v>0.00441850251547</c:v>
                </c:pt>
                <c:pt idx="9">
                  <c:v>0.00439253520334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0.0983084557324</c:v>
                </c:pt>
                <c:pt idx="1">
                  <c:v>0.0149518362649</c:v>
                </c:pt>
                <c:pt idx="2">
                  <c:v>0.0384899026257</c:v>
                </c:pt>
                <c:pt idx="3">
                  <c:v>0.0351565692924</c:v>
                </c:pt>
                <c:pt idx="4">
                  <c:v>0.0337624952383</c:v>
                </c:pt>
                <c:pt idx="5">
                  <c:v>0.0645958285716</c:v>
                </c:pt>
                <c:pt idx="6">
                  <c:v>0.0163057585405</c:v>
                </c:pt>
                <c:pt idx="7">
                  <c:v>0.0700132769685</c:v>
                </c:pt>
                <c:pt idx="8">
                  <c:v>0.0112335698609</c:v>
                </c:pt>
                <c:pt idx="9">
                  <c:v>0.0648304488332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0.00473860300562</c:v>
                </c:pt>
                <c:pt idx="1">
                  <c:v>0.0049645766316</c:v>
                </c:pt>
                <c:pt idx="2">
                  <c:v>0.00430248662264</c:v>
                </c:pt>
                <c:pt idx="3">
                  <c:v>0.00415855074118</c:v>
                </c:pt>
                <c:pt idx="4">
                  <c:v>0.00426353711487</c:v>
                </c:pt>
                <c:pt idx="5">
                  <c:v>0.00486943438192</c:v>
                </c:pt>
                <c:pt idx="6">
                  <c:v>0.00512986430795</c:v>
                </c:pt>
                <c:pt idx="7">
                  <c:v>0.00415678040125</c:v>
                </c:pt>
                <c:pt idx="8">
                  <c:v>0.00441228669251</c:v>
                </c:pt>
                <c:pt idx="9">
                  <c:v>0.00448417441638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0.104141789066</c:v>
                </c:pt>
                <c:pt idx="1">
                  <c:v>0.0949751223991</c:v>
                </c:pt>
                <c:pt idx="2">
                  <c:v>0.0380732359591</c:v>
                </c:pt>
                <c:pt idx="3">
                  <c:v>0.0426565692924</c:v>
                </c:pt>
                <c:pt idx="4">
                  <c:v>0.0870958285716</c:v>
                </c:pt>
                <c:pt idx="5">
                  <c:v>0.00959582857159</c:v>
                </c:pt>
                <c:pt idx="6">
                  <c:v>0.0800132769685</c:v>
                </c:pt>
                <c:pt idx="7">
                  <c:v>0.107096610302</c:v>
                </c:pt>
                <c:pt idx="8">
                  <c:v>0.117330448833</c:v>
                </c:pt>
                <c:pt idx="9">
                  <c:v>0.0313304488332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0.14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0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0.22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0.22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0.016829786605</c:v>
                </c:pt>
                <c:pt idx="1">
                  <c:v>0.0191726504675</c:v>
                </c:pt>
                <c:pt idx="2">
                  <c:v>0.0191814420408</c:v>
                </c:pt>
                <c:pt idx="3">
                  <c:v>0.04901839487</c:v>
                </c:pt>
                <c:pt idx="4">
                  <c:v>0.0193055473197</c:v>
                </c:pt>
                <c:pt idx="5">
                  <c:v>0.0189999052882</c:v>
                </c:pt>
                <c:pt idx="6">
                  <c:v>0.0204909585555</c:v>
                </c:pt>
                <c:pt idx="7">
                  <c:v>0.0212184687926</c:v>
                </c:pt>
                <c:pt idx="8">
                  <c:v>0.0181739115361</c:v>
                </c:pt>
                <c:pt idx="9">
                  <c:v>0.0180131820958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0.0289334291368</c:v>
                </c:pt>
                <c:pt idx="1">
                  <c:v>0.0422445741276</c:v>
                </c:pt>
                <c:pt idx="2">
                  <c:v>0.0304299994529</c:v>
                </c:pt>
                <c:pt idx="3">
                  <c:v>0.176660286603</c:v>
                </c:pt>
                <c:pt idx="4">
                  <c:v>0.0944843658348</c:v>
                </c:pt>
                <c:pt idx="5">
                  <c:v>0.0286013023857</c:v>
                </c:pt>
                <c:pt idx="6">
                  <c:v>0.172446488823</c:v>
                </c:pt>
                <c:pt idx="7">
                  <c:v>0.031518066029</c:v>
                </c:pt>
                <c:pt idx="8">
                  <c:v>0.0567188859533</c:v>
                </c:pt>
                <c:pt idx="9">
                  <c:v>0.00935778523931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0.0165757626922</c:v>
                </c:pt>
                <c:pt idx="1">
                  <c:v>0.01754278915</c:v>
                </c:pt>
                <c:pt idx="2">
                  <c:v>0.0171922444861</c:v>
                </c:pt>
                <c:pt idx="3">
                  <c:v>0.0171922444861</c:v>
                </c:pt>
                <c:pt idx="4">
                  <c:v>0.019191178217</c:v>
                </c:pt>
                <c:pt idx="5">
                  <c:v>0.0189999052882</c:v>
                </c:pt>
                <c:pt idx="6">
                  <c:v>0.0204229036869</c:v>
                </c:pt>
                <c:pt idx="7">
                  <c:v>0.0282493806142</c:v>
                </c:pt>
                <c:pt idx="8">
                  <c:v>0.0195294060639</c:v>
                </c:pt>
                <c:pt idx="9">
                  <c:v>0.0187220498193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0.0293500958034</c:v>
                </c:pt>
                <c:pt idx="1">
                  <c:v>0.0555779074609</c:v>
                </c:pt>
                <c:pt idx="2">
                  <c:v>0.0163128427778</c:v>
                </c:pt>
                <c:pt idx="3">
                  <c:v>0.0416602866032</c:v>
                </c:pt>
                <c:pt idx="4">
                  <c:v>0.0740183987978</c:v>
                </c:pt>
                <c:pt idx="5">
                  <c:v>0.106151032501</c:v>
                </c:pt>
                <c:pt idx="6">
                  <c:v>0.0146740391677</c:v>
                </c:pt>
                <c:pt idx="7">
                  <c:v>0.0525218247153</c:v>
                </c:pt>
                <c:pt idx="8">
                  <c:v>0.114291211005</c:v>
                </c:pt>
                <c:pt idx="9">
                  <c:v>0.02713555262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0.0165757626922</c:v>
                </c:pt>
                <c:pt idx="1">
                  <c:v>0.0180997634991</c:v>
                </c:pt>
                <c:pt idx="2">
                  <c:v>0.0171922444861</c:v>
                </c:pt>
                <c:pt idx="3">
                  <c:v>0.0171922444861</c:v>
                </c:pt>
                <c:pt idx="4">
                  <c:v>0.0189999052882</c:v>
                </c:pt>
                <c:pt idx="5">
                  <c:v>0.0215468742015</c:v>
                </c:pt>
                <c:pt idx="6">
                  <c:v>0.122882933739</c:v>
                </c:pt>
                <c:pt idx="7">
                  <c:v>0.0199436150884</c:v>
                </c:pt>
                <c:pt idx="8">
                  <c:v>0.019036061627</c:v>
                </c:pt>
                <c:pt idx="9">
                  <c:v>0.0181084928511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0.0212253339235</c:v>
                </c:pt>
                <c:pt idx="1">
                  <c:v>0.161827907461</c:v>
                </c:pt>
                <c:pt idx="2">
                  <c:v>0.13332695327</c:v>
                </c:pt>
                <c:pt idx="3">
                  <c:v>0.0991602866032</c:v>
                </c:pt>
                <c:pt idx="4">
                  <c:v>0.0245281767076</c:v>
                </c:pt>
                <c:pt idx="5">
                  <c:v>0.0699491122534</c:v>
                </c:pt>
                <c:pt idx="6">
                  <c:v>0.102521824715</c:v>
                </c:pt>
                <c:pt idx="7">
                  <c:v>0.0287718247153</c:v>
                </c:pt>
                <c:pt idx="8">
                  <c:v>0.188874544338</c:v>
                </c:pt>
                <c:pt idx="9">
                  <c:v>0.0437078776717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22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Equal error</c:v>
          </c:tx>
          <c:spPr>
            <a:solidFill>
              <a:srgbClr val="D7DDE1"/>
            </a:solidFill>
            <a:ln w="14288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0.55</c:v>
                </c:pt>
              </c:numCache>
            </c:numRef>
          </c:xVal>
          <c:yVal>
            <c:numRef>
              <c:f>'Chart Data'!$B$2:$B$3</c:f>
              <c:numCache>
                <c:formatCode>0.00</c:formatCode>
                <c:ptCount val="2"/>
                <c:pt idx="0">
                  <c:v>0</c:v>
                </c:pt>
                <c:pt idx="1">
                  <c:v>0.55</c:v>
                </c:pt>
              </c:numCache>
            </c:numRef>
          </c:yVal>
        </c:ser>
        <c:ser>
          <c:idx val="1"/>
          <c:order val="1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Data'!$C$2:$C$11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0.345317526104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0.33634036614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0.364623012289</c:v>
                </c:pt>
                <c:pt idx="8">
                  <c:v>0.292383595038</c:v>
                </c:pt>
                <c:pt idx="9">
                  <c:v>0.28209062586</c:v>
                </c:pt>
              </c:numCache>
            </c:numRef>
          </c:xVal>
          <c:yVal>
            <c:numRef>
              <c:f>'Chart Data'!$D$2:$D$11</c:f>
              <c:numCache>
                <c:formatCode>0.00</c:formatCode>
                <c:ptCount val="10"/>
                <c:pt idx="0">
                  <c:v>0.234678247484</c:v>
                </c:pt>
                <c:pt idx="1">
                  <c:v>0.177606494137</c:v>
                </c:pt>
                <c:pt idx="2">
                  <c:v>0.135324563133</c:v>
                </c:pt>
                <c:pt idx="3">
                  <c:v>0.378336260183</c:v>
                </c:pt>
                <c:pt idx="4">
                  <c:v>0.457183807008</c:v>
                </c:pt>
                <c:pt idx="5">
                  <c:v>0.285773637911</c:v>
                </c:pt>
                <c:pt idx="6">
                  <c:v>0.331974651653</c:v>
                </c:pt>
                <c:pt idx="7">
                  <c:v>0.233789678955</c:v>
                </c:pt>
                <c:pt idx="8">
                  <c:v>0.335540167868</c:v>
                </c:pt>
                <c:pt idx="9">
                  <c:v>0.209706834534</c:v>
                </c:pt>
              </c:numCache>
            </c:numRef>
          </c:yVal>
        </c:ser>
        <c:ser>
          <c:idx val="2"/>
          <c:order val="2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Data'!$E$2:$E$11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0.314023140412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0.325206901802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0.369082640173</c:v>
                </c:pt>
                <c:pt idx="8">
                  <c:v>0.323299789573</c:v>
                </c:pt>
                <c:pt idx="9">
                  <c:v>0.294441032357</c:v>
                </c:pt>
              </c:numCache>
            </c:numRef>
          </c:xVal>
          <c:yVal>
            <c:numRef>
              <c:f>'Chart Data'!$F$2:$F$11</c:f>
              <c:numCache>
                <c:formatCode>0.00</c:formatCode>
                <c:ptCount val="10"/>
                <c:pt idx="0">
                  <c:v>0.266523140412</c:v>
                </c:pt>
                <c:pt idx="1">
                  <c:v>0.279856473746</c:v>
                </c:pt>
                <c:pt idx="2">
                  <c:v>0.269559625191</c:v>
                </c:pt>
                <c:pt idx="3">
                  <c:v>0.252677692722</c:v>
                </c:pt>
                <c:pt idx="4">
                  <c:v>0.225371182119</c:v>
                </c:pt>
                <c:pt idx="5">
                  <c:v>0.28399140566</c:v>
                </c:pt>
                <c:pt idx="6">
                  <c:v>0.239502291008</c:v>
                </c:pt>
                <c:pt idx="7">
                  <c:v>0.307956345622</c:v>
                </c:pt>
                <c:pt idx="8">
                  <c:v>0.495540167868</c:v>
                </c:pt>
                <c:pt idx="9">
                  <c:v>0.313930922262</c:v>
                </c:pt>
              </c:numCache>
            </c:numRef>
          </c:yVal>
        </c:ser>
        <c:ser>
          <c:idx val="3"/>
          <c:order val="3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Data'!$G$2:$G$11</c:f>
              <c:numCache>
                <c:formatCode>General</c:formatCode>
                <c:ptCount val="10"/>
                <c:pt idx="0">
                  <c:v>0.314023140412</c:v>
                </c:pt>
                <c:pt idx="1">
                  <c:v>0.314023140412</c:v>
                </c:pt>
                <c:pt idx="2">
                  <c:v>0.285392958524</c:v>
                </c:pt>
                <c:pt idx="3">
                  <c:v>0.285392958524</c:v>
                </c:pt>
                <c:pt idx="4">
                  <c:v>0.312874263365</c:v>
                </c:pt>
                <c:pt idx="5">
                  <c:v>0.30715341437</c:v>
                </c:pt>
                <c:pt idx="6">
                  <c:v>0.364623012289</c:v>
                </c:pt>
                <c:pt idx="7">
                  <c:v>0.364623012289</c:v>
                </c:pt>
                <c:pt idx="8">
                  <c:v>0.305188068892</c:v>
                </c:pt>
                <c:pt idx="9">
                  <c:v>0.28209062586</c:v>
                </c:pt>
              </c:numCache>
            </c:numRef>
          </c:xVal>
          <c:yVal>
            <c:numRef>
              <c:f>'Chart Data'!$H$2:$H$11</c:f>
              <c:numCache>
                <c:formatCode>0.00</c:formatCode>
                <c:ptCount val="10"/>
                <c:pt idx="0">
                  <c:v>0.203251692324</c:v>
                </c:pt>
                <c:pt idx="1">
                  <c:v>0.271344914151</c:v>
                </c:pt>
                <c:pt idx="2">
                  <c:v>0.286669593517</c:v>
                </c:pt>
                <c:pt idx="3">
                  <c:v>0.379491229799</c:v>
                </c:pt>
                <c:pt idx="4">
                  <c:v>0.294537848786</c:v>
                </c:pt>
                <c:pt idx="5">
                  <c:v>0.353880089495</c:v>
                </c:pt>
                <c:pt idx="6">
                  <c:v>0.347956345622</c:v>
                </c:pt>
                <c:pt idx="7">
                  <c:v>0.277828283398</c:v>
                </c:pt>
                <c:pt idx="8">
                  <c:v>0.307206834534</c:v>
                </c:pt>
                <c:pt idx="9">
                  <c:v>0.262935839495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Agent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0.5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Source-mean MAE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5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Purity group 0</c:v>
          </c:tx>
          <c:spPr>
            <a:solidFill>
              <a:srgbClr val="6A737B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A737B"/>
              </a:solidFill>
              <a:ln w="0">
                <a:noFill/>
              </a:ln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-0.13</c:v>
                </c:pt>
                <c:pt idx="1">
                  <c:v>-0.121034482759</c:v>
                </c:pt>
                <c:pt idx="2">
                  <c:v>-0.112068965517</c:v>
                </c:pt>
                <c:pt idx="3">
                  <c:v>-0.103103448276</c:v>
                </c:pt>
                <c:pt idx="4">
                  <c:v>-0.0941379310345</c:v>
                </c:pt>
                <c:pt idx="5">
                  <c:v>-0.0851724137931</c:v>
                </c:pt>
                <c:pt idx="6">
                  <c:v>-0.0762068965517</c:v>
                </c:pt>
                <c:pt idx="7">
                  <c:v>-0.0672413793103</c:v>
                </c:pt>
                <c:pt idx="8">
                  <c:v>-0.058275862069</c:v>
                </c:pt>
                <c:pt idx="9">
                  <c:v>-0.0493103448276</c:v>
                </c:pt>
                <c:pt idx="10">
                  <c:v>-0.0403448275862</c:v>
                </c:pt>
                <c:pt idx="11">
                  <c:v>-0.0313793103448</c:v>
                </c:pt>
                <c:pt idx="12">
                  <c:v>-0.0224137931034</c:v>
                </c:pt>
                <c:pt idx="13">
                  <c:v>-0.0134482758621</c:v>
                </c:pt>
                <c:pt idx="14">
                  <c:v>-0.00448275862069</c:v>
                </c:pt>
                <c:pt idx="15">
                  <c:v>0.00448275862069</c:v>
                </c:pt>
                <c:pt idx="16">
                  <c:v>0.0134482758621</c:v>
                </c:pt>
                <c:pt idx="17">
                  <c:v>0.0224137931034</c:v>
                </c:pt>
                <c:pt idx="18">
                  <c:v>0.0313793103448</c:v>
                </c:pt>
                <c:pt idx="19">
                  <c:v>0.0403448275862</c:v>
                </c:pt>
                <c:pt idx="20">
                  <c:v>0.0493103448276</c:v>
                </c:pt>
                <c:pt idx="21">
                  <c:v>0.058275862069</c:v>
                </c:pt>
                <c:pt idx="22">
                  <c:v>0.0672413793103</c:v>
                </c:pt>
                <c:pt idx="23">
                  <c:v>0.0762068965517</c:v>
                </c:pt>
                <c:pt idx="24">
                  <c:v>0.0851724137931</c:v>
                </c:pt>
                <c:pt idx="25">
                  <c:v>0.0941379310345</c:v>
                </c:pt>
                <c:pt idx="26">
                  <c:v>0.103103448276</c:v>
                </c:pt>
                <c:pt idx="27">
                  <c:v>0.112068965517</c:v>
                </c:pt>
                <c:pt idx="28">
                  <c:v>0.121034482759</c:v>
                </c:pt>
                <c:pt idx="29">
                  <c:v>0.13</c:v>
                </c:pt>
              </c:numCache>
            </c:numRef>
          </c:xVal>
          <c:yVal>
            <c:numRef>
              <c:f>'Chart Data'!$B$2:$B$31</c:f>
              <c:numCache>
                <c:formatCode>0.00</c:formatCode>
                <c:ptCount val="30"/>
                <c:pt idx="0">
                  <c:v>0.986213003596</c:v>
                </c:pt>
                <c:pt idx="1">
                  <c:v>0.991278499365</c:v>
                </c:pt>
                <c:pt idx="2">
                  <c:v>0.986858154337</c:v>
                </c:pt>
                <c:pt idx="3">
                  <c:v>0.983303427696</c:v>
                </c:pt>
                <c:pt idx="4">
                  <c:v>0.986721158028</c:v>
                </c:pt>
                <c:pt idx="5">
                  <c:v>0.987310101589</c:v>
                </c:pt>
                <c:pt idx="6">
                  <c:v>0.987851418555</c:v>
                </c:pt>
                <c:pt idx="7">
                  <c:v>0.985718617837</c:v>
                </c:pt>
                <c:pt idx="8">
                  <c:v>0.983278396229</c:v>
                </c:pt>
                <c:pt idx="9">
                  <c:v>0.984577034911</c:v>
                </c:pt>
                <c:pt idx="10">
                  <c:v>0.984670907259</c:v>
                </c:pt>
                <c:pt idx="11">
                  <c:v>0.981518311934</c:v>
                </c:pt>
                <c:pt idx="12">
                  <c:v>0.986147537827</c:v>
                </c:pt>
                <c:pt idx="13">
                  <c:v>0.98469855388</c:v>
                </c:pt>
                <c:pt idx="14">
                  <c:v>0.987489839395</c:v>
                </c:pt>
                <c:pt idx="15">
                  <c:v>0.983921249708</c:v>
                </c:pt>
                <c:pt idx="16">
                  <c:v>0.984511449933</c:v>
                </c:pt>
                <c:pt idx="17">
                  <c:v>0.986893497407</c:v>
                </c:pt>
                <c:pt idx="18">
                  <c:v>0.981140601138</c:v>
                </c:pt>
                <c:pt idx="19">
                  <c:v>0.986719446878</c:v>
                </c:pt>
                <c:pt idx="20">
                  <c:v>0.988027038674</c:v>
                </c:pt>
                <c:pt idx="21">
                  <c:v>0.982880423466</c:v>
                </c:pt>
                <c:pt idx="22">
                  <c:v>0.982934728265</c:v>
                </c:pt>
                <c:pt idx="23">
                  <c:v>0.986567412814</c:v>
                </c:pt>
                <c:pt idx="24">
                  <c:v>0.985307753086</c:v>
                </c:pt>
                <c:pt idx="25">
                  <c:v>0.987309550246</c:v>
                </c:pt>
                <c:pt idx="26">
                  <c:v>0.98391721646</c:v>
                </c:pt>
                <c:pt idx="27">
                  <c:v>0.987250295778</c:v>
                </c:pt>
                <c:pt idx="28">
                  <c:v>0.985110737383</c:v>
                </c:pt>
                <c:pt idx="29">
                  <c:v>0.980057880282</c:v>
                </c:pt>
              </c:numCache>
            </c:numRef>
          </c:yVal>
        </c:ser>
        <c:ser>
          <c:idx val="1"/>
          <c:order val="1"/>
          <c:tx>
            <c:v>Mean 0</c:v>
          </c:tx>
          <c:spPr>
            <a:solidFill>
              <a:srgbClr val="6A737B"/>
            </a:solidFill>
            <a:ln w="28575">
              <a:solidFill>
                <a:srgbClr val="6A737B"/>
              </a:solidFill>
            </a:ln>
          </c:spPr>
          <c:marker>
            <c:symbol val="none"/>
            <c:size val="8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-0.2</c:v>
                </c:pt>
                <c:pt idx="1">
                  <c:v>0.2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0.985339474798</c:v>
                </c:pt>
                <c:pt idx="1">
                  <c:v>0.985339474798</c:v>
                </c:pt>
              </c:numCache>
            </c:numRef>
          </c:yVal>
        </c:ser>
        <c:ser>
          <c:idx val="2"/>
          <c:order val="2"/>
          <c:tx>
            <c:v>Purity group 1</c:v>
          </c:tx>
          <c:spPr>
            <a:solidFill>
              <a:srgbClr val="24292D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4292D"/>
              </a:solidFill>
              <a:ln w="0">
                <a:noFill/>
              </a:ln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0.87</c:v>
                </c:pt>
                <c:pt idx="1">
                  <c:v>0.878965517241</c:v>
                </c:pt>
                <c:pt idx="2">
                  <c:v>0.887931034483</c:v>
                </c:pt>
                <c:pt idx="3">
                  <c:v>0.896896551724</c:v>
                </c:pt>
                <c:pt idx="4">
                  <c:v>0.905862068966</c:v>
                </c:pt>
                <c:pt idx="5">
                  <c:v>0.914827586207</c:v>
                </c:pt>
                <c:pt idx="6">
                  <c:v>0.923793103448</c:v>
                </c:pt>
                <c:pt idx="7">
                  <c:v>0.93275862069</c:v>
                </c:pt>
                <c:pt idx="8">
                  <c:v>0.941724137931</c:v>
                </c:pt>
                <c:pt idx="9">
                  <c:v>0.950689655172</c:v>
                </c:pt>
                <c:pt idx="10">
                  <c:v>0.959655172414</c:v>
                </c:pt>
                <c:pt idx="11">
                  <c:v>0.968620689655</c:v>
                </c:pt>
                <c:pt idx="12">
                  <c:v>0.977586206897</c:v>
                </c:pt>
                <c:pt idx="13">
                  <c:v>0.986551724138</c:v>
                </c:pt>
                <c:pt idx="14">
                  <c:v>0.995517241379</c:v>
                </c:pt>
                <c:pt idx="15">
                  <c:v>1.00448275862</c:v>
                </c:pt>
                <c:pt idx="16">
                  <c:v>1.01344827586</c:v>
                </c:pt>
                <c:pt idx="17">
                  <c:v>1.0224137931</c:v>
                </c:pt>
                <c:pt idx="18">
                  <c:v>1.03137931034</c:v>
                </c:pt>
                <c:pt idx="19">
                  <c:v>1.04034482759</c:v>
                </c:pt>
                <c:pt idx="20">
                  <c:v>1.04931034483</c:v>
                </c:pt>
                <c:pt idx="21">
                  <c:v>1.05827586207</c:v>
                </c:pt>
                <c:pt idx="22">
                  <c:v>1.06724137931</c:v>
                </c:pt>
                <c:pt idx="23">
                  <c:v>1.07620689655</c:v>
                </c:pt>
                <c:pt idx="24">
                  <c:v>1.08517241379</c:v>
                </c:pt>
                <c:pt idx="25">
                  <c:v>1.09413793103</c:v>
                </c:pt>
                <c:pt idx="26">
                  <c:v>1.10310344828</c:v>
                </c:pt>
                <c:pt idx="27">
                  <c:v>1.11206896552</c:v>
                </c:pt>
                <c:pt idx="28">
                  <c:v>1.12103448276</c:v>
                </c:pt>
                <c:pt idx="29">
                  <c:v>1.13</c:v>
                </c:pt>
              </c:numCache>
            </c:numRef>
          </c:xVal>
          <c:yVal>
            <c:numRef>
              <c:f>'Chart Data'!$F$2:$F$31</c:f>
              <c:numCache>
                <c:formatCode>0.00</c:formatCode>
                <c:ptCount val="30"/>
                <c:pt idx="0">
                  <c:v>0.984975122399</c:v>
                </c:pt>
                <c:pt idx="1">
                  <c:v>0.984975122399</c:v>
                </c:pt>
                <c:pt idx="2">
                  <c:v>0.984975122399</c:v>
                </c:pt>
                <c:pt idx="3">
                  <c:v>0.984975122399</c:v>
                </c:pt>
                <c:pt idx="4">
                  <c:v>0.984975122399</c:v>
                </c:pt>
                <c:pt idx="5">
                  <c:v>0.984975122399</c:v>
                </c:pt>
                <c:pt idx="6">
                  <c:v>0.984323235959</c:v>
                </c:pt>
                <c:pt idx="7">
                  <c:v>0.984323235959</c:v>
                </c:pt>
                <c:pt idx="8">
                  <c:v>0.984323235959</c:v>
                </c:pt>
                <c:pt idx="9">
                  <c:v>0.984323235959</c:v>
                </c:pt>
                <c:pt idx="10">
                  <c:v>0.984323235959</c:v>
                </c:pt>
                <c:pt idx="11">
                  <c:v>0.984323235959</c:v>
                </c:pt>
                <c:pt idx="12">
                  <c:v>0.985429161905</c:v>
                </c:pt>
                <c:pt idx="13">
                  <c:v>0.985429161905</c:v>
                </c:pt>
                <c:pt idx="14">
                  <c:v>0.985429161905</c:v>
                </c:pt>
                <c:pt idx="15">
                  <c:v>0.985429161905</c:v>
                </c:pt>
                <c:pt idx="16">
                  <c:v>0.985429161905</c:v>
                </c:pt>
                <c:pt idx="17">
                  <c:v>0.985429161905</c:v>
                </c:pt>
                <c:pt idx="18">
                  <c:v>0.985013276968</c:v>
                </c:pt>
                <c:pt idx="19">
                  <c:v>0.985013276968</c:v>
                </c:pt>
                <c:pt idx="20">
                  <c:v>0.985013276968</c:v>
                </c:pt>
                <c:pt idx="21">
                  <c:v>0.985013276968</c:v>
                </c:pt>
                <c:pt idx="22">
                  <c:v>0.985013276968</c:v>
                </c:pt>
                <c:pt idx="23">
                  <c:v>0.985013276968</c:v>
                </c:pt>
                <c:pt idx="24">
                  <c:v>0.985663782167</c:v>
                </c:pt>
                <c:pt idx="25">
                  <c:v>0.985663782167</c:v>
                </c:pt>
                <c:pt idx="26">
                  <c:v>0.985663782167</c:v>
                </c:pt>
                <c:pt idx="27">
                  <c:v>0.985663782167</c:v>
                </c:pt>
                <c:pt idx="28">
                  <c:v>0.985663782167</c:v>
                </c:pt>
                <c:pt idx="29">
                  <c:v>0.985663782167</c:v>
                </c:pt>
              </c:numCache>
            </c:numRef>
          </c:yVal>
        </c:ser>
        <c:ser>
          <c:idx val="3"/>
          <c:order val="3"/>
          <c:tx>
            <c:v>Mean 1</c:v>
          </c:tx>
          <c:spPr>
            <a:solidFill>
              <a:srgbClr val="24292D"/>
            </a:solidFill>
            <a:ln w="28575">
              <a:solidFill>
                <a:srgbClr val="24292D"/>
              </a:solidFill>
            </a:ln>
          </c:spPr>
          <c:marker>
            <c:symbol val="none"/>
            <c:size val="8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0.8</c:v>
                </c:pt>
                <c:pt idx="1">
                  <c:v>1.2</c:v>
                </c:pt>
              </c:numCache>
            </c:numRef>
          </c:xVal>
          <c:yVal>
            <c:numRef>
              <c:f>'Chart Data'!$H$2:$H$3</c:f>
              <c:numCache>
                <c:formatCode>0.00</c:formatCode>
                <c:ptCount val="2"/>
                <c:pt idx="0">
                  <c:v>0.98508091588</c:v>
                </c:pt>
                <c:pt idx="1">
                  <c:v>0.98508091588</c:v>
                </c:pt>
              </c:numCache>
            </c:numRef>
          </c:yVal>
        </c:ser>
        <c:ser>
          <c:idx val="4"/>
          <c:order val="4"/>
          <c:tx>
            <c:v>Purity group 2</c:v>
          </c:tx>
          <c:spPr>
            <a:solidFill>
              <a:srgbClr val="416B9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416B92"/>
              </a:solidFill>
              <a:ln w="0">
                <a:noFill/>
              </a:ln>
            </c:spPr>
          </c:marker>
          <c:xVal>
            <c:numRef>
              <c:f>'Chart Data'!$I$2:$I$16</c:f>
              <c:numCache>
                <c:formatCode>General</c:formatCode>
                <c:ptCount val="15"/>
                <c:pt idx="0">
                  <c:v>1.87</c:v>
                </c:pt>
                <c:pt idx="1">
                  <c:v>1.88857142857</c:v>
                </c:pt>
                <c:pt idx="2">
                  <c:v>1.90714285714</c:v>
                </c:pt>
                <c:pt idx="3">
                  <c:v>1.92571428571</c:v>
                </c:pt>
                <c:pt idx="4">
                  <c:v>1.94428571429</c:v>
                </c:pt>
                <c:pt idx="5">
                  <c:v>1.96285714286</c:v>
                </c:pt>
                <c:pt idx="6">
                  <c:v>1.98142857143</c:v>
                </c:pt>
                <c:pt idx="7">
                  <c:v>2</c:v>
                </c:pt>
                <c:pt idx="8">
                  <c:v>2.01857142857</c:v>
                </c:pt>
                <c:pt idx="9">
                  <c:v>2.03714285714</c:v>
                </c:pt>
                <c:pt idx="10">
                  <c:v>2.05571428571</c:v>
                </c:pt>
                <c:pt idx="11">
                  <c:v>2.07428571429</c:v>
                </c:pt>
                <c:pt idx="12">
                  <c:v>2.09285714286</c:v>
                </c:pt>
                <c:pt idx="13">
                  <c:v>2.11142857143</c:v>
                </c:pt>
                <c:pt idx="14">
                  <c:v>2.13</c:v>
                </c:pt>
              </c:numCache>
            </c:numRef>
          </c:xVal>
          <c:yVal>
            <c:numRef>
              <c:f>'Chart Data'!$J$2:$J$16</c:f>
              <c:numCache>
                <c:formatCode>0.00</c:formatCode>
                <c:ptCount val="15"/>
                <c:pt idx="0">
                  <c:v>0.9725</c:v>
                </c:pt>
                <c:pt idx="1">
                  <c:v>0.886666666667</c:v>
                </c:pt>
                <c:pt idx="2">
                  <c:v>0.880833333333</c:v>
                </c:pt>
                <c:pt idx="3">
                  <c:v>0.949166666667</c:v>
                </c:pt>
                <c:pt idx="4">
                  <c:v>0.941666666667</c:v>
                </c:pt>
                <c:pt idx="5">
                  <c:v>0.97</c:v>
                </c:pt>
                <c:pt idx="6">
                  <c:v>0.898333333333</c:v>
                </c:pt>
                <c:pt idx="7">
                  <c:v>0.981</c:v>
                </c:pt>
                <c:pt idx="8">
                  <c:v>0.951666666667</c:v>
                </c:pt>
                <c:pt idx="9">
                  <c:v>0.980666666667</c:v>
                </c:pt>
                <c:pt idx="10">
                  <c:v>0.915</c:v>
                </c:pt>
                <c:pt idx="11">
                  <c:v>0.877916666667</c:v>
                </c:pt>
                <c:pt idx="12">
                  <c:v>0.976916666667</c:v>
                </c:pt>
                <c:pt idx="13">
                  <c:v>0.868333333333</c:v>
                </c:pt>
                <c:pt idx="14">
                  <c:v>0.980916666667</c:v>
                </c:pt>
              </c:numCache>
            </c:numRef>
          </c:yVal>
        </c:ser>
        <c:ser>
          <c:idx val="5"/>
          <c:order val="5"/>
          <c:tx>
            <c:v>Mean 2</c:v>
          </c:tx>
          <c:spPr>
            <a:solidFill>
              <a:srgbClr val="416B92"/>
            </a:solidFill>
            <a:ln w="28575">
              <a:solidFill>
                <a:srgbClr val="416B92"/>
              </a:solidFill>
            </a:ln>
          </c:spPr>
          <c:marker>
            <c:symbol val="none"/>
            <c:size val="8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1.8</c:v>
                </c:pt>
                <c:pt idx="1">
                  <c:v>2.2</c:v>
                </c:pt>
              </c:numCache>
            </c:numRef>
          </c:xVal>
          <c:yVal>
            <c:numRef>
              <c:f>'Chart Data'!$L$2:$L$3</c:f>
              <c:numCache>
                <c:formatCode>0.00</c:formatCode>
                <c:ptCount val="2"/>
                <c:pt idx="0">
                  <c:v>0.935438888889</c:v>
                </c:pt>
                <c:pt idx="1">
                  <c:v>0.935438888889</c:v>
                </c:pt>
              </c:numCache>
            </c:numRef>
          </c:yVal>
        </c:ser>
        <c:ser>
          <c:idx val="6"/>
          <c:order val="6"/>
          <c:tx>
            <c:v>Purity group 3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Data'!$M$2:$M$16</c:f>
              <c:numCache>
                <c:formatCode>General</c:formatCode>
                <c:ptCount val="15"/>
                <c:pt idx="0">
                  <c:v>2.87</c:v>
                </c:pt>
                <c:pt idx="1">
                  <c:v>2.88857142857</c:v>
                </c:pt>
                <c:pt idx="2">
                  <c:v>2.90714285714</c:v>
                </c:pt>
                <c:pt idx="3">
                  <c:v>2.92571428571</c:v>
                </c:pt>
                <c:pt idx="4">
                  <c:v>2.94428571429</c:v>
                </c:pt>
                <c:pt idx="5">
                  <c:v>2.96285714286</c:v>
                </c:pt>
                <c:pt idx="6">
                  <c:v>2.98142857143</c:v>
                </c:pt>
                <c:pt idx="7">
                  <c:v>3</c:v>
                </c:pt>
                <c:pt idx="8">
                  <c:v>3.01857142857</c:v>
                </c:pt>
                <c:pt idx="9">
                  <c:v>3.03714285714</c:v>
                </c:pt>
                <c:pt idx="10">
                  <c:v>3.05571428571</c:v>
                </c:pt>
                <c:pt idx="11">
                  <c:v>3.07428571429</c:v>
                </c:pt>
                <c:pt idx="12">
                  <c:v>3.09285714286</c:v>
                </c:pt>
                <c:pt idx="13">
                  <c:v>3.11142857143</c:v>
                </c:pt>
                <c:pt idx="14">
                  <c:v>3.13</c:v>
                </c:pt>
              </c:numCache>
            </c:numRef>
          </c:xVal>
          <c:yVal>
            <c:numRef>
              <c:f>'Chart Data'!$N$2:$N$16</c:f>
              <c:numCache>
                <c:formatCode>0.00</c:formatCode>
                <c:ptCount val="15"/>
                <c:pt idx="0">
                  <c:v>0.967583333333</c:v>
                </c:pt>
                <c:pt idx="1">
                  <c:v>0.970833333333</c:v>
                </c:pt>
                <c:pt idx="2">
                  <c:v>0.89</c:v>
                </c:pt>
                <c:pt idx="3">
                  <c:v>0.945833333333</c:v>
                </c:pt>
                <c:pt idx="4">
                  <c:v>0.94625</c:v>
                </c:pt>
                <c:pt idx="5">
                  <c:v>0.954166666667</c:v>
                </c:pt>
                <c:pt idx="6">
                  <c:v>0.975833333333</c:v>
                </c:pt>
                <c:pt idx="7">
                  <c:v>0.9575</c:v>
                </c:pt>
                <c:pt idx="8">
                  <c:v>0.920833333333</c:v>
                </c:pt>
                <c:pt idx="9">
                  <c:v>0.978666666667</c:v>
                </c:pt>
                <c:pt idx="10">
                  <c:v>0.969666666667</c:v>
                </c:pt>
                <c:pt idx="11">
                  <c:v>0.905</c:v>
                </c:pt>
                <c:pt idx="12">
                  <c:v>0.920833333333</c:v>
                </c:pt>
                <c:pt idx="13">
                  <c:v>0.954333333333</c:v>
                </c:pt>
                <c:pt idx="14">
                  <c:v>0.976666666667</c:v>
                </c:pt>
              </c:numCache>
            </c:numRef>
          </c:yVal>
        </c:ser>
        <c:ser>
          <c:idx val="7"/>
          <c:order val="7"/>
          <c:tx>
            <c:v>Mean 3</c:v>
          </c:tx>
          <c:spPr>
            <a:solidFill>
              <a:srgbClr val="277F8A"/>
            </a:solidFill>
            <a:ln w="28575">
              <a:solidFill>
                <a:srgbClr val="277F8A"/>
              </a:solidFill>
            </a:ln>
          </c:spPr>
          <c:marker>
            <c:symbol val="none"/>
            <c:size val="8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2.8</c:v>
                </c:pt>
                <c:pt idx="1">
                  <c:v>3.2</c:v>
                </c:pt>
              </c:numCache>
            </c:numRef>
          </c:xVal>
          <c:yVal>
            <c:numRef>
              <c:f>'Chart Data'!$P$2:$P$3</c:f>
              <c:numCache>
                <c:formatCode>0.00</c:formatCode>
                <c:ptCount val="2"/>
                <c:pt idx="0">
                  <c:v>0.948933333333</c:v>
                </c:pt>
                <c:pt idx="1">
                  <c:v>0.948933333333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4"/>
        </c:scaling>
        <c:delete val="0"/>
        <c:axPos val="l"/>
        <c:title>
          <c:tx>
            <c:rich>
              <a:bodyPr/>
              <a:lstStyle/>
              <a:p>
                <a:r>
                  <a:rPr sz="1725">
                    <a:solidFill>
                      <a:srgbClr val="24292D"/>
                    </a:solidFill>
                    <a:latin typeface="Arial"/>
                    <a:ea typeface="Arial"/>
                    <a:cs typeface="Arial"/>
                  </a:rPr>
                  <a:t>Campaign mean purity</a:t>
                </a:r>
              </a:p>
            </c:rich>
          </c:tx>
          <c:overlay val="0"/>
          <c:txPr>
            <a:bodyPr anchorCtr="1"/>
            <a:lstStyle/>
            <a:p>
              <a:pPr>
                <a:defRPr sz="1725">
                  <a:solidFill>
                    <a:srgbClr val="24292D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4"/>
      </c:valAx>
      <c:valAx>
        <c:axId val="48650112"/>
        <c:scaling>
          <c:orientation val="minMax"/>
          <c:max val="3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0.0883938320105</c:v>
                </c:pt>
                <c:pt idx="1">
                  <c:v>0.261981368499</c:v>
                </c:pt>
                <c:pt idx="2">
                  <c:v>0.246721178852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0.273798996785</c:v>
                </c:pt>
                <c:pt idx="1">
                  <c:v>0.0717608553516</c:v>
                </c:pt>
                <c:pt idx="2">
                  <c:v>0.125806427617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0.064967072757</c:v>
                </c:pt>
                <c:pt idx="1">
                  <c:v>0.245367702993</c:v>
                </c:pt>
                <c:pt idx="2">
                  <c:v>0.0601056496023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0.259554781616</c:v>
                </c:pt>
                <c:pt idx="1">
                  <c:v>0.265505931874</c:v>
                </c:pt>
                <c:pt idx="2">
                  <c:v>0.165423463563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0.28997020331</c:v>
                </c:pt>
                <c:pt idx="1">
                  <c:v>0.125052306483</c:v>
                </c:pt>
                <c:pt idx="2">
                  <c:v>0.0622413404683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0.0883938320105</c:v>
                </c:pt>
                <c:pt idx="1">
                  <c:v>0.273798996785</c:v>
                </c:pt>
                <c:pt idx="2">
                  <c:v>0.064967072757</c:v>
                </c:pt>
                <c:pt idx="3">
                  <c:v>0.259554781616</c:v>
                </c:pt>
                <c:pt idx="4">
                  <c:v>0.28997020331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0.261981368499</c:v>
                </c:pt>
                <c:pt idx="1">
                  <c:v>0.0717608553516</c:v>
                </c:pt>
                <c:pt idx="2">
                  <c:v>0.245367702993</c:v>
                </c:pt>
                <c:pt idx="3">
                  <c:v>0.265505931874</c:v>
                </c:pt>
                <c:pt idx="4">
                  <c:v>0.125052306483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0.246721178852</c:v>
                </c:pt>
                <c:pt idx="1">
                  <c:v>0.125806427617</c:v>
                </c:pt>
                <c:pt idx="2">
                  <c:v>0.0601056496023</c:v>
                </c:pt>
                <c:pt idx="3">
                  <c:v>0.165423463563</c:v>
                </c:pt>
                <c:pt idx="4">
                  <c:v>0.0622413404683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189672236412763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0.070735847714</c:v>
                </c:pt>
                <c:pt idx="1">
                  <c:v>0.232454872571</c:v>
                </c:pt>
                <c:pt idx="2">
                  <c:v>0.0367626219615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0.136589668213</c:v>
                </c:pt>
                <c:pt idx="1">
                  <c:v>0.0486093169637</c:v>
                </c:pt>
                <c:pt idx="2">
                  <c:v>0.0630664331702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0.172451036326</c:v>
                </c:pt>
                <c:pt idx="1">
                  <c:v>0.0727917200048</c:v>
                </c:pt>
                <c:pt idx="2">
                  <c:v>0.0756224778214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0.108376371761</c:v>
                </c:pt>
                <c:pt idx="1">
                  <c:v>0.0776456210017</c:v>
                </c:pt>
                <c:pt idx="2">
                  <c:v>0.0667561373115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0.112420901606</c:v>
                </c:pt>
                <c:pt idx="1">
                  <c:v>0.294545537581</c:v>
                </c:pt>
                <c:pt idx="2">
                  <c:v>0.114435547739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0.070735847714</c:v>
                </c:pt>
                <c:pt idx="1">
                  <c:v>0.136589668213</c:v>
                </c:pt>
                <c:pt idx="2">
                  <c:v>0.172451036326</c:v>
                </c:pt>
                <c:pt idx="3">
                  <c:v>0.108376371761</c:v>
                </c:pt>
                <c:pt idx="4">
                  <c:v>0.112420901606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0.232454872571</c:v>
                </c:pt>
                <c:pt idx="1">
                  <c:v>0.0486093169637</c:v>
                </c:pt>
                <c:pt idx="2">
                  <c:v>0.0727917200048</c:v>
                </c:pt>
                <c:pt idx="3">
                  <c:v>0.0776456210017</c:v>
                </c:pt>
                <c:pt idx="4">
                  <c:v>0.294545537581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0.0367626219615</c:v>
                </c:pt>
                <c:pt idx="1">
                  <c:v>0.0630664331702</c:v>
                </c:pt>
                <c:pt idx="2">
                  <c:v>0.0756224778214</c:v>
                </c:pt>
                <c:pt idx="3">
                  <c:v>0.0667561373115</c:v>
                </c:pt>
                <c:pt idx="4">
                  <c:v>0.114435547739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24000091339151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0.229397380712</c:v>
                </c:pt>
                <c:pt idx="1">
                  <c:v>0.0572321792468</c:v>
                </c:pt>
                <c:pt idx="2">
                  <c:v>0.166184890427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0.0478367438105</c:v>
                </c:pt>
                <c:pt idx="1">
                  <c:v>0.0741157311387</c:v>
                </c:pt>
                <c:pt idx="2">
                  <c:v>0.138886505265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0.245650211664</c:v>
                </c:pt>
                <c:pt idx="1">
                  <c:v>0.245992646047</c:v>
                </c:pt>
                <c:pt idx="2">
                  <c:v>0.122889998428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0.154837935428</c:v>
                </c:pt>
                <c:pt idx="1">
                  <c:v>0.18360029608</c:v>
                </c:pt>
                <c:pt idx="2">
                  <c:v>0.262316051304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0.295952872107</c:v>
                </c:pt>
                <c:pt idx="1">
                  <c:v>0.219642266124</c:v>
                </c:pt>
                <c:pt idx="2">
                  <c:v>0.227176111152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0.229397380712</c:v>
                </c:pt>
                <c:pt idx="1">
                  <c:v>0.0478367438105</c:v>
                </c:pt>
                <c:pt idx="2">
                  <c:v>0.245650211664</c:v>
                </c:pt>
                <c:pt idx="3">
                  <c:v>0.154837935428</c:v>
                </c:pt>
                <c:pt idx="4">
                  <c:v>0.295952872107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0.0572321792468</c:v>
                </c:pt>
                <c:pt idx="1">
                  <c:v>0.0741157311387</c:v>
                </c:pt>
                <c:pt idx="2">
                  <c:v>0.245992646047</c:v>
                </c:pt>
                <c:pt idx="3">
                  <c:v>0.18360029608</c:v>
                </c:pt>
                <c:pt idx="4">
                  <c:v>0.219642266124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0.166184890427</c:v>
                </c:pt>
                <c:pt idx="1">
                  <c:v>0.138886505265</c:v>
                </c:pt>
                <c:pt idx="2">
                  <c:v>0.122889998428</c:v>
                </c:pt>
                <c:pt idx="3">
                  <c:v>0.262316051304</c:v>
                </c:pt>
                <c:pt idx="4">
                  <c:v>0.227176111152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25548159318169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1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0.123313431901</c:v>
                </c:pt>
                <c:pt idx="1">
                  <c:v>0.179165066717</c:v>
                </c:pt>
                <c:pt idx="2">
                  <c:v>0.191987386264</c:v>
                </c:pt>
              </c:numCache>
            </c:numRef>
          </c:yVal>
        </c:ser>
        <c:ser>
          <c:idx val="1"/>
          <c:order val="1"/>
          <c:tx>
            <c:v>EC-W02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0.0534905665504</c:v>
                </c:pt>
                <c:pt idx="1">
                  <c:v>0.03750715989</c:v>
                </c:pt>
                <c:pt idx="2">
                  <c:v>0.0546027712213</c:v>
                </c:pt>
              </c:numCache>
            </c:numRef>
          </c:yVal>
        </c:ser>
        <c:ser>
          <c:idx val="2"/>
          <c:order val="2"/>
          <c:tx>
            <c:v>EC-W03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0.0840290068903</c:v>
                </c:pt>
                <c:pt idx="1">
                  <c:v>0.0582217317143</c:v>
                </c:pt>
                <c:pt idx="2">
                  <c:v>0.0923289847095</c:v>
                </c:pt>
              </c:numCache>
            </c:numRef>
          </c:yVal>
        </c:ser>
        <c:ser>
          <c:idx val="3"/>
          <c:order val="3"/>
          <c:tx>
            <c:v>EC-W04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0.0431928150853</c:v>
                </c:pt>
                <c:pt idx="1">
                  <c:v>0.120858434339</c:v>
                </c:pt>
                <c:pt idx="2">
                  <c:v>0.181335164011</c:v>
                </c:pt>
              </c:numCache>
            </c:numRef>
          </c:yVal>
        </c:ser>
        <c:ser>
          <c:idx val="4"/>
          <c:order val="4"/>
          <c:tx>
            <c:v>EC-W05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0.252319488039</c:v>
                </c:pt>
                <c:pt idx="1">
                  <c:v>0.102302707185</c:v>
                </c:pt>
                <c:pt idx="2">
                  <c:v>0.0479861547053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0.123313431901</c:v>
                </c:pt>
                <c:pt idx="1">
                  <c:v>0.0534905665504</c:v>
                </c:pt>
                <c:pt idx="2">
                  <c:v>0.0840290068903</c:v>
                </c:pt>
                <c:pt idx="3">
                  <c:v>0.0431928150853</c:v>
                </c:pt>
                <c:pt idx="4">
                  <c:v>0.252319488039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0.179165066717</c:v>
                </c:pt>
                <c:pt idx="1">
                  <c:v>0.03750715989</c:v>
                </c:pt>
                <c:pt idx="2">
                  <c:v>0.0582217317143</c:v>
                </c:pt>
                <c:pt idx="3">
                  <c:v>0.120858434339</c:v>
                </c:pt>
                <c:pt idx="4">
                  <c:v>0.102302707185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0.191987386264</c:v>
                </c:pt>
                <c:pt idx="1">
                  <c:v>0.0546027712213</c:v>
                </c:pt>
                <c:pt idx="2">
                  <c:v>0.0923289847095</c:v>
                </c:pt>
                <c:pt idx="3">
                  <c:v>0.181335164011</c:v>
                </c:pt>
                <c:pt idx="4">
                  <c:v>0.0479861547053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7755143684248135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PA-W01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0.0483434975518</c:v>
                </c:pt>
                <c:pt idx="1">
                  <c:v>0.066994324668</c:v>
                </c:pt>
                <c:pt idx="2">
                  <c:v>0.0524268308851</c:v>
                </c:pt>
              </c:numCache>
            </c:numRef>
          </c:yVal>
        </c:ser>
        <c:ser>
          <c:idx val="1"/>
          <c:order val="1"/>
          <c:tx>
            <c:v>PA-W02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0.109975107353</c:v>
                </c:pt>
                <c:pt idx="1">
                  <c:v>0.0333223742013</c:v>
                </c:pt>
                <c:pt idx="2">
                  <c:v>0.130225107353</c:v>
                </c:pt>
              </c:numCache>
            </c:numRef>
          </c:yVal>
        </c:ser>
        <c:ser>
          <c:idx val="2"/>
          <c:order val="2"/>
          <c:tx>
            <c:v>PA-W03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0.0983184374634</c:v>
                </c:pt>
                <c:pt idx="1">
                  <c:v>0.0148666406325</c:v>
                </c:pt>
                <c:pt idx="2">
                  <c:v>0.0958966441273</c:v>
                </c:pt>
              </c:numCache>
            </c:numRef>
          </c:yVal>
        </c:ser>
        <c:ser>
          <c:idx val="3"/>
          <c:order val="3"/>
          <c:tx>
            <c:v>PA-W04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0.202846558206</c:v>
                </c:pt>
                <c:pt idx="1">
                  <c:v>0.192713192728</c:v>
                </c:pt>
                <c:pt idx="2">
                  <c:v>0.0508890409648</c:v>
                </c:pt>
              </c:numCache>
            </c:numRef>
          </c:yVal>
        </c:ser>
        <c:ser>
          <c:idx val="4"/>
          <c:order val="4"/>
          <c:tx>
            <c:v>PA-W05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0.034805456158</c:v>
                </c:pt>
                <c:pt idx="1">
                  <c:v>0.0482922582129</c:v>
                </c:pt>
                <c:pt idx="2">
                  <c:v>0.0637110355526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0.0483434975518</c:v>
                </c:pt>
                <c:pt idx="1">
                  <c:v>0.109975107353</c:v>
                </c:pt>
                <c:pt idx="2">
                  <c:v>0.0983184374634</c:v>
                </c:pt>
                <c:pt idx="3">
                  <c:v>0.202846558206</c:v>
                </c:pt>
                <c:pt idx="4">
                  <c:v>0.034805456158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0.066994324668</c:v>
                </c:pt>
                <c:pt idx="1">
                  <c:v>0.0333223742013</c:v>
                </c:pt>
                <c:pt idx="2">
                  <c:v>0.0148666406325</c:v>
                </c:pt>
                <c:pt idx="3">
                  <c:v>0.192713192728</c:v>
                </c:pt>
                <c:pt idx="4">
                  <c:v>0.0482922582129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0.0524268308851</c:v>
                </c:pt>
                <c:pt idx="1">
                  <c:v>0.130225107353</c:v>
                </c:pt>
                <c:pt idx="2">
                  <c:v>0.0958966441273</c:v>
                </c:pt>
                <c:pt idx="3">
                  <c:v>0.0508890409648</c:v>
                </c:pt>
                <c:pt idx="4">
                  <c:v>0.0637110355526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231312140264591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PA-W01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0.0129374414604</c:v>
                </c:pt>
                <c:pt idx="1">
                  <c:v>0.00682675796498</c:v>
                </c:pt>
                <c:pt idx="2">
                  <c:v>0.0216768308851</c:v>
                </c:pt>
              </c:numCache>
            </c:numRef>
          </c:yVal>
        </c:ser>
        <c:ser>
          <c:idx val="1"/>
          <c:order val="1"/>
          <c:tx>
            <c:v>PA-W02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0.00888496189908</c:v>
                </c:pt>
                <c:pt idx="1">
                  <c:v>0.0349064792745</c:v>
                </c:pt>
                <c:pt idx="2">
                  <c:v>0.0192601873922</c:v>
                </c:pt>
              </c:numCache>
            </c:numRef>
          </c:yVal>
        </c:ser>
        <c:ser>
          <c:idx val="2"/>
          <c:order val="2"/>
          <c:tx>
            <c:v>PA-W03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0.0266839065389</c:v>
                </c:pt>
                <c:pt idx="1">
                  <c:v>0.0128387670542</c:v>
                </c:pt>
                <c:pt idx="2">
                  <c:v>0.017699856208</c:v>
                </c:pt>
              </c:numCache>
            </c:numRef>
          </c:yVal>
        </c:ser>
        <c:ser>
          <c:idx val="3"/>
          <c:order val="3"/>
          <c:tx>
            <c:v>PA-W04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0.0286634594948</c:v>
                </c:pt>
                <c:pt idx="1">
                  <c:v>0.0109628032082</c:v>
                </c:pt>
                <c:pt idx="2">
                  <c:v>0.0197025468239</c:v>
                </c:pt>
              </c:numCache>
            </c:numRef>
          </c:yVal>
        </c:ser>
        <c:ser>
          <c:idx val="4"/>
          <c:order val="4"/>
          <c:tx>
            <c:v>PA-W05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0.0281054376418</c:v>
                </c:pt>
                <c:pt idx="1">
                  <c:v>0.082556581613</c:v>
                </c:pt>
                <c:pt idx="2">
                  <c:v>0.025218294561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0.0129374414604</c:v>
                </c:pt>
                <c:pt idx="1">
                  <c:v>0.00888496189908</c:v>
                </c:pt>
                <c:pt idx="2">
                  <c:v>0.0266839065389</c:v>
                </c:pt>
                <c:pt idx="3">
                  <c:v>0.0286634594948</c:v>
                </c:pt>
                <c:pt idx="4">
                  <c:v>0.0281054376418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0.00682675796498</c:v>
                </c:pt>
                <c:pt idx="1">
                  <c:v>0.0349064792745</c:v>
                </c:pt>
                <c:pt idx="2">
                  <c:v>0.0128387670542</c:v>
                </c:pt>
                <c:pt idx="3">
                  <c:v>0.0109628032082</c:v>
                </c:pt>
                <c:pt idx="4">
                  <c:v>0.082556581613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0.0216768308851</c:v>
                </c:pt>
                <c:pt idx="1">
                  <c:v>0.0192601873922</c:v>
                </c:pt>
                <c:pt idx="2">
                  <c:v>0.017699856208</c:v>
                </c:pt>
                <c:pt idx="3">
                  <c:v>0.0197025468239</c:v>
                </c:pt>
                <c:pt idx="4">
                  <c:v>0.025218294561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908122397742561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0.0936152752108</c:v>
                </c:pt>
                <c:pt idx="1">
                  <c:v>0.0308056516482</c:v>
                </c:pt>
                <c:pt idx="2">
                  <c:v>0.031682666209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0.117326158206</c:v>
                </c:pt>
                <c:pt idx="1">
                  <c:v>0.0276962021885</c:v>
                </c:pt>
                <c:pt idx="2">
                  <c:v>0.0390434166688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0.126062109098</c:v>
                </c:pt>
                <c:pt idx="1">
                  <c:v>0.133253384933</c:v>
                </c:pt>
                <c:pt idx="2">
                  <c:v>0.117523621256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0.0732518602345</c:v>
                </c:pt>
                <c:pt idx="1">
                  <c:v>0.0427617804739</c:v>
                </c:pt>
                <c:pt idx="2">
                  <c:v>0.0313129054275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0.0990465026134</c:v>
                </c:pt>
                <c:pt idx="1">
                  <c:v>0.0505162103872</c:v>
                </c:pt>
                <c:pt idx="2">
                  <c:v>0.0532862475018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0.0936152752108</c:v>
                </c:pt>
                <c:pt idx="1">
                  <c:v>0.117326158206</c:v>
                </c:pt>
                <c:pt idx="2">
                  <c:v>0.126062109098</c:v>
                </c:pt>
                <c:pt idx="3">
                  <c:v>0.0732518602345</c:v>
                </c:pt>
                <c:pt idx="4">
                  <c:v>0.0990465026134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0.0308056516482</c:v>
                </c:pt>
                <c:pt idx="1">
                  <c:v>0.0276962021885</c:v>
                </c:pt>
                <c:pt idx="2">
                  <c:v>0.133253384933</c:v>
                </c:pt>
                <c:pt idx="3">
                  <c:v>0.0427617804739</c:v>
                </c:pt>
                <c:pt idx="4">
                  <c:v>0.0505162103872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0.031682666209</c:v>
                </c:pt>
                <c:pt idx="1">
                  <c:v>0.0390434166688</c:v>
                </c:pt>
                <c:pt idx="2">
                  <c:v>0.117523621256</c:v>
                </c:pt>
                <c:pt idx="3">
                  <c:v>0.0313129054275</c:v>
                </c:pt>
                <c:pt idx="4">
                  <c:v>0.0532862475018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65787234261632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0.0919518923242</c:v>
                </c:pt>
                <c:pt idx="1">
                  <c:v>0.0700406059271</c:v>
                </c:pt>
                <c:pt idx="2">
                  <c:v>0.0923074634352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0.0650043574809</c:v>
                </c:pt>
                <c:pt idx="1">
                  <c:v>0.0657272778027</c:v>
                </c:pt>
                <c:pt idx="2">
                  <c:v>0.079861142583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0.0768516327151</c:v>
                </c:pt>
                <c:pt idx="1">
                  <c:v>0.0980617729831</c:v>
                </c:pt>
                <c:pt idx="2">
                  <c:v>0.118067539175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0.103423013568</c:v>
                </c:pt>
                <c:pt idx="1">
                  <c:v>0.0715426359522</c:v>
                </c:pt>
                <c:pt idx="2">
                  <c:v>0.0712657589753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0.0829887484031</c:v>
                </c:pt>
                <c:pt idx="1">
                  <c:v>0.15505382209</c:v>
                </c:pt>
                <c:pt idx="2">
                  <c:v>0.146471616973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0.0919518923242</c:v>
                </c:pt>
                <c:pt idx="1">
                  <c:v>0.0650043574809</c:v>
                </c:pt>
                <c:pt idx="2">
                  <c:v>0.0768516327151</c:v>
                </c:pt>
                <c:pt idx="3">
                  <c:v>0.103423013568</c:v>
                </c:pt>
                <c:pt idx="4">
                  <c:v>0.0829887484031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0.0700406059271</c:v>
                </c:pt>
                <c:pt idx="1">
                  <c:v>0.0657272778027</c:v>
                </c:pt>
                <c:pt idx="2">
                  <c:v>0.0980617729831</c:v>
                </c:pt>
                <c:pt idx="3">
                  <c:v>0.0715426359522</c:v>
                </c:pt>
                <c:pt idx="4">
                  <c:v>0.15505382209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0.0923074634352</c:v>
                </c:pt>
                <c:pt idx="1">
                  <c:v>0.079861142583</c:v>
                </c:pt>
                <c:pt idx="2">
                  <c:v>0.118067539175</c:v>
                </c:pt>
                <c:pt idx="3">
                  <c:v>0.0712657589753</c:v>
                </c:pt>
                <c:pt idx="4">
                  <c:v>0.146471616973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7055920429925123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0.192655851656</c:v>
                </c:pt>
                <c:pt idx="1">
                  <c:v>0.0479071559509</c:v>
                </c:pt>
                <c:pt idx="2">
                  <c:v>0.0893396101362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0.105263674206</c:v>
                </c:pt>
                <c:pt idx="1">
                  <c:v>0.0520761277309</c:v>
                </c:pt>
                <c:pt idx="2">
                  <c:v>0.0555966520113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0.12611130144</c:v>
                </c:pt>
                <c:pt idx="1">
                  <c:v>0.0775945244812</c:v>
                </c:pt>
                <c:pt idx="2">
                  <c:v>0.218754688079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0.0942134820223</c:v>
                </c:pt>
                <c:pt idx="1">
                  <c:v>0.0521713428166</c:v>
                </c:pt>
                <c:pt idx="2">
                  <c:v>0.208894799004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0.176398953203</c:v>
                </c:pt>
                <c:pt idx="1">
                  <c:v>0.189456765436</c:v>
                </c:pt>
                <c:pt idx="2">
                  <c:v>0.0757616942094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0.192655851656</c:v>
                </c:pt>
                <c:pt idx="1">
                  <c:v>0.105263674206</c:v>
                </c:pt>
                <c:pt idx="2">
                  <c:v>0.12611130144</c:v>
                </c:pt>
                <c:pt idx="3">
                  <c:v>0.0942134820223</c:v>
                </c:pt>
                <c:pt idx="4">
                  <c:v>0.176398953203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0.0479071559509</c:v>
                </c:pt>
                <c:pt idx="1">
                  <c:v>0.0520761277309</c:v>
                </c:pt>
                <c:pt idx="2">
                  <c:v>0.0775945244812</c:v>
                </c:pt>
                <c:pt idx="3">
                  <c:v>0.0521713428166</c:v>
                </c:pt>
                <c:pt idx="4">
                  <c:v>0.189456765436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0.0893396101362</c:v>
                </c:pt>
                <c:pt idx="1">
                  <c:v>0.0555966520113</c:v>
                </c:pt>
                <c:pt idx="2">
                  <c:v>0.218754688079</c:v>
                </c:pt>
                <c:pt idx="3">
                  <c:v>0.208894799004</c:v>
                </c:pt>
                <c:pt idx="4">
                  <c:v>0.0757616942094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4063015688707431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RX-W01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0.105172687807</c:v>
                </c:pt>
                <c:pt idx="1">
                  <c:v>0.0757795171253</c:v>
                </c:pt>
                <c:pt idx="2">
                  <c:v>0.084199299191</c:v>
                </c:pt>
              </c:numCache>
            </c:numRef>
          </c:yVal>
        </c:ser>
        <c:ser>
          <c:idx val="1"/>
          <c:order val="1"/>
          <c:tx>
            <c:v>RX-W02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0.0939464116003</c:v>
                </c:pt>
                <c:pt idx="1">
                  <c:v>0.0842743890438</c:v>
                </c:pt>
                <c:pt idx="2">
                  <c:v>0.108568896443</c:v>
                </c:pt>
              </c:numCache>
            </c:numRef>
          </c:yVal>
        </c:ser>
        <c:ser>
          <c:idx val="2"/>
          <c:order val="2"/>
          <c:tx>
            <c:v>RX-W03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0.123896404985</c:v>
                </c:pt>
                <c:pt idx="1">
                  <c:v>0.095687036169</c:v>
                </c:pt>
                <c:pt idx="2">
                  <c:v>0.0965575649664</c:v>
                </c:pt>
              </c:numCache>
            </c:numRef>
          </c:yVal>
        </c:ser>
        <c:ser>
          <c:idx val="3"/>
          <c:order val="3"/>
          <c:tx>
            <c:v>RX-W04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0.140717470664</c:v>
                </c:pt>
                <c:pt idx="1">
                  <c:v>0.117178334767</c:v>
                </c:pt>
                <c:pt idx="2">
                  <c:v>0.102032941792</c:v>
                </c:pt>
              </c:numCache>
            </c:numRef>
          </c:yVal>
        </c:ser>
        <c:ser>
          <c:idx val="4"/>
          <c:order val="4"/>
          <c:tx>
            <c:v>RX-W05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0.0976262304435</c:v>
                </c:pt>
                <c:pt idx="1">
                  <c:v>0.223664347331</c:v>
                </c:pt>
                <c:pt idx="2">
                  <c:v>0.069682042607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0.105172687807</c:v>
                </c:pt>
                <c:pt idx="1">
                  <c:v>0.0939464116003</c:v>
                </c:pt>
                <c:pt idx="2">
                  <c:v>0.123896404985</c:v>
                </c:pt>
                <c:pt idx="3">
                  <c:v>0.140717470664</c:v>
                </c:pt>
                <c:pt idx="4">
                  <c:v>0.0976262304435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0.0757795171253</c:v>
                </c:pt>
                <c:pt idx="1">
                  <c:v>0.0842743890438</c:v>
                </c:pt>
                <c:pt idx="2">
                  <c:v>0.095687036169</c:v>
                </c:pt>
                <c:pt idx="3">
                  <c:v>0.117178334767</c:v>
                </c:pt>
                <c:pt idx="4">
                  <c:v>0.223664347331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0.084199299191</c:v>
                </c:pt>
                <c:pt idx="1">
                  <c:v>0.108568896443</c:v>
                </c:pt>
                <c:pt idx="2">
                  <c:v>0.0965575649664</c:v>
                </c:pt>
                <c:pt idx="3">
                  <c:v>0.102032941792</c:v>
                </c:pt>
                <c:pt idx="4">
                  <c:v>0.069682042607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24603078206380208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0.0138122998247</c:v>
                </c:pt>
                <c:pt idx="1">
                  <c:v>0.0511483707351</c:v>
                </c:pt>
                <c:pt idx="2">
                  <c:v>0.0515771295704</c:v>
                </c:pt>
              </c:numCache>
            </c:numRef>
          </c:yVal>
        </c:ser>
        <c:ser>
          <c:idx val="1"/>
          <c:order val="1"/>
          <c:tx>
            <c:v>EQ-W02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0.0114999910475</c:v>
                </c:pt>
                <c:pt idx="1">
                  <c:v>0.0496203954028</c:v>
                </c:pt>
                <c:pt idx="2">
                  <c:v>0.0516753434055</c:v>
                </c:pt>
              </c:numCache>
            </c:numRef>
          </c:yVal>
        </c:ser>
        <c:ser>
          <c:idx val="2"/>
          <c:order val="2"/>
          <c:tx>
            <c:v>EQ-W03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0.0104174772888</c:v>
                </c:pt>
                <c:pt idx="1">
                  <c:v>0.0407480328921</c:v>
                </c:pt>
                <c:pt idx="2">
                  <c:v>0.0195390230328</c:v>
                </c:pt>
              </c:numCache>
            </c:numRef>
          </c:yVal>
        </c:ser>
        <c:ser>
          <c:idx val="3"/>
          <c:order val="3"/>
          <c:tx>
            <c:v>EQ-W04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0.0142425187552</c:v>
                </c:pt>
                <c:pt idx="1">
                  <c:v>0.0387965801459</c:v>
                </c:pt>
                <c:pt idx="2">
                  <c:v>0.038565131878</c:v>
                </c:pt>
              </c:numCache>
            </c:numRef>
          </c:yVal>
        </c:ser>
        <c:ser>
          <c:idx val="4"/>
          <c:order val="4"/>
          <c:tx>
            <c:v>EQ-W05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0.0107287780805</c:v>
                </c:pt>
                <c:pt idx="1">
                  <c:v>0.0353943299543</c:v>
                </c:pt>
                <c:pt idx="2">
                  <c:v>0.0350654150576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0.0138122998247</c:v>
                </c:pt>
                <c:pt idx="1">
                  <c:v>0.0114999910475</c:v>
                </c:pt>
                <c:pt idx="2">
                  <c:v>0.0104174772888</c:v>
                </c:pt>
                <c:pt idx="3">
                  <c:v>0.0142425187552</c:v>
                </c:pt>
                <c:pt idx="4">
                  <c:v>0.0107287780805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0.0511483707351</c:v>
                </c:pt>
                <c:pt idx="1">
                  <c:v>0.0496203954028</c:v>
                </c:pt>
                <c:pt idx="2">
                  <c:v>0.0407480328921</c:v>
                </c:pt>
                <c:pt idx="3">
                  <c:v>0.0387965801459</c:v>
                </c:pt>
                <c:pt idx="4">
                  <c:v>0.0353943299543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0.0515771295704</c:v>
                </c:pt>
                <c:pt idx="1">
                  <c:v>0.0516753434055</c:v>
                </c:pt>
                <c:pt idx="2">
                  <c:v>0.0195390230328</c:v>
                </c:pt>
                <c:pt idx="3">
                  <c:v>0.038565131878</c:v>
                </c:pt>
                <c:pt idx="4">
                  <c:v>0.0350654150576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56842877746080565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EQ-S-W01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0.0026463584092</c:v>
                </c:pt>
                <c:pt idx="1">
                  <c:v>0.0030944304943</c:v>
                </c:pt>
                <c:pt idx="2">
                  <c:v>0.0224358189545</c:v>
                </c:pt>
              </c:numCache>
            </c:numRef>
          </c:yVal>
        </c:ser>
        <c:ser>
          <c:idx val="1"/>
          <c:order val="1"/>
          <c:tx>
            <c:v>EQ-S-W02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0.00891616052557</c:v>
                </c:pt>
                <c:pt idx="1">
                  <c:v>0.0072617467821</c:v>
                </c:pt>
                <c:pt idx="2">
                  <c:v>0.00819065212333</c:v>
                </c:pt>
              </c:numCache>
            </c:numRef>
          </c:yVal>
        </c:ser>
        <c:ser>
          <c:idx val="2"/>
          <c:order val="2"/>
          <c:tx>
            <c:v>EQ-S-W03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0.0522223986515</c:v>
                </c:pt>
                <c:pt idx="1">
                  <c:v>0.018378648323</c:v>
                </c:pt>
                <c:pt idx="2">
                  <c:v>0.0134359281525</c:v>
                </c:pt>
              </c:numCache>
            </c:numRef>
          </c:yVal>
        </c:ser>
        <c:ser>
          <c:idx val="3"/>
          <c:order val="3"/>
          <c:tx>
            <c:v>EQ-S-W04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0.00456377031121</c:v>
                </c:pt>
                <c:pt idx="1">
                  <c:v>0.0360294822499</c:v>
                </c:pt>
                <c:pt idx="2">
                  <c:v>0.00594248946715</c:v>
                </c:pt>
              </c:numCache>
            </c:numRef>
          </c:yVal>
        </c:ser>
        <c:ser>
          <c:idx val="4"/>
          <c:order val="4"/>
          <c:tx>
            <c:v>EQ-S-W05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0.00205904095257</c:v>
                </c:pt>
                <c:pt idx="1">
                  <c:v>0.014718887598</c:v>
                </c:pt>
                <c:pt idx="2">
                  <c:v>0.0172429748529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0.0026463584092</c:v>
                </c:pt>
                <c:pt idx="1">
                  <c:v>0.00891616052557</c:v>
                </c:pt>
                <c:pt idx="2">
                  <c:v>0.0522223986515</c:v>
                </c:pt>
                <c:pt idx="3">
                  <c:v>0.00456377031121</c:v>
                </c:pt>
                <c:pt idx="4">
                  <c:v>0.00205904095257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0.0030944304943</c:v>
                </c:pt>
                <c:pt idx="1">
                  <c:v>0.0072617467821</c:v>
                </c:pt>
                <c:pt idx="2">
                  <c:v>0.018378648323</c:v>
                </c:pt>
                <c:pt idx="3">
                  <c:v>0.0360294822499</c:v>
                </c:pt>
                <c:pt idx="4">
                  <c:v>0.014718887598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0.0224358189545</c:v>
                </c:pt>
                <c:pt idx="1">
                  <c:v>0.00819065212333</c:v>
                </c:pt>
                <c:pt idx="2">
                  <c:v>0.0134359281525</c:v>
                </c:pt>
                <c:pt idx="3">
                  <c:v>0.00594248946715</c:v>
                </c:pt>
                <c:pt idx="4">
                  <c:v>0.0172429748529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5744463851664565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0.234678247484</c:v>
                </c:pt>
                <c:pt idx="1">
                  <c:v>0.266523140412</c:v>
                </c:pt>
                <c:pt idx="2">
                  <c:v>0.203251692324</c:v>
                </c:pt>
              </c:numCache>
            </c:numRef>
          </c:yVal>
        </c:ser>
        <c:ser>
          <c:idx val="1"/>
          <c:order val="1"/>
          <c:tx>
            <c:v>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0.378336260183</c:v>
                </c:pt>
                <c:pt idx="1">
                  <c:v>0.252677692722</c:v>
                </c:pt>
                <c:pt idx="2">
                  <c:v>0.379491229799</c:v>
                </c:pt>
              </c:numCache>
            </c:numRef>
          </c:yVal>
        </c:ser>
        <c:ser>
          <c:idx val="2"/>
          <c:order val="2"/>
          <c:tx>
            <c:v>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0.457183807008</c:v>
                </c:pt>
                <c:pt idx="1">
                  <c:v>0.225371182119</c:v>
                </c:pt>
                <c:pt idx="2">
                  <c:v>0.294537848786</c:v>
                </c:pt>
              </c:numCache>
            </c:numRef>
          </c:yVal>
        </c:ser>
        <c:ser>
          <c:idx val="3"/>
          <c:order val="3"/>
          <c:tx>
            <c:v>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0.233789678955</c:v>
                </c:pt>
                <c:pt idx="1">
                  <c:v>0.307956345622</c:v>
                </c:pt>
                <c:pt idx="2">
                  <c:v>0.277828283398</c:v>
                </c:pt>
              </c:numCache>
            </c:numRef>
          </c:yVal>
        </c:ser>
        <c:ser>
          <c:idx val="4"/>
          <c:order val="4"/>
          <c:tx>
            <c:v>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0.335540167868</c:v>
                </c:pt>
                <c:pt idx="1">
                  <c:v>0.495540167868</c:v>
                </c:pt>
                <c:pt idx="2">
                  <c:v>0.307206834534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0.234678247484</c:v>
                </c:pt>
                <c:pt idx="1">
                  <c:v>0.378336260183</c:v>
                </c:pt>
                <c:pt idx="2">
                  <c:v>0.457183807008</c:v>
                </c:pt>
                <c:pt idx="3">
                  <c:v>0.233789678955</c:v>
                </c:pt>
                <c:pt idx="4">
                  <c:v>0.335540167868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0.266523140412</c:v>
                </c:pt>
                <c:pt idx="1">
                  <c:v>0.252677692722</c:v>
                </c:pt>
                <c:pt idx="2">
                  <c:v>0.225371182119</c:v>
                </c:pt>
                <c:pt idx="3">
                  <c:v>0.307956345622</c:v>
                </c:pt>
                <c:pt idx="4">
                  <c:v>0.495540167868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0.203251692324</c:v>
                </c:pt>
                <c:pt idx="1">
                  <c:v>0.379491229799</c:v>
                </c:pt>
                <c:pt idx="2">
                  <c:v>0.294537848786</c:v>
                </c:pt>
                <c:pt idx="3">
                  <c:v>0.277828283398</c:v>
                </c:pt>
                <c:pt idx="4">
                  <c:v>0.307206834534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45094184654336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2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0.177606494137</c:v>
                </c:pt>
                <c:pt idx="1">
                  <c:v>0.279856473746</c:v>
                </c:pt>
                <c:pt idx="2">
                  <c:v>0.271344914151</c:v>
                </c:pt>
              </c:numCache>
            </c:numRef>
          </c:yVal>
        </c:ser>
        <c:ser>
          <c:idx val="1"/>
          <c:order val="1"/>
          <c:tx>
            <c:v>C-W02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0.135324563133</c:v>
                </c:pt>
                <c:pt idx="1">
                  <c:v>0.269559625191</c:v>
                </c:pt>
                <c:pt idx="2">
                  <c:v>0.286669593517</c:v>
                </c:pt>
              </c:numCache>
            </c:numRef>
          </c:yVal>
        </c:ser>
        <c:ser>
          <c:idx val="2"/>
          <c:order val="2"/>
          <c:tx>
            <c:v>C-W03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0.285773637911</c:v>
                </c:pt>
                <c:pt idx="1">
                  <c:v>0.28399140566</c:v>
                </c:pt>
                <c:pt idx="2">
                  <c:v>0.353880089495</c:v>
                </c:pt>
              </c:numCache>
            </c:numRef>
          </c:yVal>
        </c:ser>
        <c:ser>
          <c:idx val="3"/>
          <c:order val="3"/>
          <c:tx>
            <c:v>C-W04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0.331974651653</c:v>
                </c:pt>
                <c:pt idx="1">
                  <c:v>0.239502291008</c:v>
                </c:pt>
                <c:pt idx="2">
                  <c:v>0.347956345622</c:v>
                </c:pt>
              </c:numCache>
            </c:numRef>
          </c:yVal>
        </c:ser>
        <c:ser>
          <c:idx val="4"/>
          <c:order val="4"/>
          <c:tx>
            <c:v>C-W05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0.209706834534</c:v>
                </c:pt>
                <c:pt idx="1">
                  <c:v>0.313930922262</c:v>
                </c:pt>
                <c:pt idx="2">
                  <c:v>0.262935839495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0.177606494137</c:v>
                </c:pt>
                <c:pt idx="1">
                  <c:v>0.135324563133</c:v>
                </c:pt>
                <c:pt idx="2">
                  <c:v>0.285773637911</c:v>
                </c:pt>
                <c:pt idx="3">
                  <c:v>0.331974651653</c:v>
                </c:pt>
                <c:pt idx="4">
                  <c:v>0.209706834534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0.279856473746</c:v>
                </c:pt>
                <c:pt idx="1">
                  <c:v>0.269559625191</c:v>
                </c:pt>
                <c:pt idx="2">
                  <c:v>0.28399140566</c:v>
                </c:pt>
                <c:pt idx="3">
                  <c:v>0.239502291008</c:v>
                </c:pt>
                <c:pt idx="4">
                  <c:v>0.313930922262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0.271344914151</c:v>
                </c:pt>
                <c:pt idx="1">
                  <c:v>0.286669593517</c:v>
                </c:pt>
                <c:pt idx="2">
                  <c:v>0.353880089495</c:v>
                </c:pt>
                <c:pt idx="3">
                  <c:v>0.347956345622</c:v>
                </c:pt>
                <c:pt idx="4">
                  <c:v>0.262935839495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38926809844478516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0.18955425938</c:v>
                </c:pt>
                <c:pt idx="1">
                  <c:v>0.191978216966</c:v>
                </c:pt>
                <c:pt idx="2">
                  <c:v>0.130387592713</c:v>
                </c:pt>
              </c:numCache>
            </c:numRef>
          </c:yVal>
        </c:ser>
        <c:ser>
          <c:idx val="1"/>
          <c:order val="1"/>
          <c:tx>
            <c:v>P-W02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0.159057553212</c:v>
                </c:pt>
                <c:pt idx="1">
                  <c:v>0.144957601229</c:v>
                </c:pt>
                <c:pt idx="2">
                  <c:v>0.262464023431</c:v>
                </c:pt>
              </c:numCache>
            </c:numRef>
          </c:yVal>
        </c:ser>
        <c:ser>
          <c:idx val="2"/>
          <c:order val="2"/>
          <c:tx>
            <c:v>P-W03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0.146327644934</c:v>
                </c:pt>
                <c:pt idx="1">
                  <c:v>0.1590579847</c:v>
                </c:pt>
                <c:pt idx="2">
                  <c:v>0.327669356118</c:v>
                </c:pt>
              </c:numCache>
            </c:numRef>
          </c:yVal>
        </c:ser>
        <c:ser>
          <c:idx val="3"/>
          <c:order val="3"/>
          <c:tx>
            <c:v>P-W04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0.335796808948</c:v>
                </c:pt>
                <c:pt idx="1">
                  <c:v>0.252326473743</c:v>
                </c:pt>
                <c:pt idx="2">
                  <c:v>0.401577029973</c:v>
                </c:pt>
              </c:numCache>
            </c:numRef>
          </c:yVal>
        </c:ser>
        <c:ser>
          <c:idx val="4"/>
          <c:order val="4"/>
          <c:tx>
            <c:v>P-W05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0.289062083463</c:v>
                </c:pt>
                <c:pt idx="1">
                  <c:v>0.193164773881</c:v>
                </c:pt>
                <c:pt idx="2">
                  <c:v>0.13180121392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0.18955425938</c:v>
                </c:pt>
                <c:pt idx="1">
                  <c:v>0.159057553212</c:v>
                </c:pt>
                <c:pt idx="2">
                  <c:v>0.146327644934</c:v>
                </c:pt>
                <c:pt idx="3">
                  <c:v>0.335796808948</c:v>
                </c:pt>
                <c:pt idx="4">
                  <c:v>0.289062083463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0.191978216966</c:v>
                </c:pt>
                <c:pt idx="1">
                  <c:v>0.144957601229</c:v>
                </c:pt>
                <c:pt idx="2">
                  <c:v>0.1590579847</c:v>
                </c:pt>
                <c:pt idx="3">
                  <c:v>0.252326473743</c:v>
                </c:pt>
                <c:pt idx="4">
                  <c:v>0.193164773881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0.130387592713</c:v>
                </c:pt>
                <c:pt idx="1">
                  <c:v>0.262464023431</c:v>
                </c:pt>
                <c:pt idx="2">
                  <c:v>0.327669356118</c:v>
                </c:pt>
                <c:pt idx="3">
                  <c:v>0.401577029973</c:v>
                </c:pt>
                <c:pt idx="4">
                  <c:v>0.13180121392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417347329705954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charts/chart3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P-W01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Data'!$B$2:$B$4</c:f>
              <c:numCache>
                <c:formatCode>0.00</c:formatCode>
                <c:ptCount val="3"/>
                <c:pt idx="0">
                  <c:v>0.0449141730224</c:v>
                </c:pt>
                <c:pt idx="1">
                  <c:v>0.0489822853779</c:v>
                </c:pt>
                <c:pt idx="2">
                  <c:v>0.026211617507</c:v>
                </c:pt>
              </c:numCache>
            </c:numRef>
          </c:yVal>
        </c:ser>
        <c:ser>
          <c:idx val="1"/>
          <c:order val="1"/>
          <c:tx>
            <c:v>P-W02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Data'!$C$2:$C$4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Data'!$D$2:$D$4</c:f>
              <c:numCache>
                <c:formatCode>0.00</c:formatCode>
                <c:ptCount val="3"/>
                <c:pt idx="0">
                  <c:v>0.0934806252594</c:v>
                </c:pt>
                <c:pt idx="1">
                  <c:v>0.0648139585927</c:v>
                </c:pt>
                <c:pt idx="2">
                  <c:v>0.127933754576</c:v>
                </c:pt>
              </c:numCache>
            </c:numRef>
          </c:yVal>
        </c:ser>
        <c:ser>
          <c:idx val="2"/>
          <c:order val="2"/>
          <c:tx>
            <c:v>P-W03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Data'!$E$2:$E$4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Data'!$F$2:$F$4</c:f>
              <c:numCache>
                <c:formatCode>0.00</c:formatCode>
                <c:ptCount val="3"/>
                <c:pt idx="0">
                  <c:v>0.0532198398548</c:v>
                </c:pt>
                <c:pt idx="1">
                  <c:v>0.0960458592686</c:v>
                </c:pt>
                <c:pt idx="2">
                  <c:v>0.0780875259352</c:v>
                </c:pt>
              </c:numCache>
            </c:numRef>
          </c:yVal>
        </c:ser>
        <c:ser>
          <c:idx val="3"/>
          <c:order val="3"/>
          <c:tx>
            <c:v>P-W04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Data'!$G$2:$G$4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Data'!$H$2:$H$4</c:f>
              <c:numCache>
                <c:formatCode>0.00</c:formatCode>
                <c:ptCount val="3"/>
                <c:pt idx="0">
                  <c:v>0.0434557707744</c:v>
                </c:pt>
                <c:pt idx="1">
                  <c:v>0.0449557707744</c:v>
                </c:pt>
                <c:pt idx="2">
                  <c:v>0.0700514134419</c:v>
                </c:pt>
              </c:numCache>
            </c:numRef>
          </c:yVal>
        </c:ser>
        <c:ser>
          <c:idx val="4"/>
          <c:order val="4"/>
          <c:tx>
            <c:v>P-W05</c:v>
          </c:tx>
          <c:spPr>
            <a:solidFill>
              <a:srgbClr val="D7DDE1"/>
            </a:solidFill>
            <a:ln w="11430">
              <a:solidFill>
                <a:srgbClr val="D7DDE1"/>
              </a:solidFill>
            </a:ln>
          </c:spPr>
          <c:marker>
            <c:symbol val="none"/>
            <c:size val="8"/>
          </c:marker>
          <c:xVal>
            <c:numRef>
              <c:f>'Chart Data'!$I$2:$I$4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xVal>
          <c:yVal>
            <c:numRef>
              <c:f>'Chart Data'!$J$2:$J$4</c:f>
              <c:numCache>
                <c:formatCode>0.00</c:formatCode>
                <c:ptCount val="3"/>
                <c:pt idx="0">
                  <c:v>0.098802128613</c:v>
                </c:pt>
                <c:pt idx="1">
                  <c:v>0.0884687952797</c:v>
                </c:pt>
                <c:pt idx="2">
                  <c:v>0.0612600160241</c:v>
                </c:pt>
              </c:numCache>
            </c:numRef>
          </c:yVal>
        </c:ser>
        <c:ser>
          <c:idx val="5"/>
          <c:order val="5"/>
          <c:tx>
            <c:v>Opaque</c:v>
          </c:tx>
          <c:spPr>
            <a:solidFill>
              <a:srgbClr val="637482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637482"/>
              </a:solidFill>
              <a:ln w="0">
                <a:noFill/>
              </a:ln>
            </c:spPr>
          </c:marker>
          <c:xVal>
            <c:numRef>
              <c:f>'Chart Data'!$K$2:$K$6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xVal>
          <c:yVal>
            <c:numRef>
              <c:f>'Chart Data'!$L$2:$L$6</c:f>
              <c:numCache>
                <c:formatCode>0.00</c:formatCode>
                <c:ptCount val="5"/>
                <c:pt idx="0">
                  <c:v>0.0449141730224</c:v>
                </c:pt>
                <c:pt idx="1">
                  <c:v>0.0934806252594</c:v>
                </c:pt>
                <c:pt idx="2">
                  <c:v>0.0532198398548</c:v>
                </c:pt>
                <c:pt idx="3">
                  <c:v>0.0434557707744</c:v>
                </c:pt>
                <c:pt idx="4">
                  <c:v>0.098802128613</c:v>
                </c:pt>
              </c:numCache>
            </c:numRef>
          </c:yVal>
        </c:ser>
        <c:ser>
          <c:idx val="6"/>
          <c:order val="6"/>
          <c:tx>
            <c:v>Aligned</c:v>
          </c:tx>
          <c:spPr>
            <a:solidFill>
              <a:srgbClr val="277F8A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277F8A"/>
              </a:solidFill>
              <a:ln w="0">
                <a:noFill/>
              </a:ln>
            </c:spPr>
          </c:marker>
          <c:xVal>
            <c:numRef>
              <c:f>'Chart Data'!$M$2:$M$6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xVal>
          <c:yVal>
            <c:numRef>
              <c:f>'Chart Data'!$N$2:$N$6</c:f>
              <c:numCache>
                <c:formatCode>0.00</c:formatCode>
                <c:ptCount val="5"/>
                <c:pt idx="0">
                  <c:v>0.0489822853779</c:v>
                </c:pt>
                <c:pt idx="1">
                  <c:v>0.0648139585927</c:v>
                </c:pt>
                <c:pt idx="2">
                  <c:v>0.0960458592686</c:v>
                </c:pt>
                <c:pt idx="3">
                  <c:v>0.0449557707744</c:v>
                </c:pt>
                <c:pt idx="4">
                  <c:v>0.0884687952797</c:v>
                </c:pt>
              </c:numCache>
            </c:numRef>
          </c:yVal>
        </c:ser>
        <c:ser>
          <c:idx val="7"/>
          <c:order val="7"/>
          <c:tx>
            <c:v>MisIndexed</c:v>
          </c:tx>
          <c:spPr>
            <a:solidFill>
              <a:srgbClr val="BC7850"/>
            </a:solidFill>
            <a:ln w="0">
              <a:noFill/>
            </a:ln>
          </c:spPr>
          <c:marker>
            <c:symbol val="circle"/>
            <c:size val="8"/>
            <c:spPr>
              <a:solidFill>
                <a:srgbClr val="BC7850"/>
              </a:solidFill>
              <a:ln w="0">
                <a:noFill/>
              </a:ln>
            </c:spPr>
          </c:marker>
          <c:xVal>
            <c:numRef>
              <c:f>'Chart Data'!$O$2:$O$6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xVal>
          <c:yVal>
            <c:numRef>
              <c:f>'Chart Data'!$P$2:$P$6</c:f>
              <c:numCache>
                <c:formatCode>0.00</c:formatCode>
                <c:ptCount val="5"/>
                <c:pt idx="0">
                  <c:v>0.026211617507</c:v>
                </c:pt>
                <c:pt idx="1">
                  <c:v>0.127933754576</c:v>
                </c:pt>
                <c:pt idx="2">
                  <c:v>0.0780875259352</c:v>
                </c:pt>
                <c:pt idx="3">
                  <c:v>0.0700514134419</c:v>
                </c:pt>
                <c:pt idx="4">
                  <c:v>0.0612600160241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4072713003332418"/>
          <c:min val="0"/>
        </c:scaling>
        <c:delete val="0"/>
        <c:axPos val="l"/>
        <c:numFmt formatCode="0.00"/>
        <c:majorTickMark val="none"/>
        <c:minorTickMark val="none"/>
        <c:tickLblPos val="nextTo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2.5"/>
          <c:min val="-0.5"/>
        </c:scaling>
        <c:delete val="0"/>
        <c:axPos val="b"/>
        <c:numFmt formatCode="0"/>
        <c:majorTickMark val="none"/>
        <c:minorTickMark val="none"/>
        <c:tickLblPos val="none"/>
        <c:spPr>
          <a:ln w="12383">
            <a:solidFill>
              <a:srgbClr val="24292D"/>
            </a:solidFill>
          </a:ln>
        </c:spPr>
        <c:txPr>
          <a:bodyPr anchorCtr="1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"/>
      </c:valAx>
      <c:spPr>
        <a:solidFill>
          <a:srgbClr val="FFFFFF"/>
        </a:solidFill>
        <a:ln w="0">
          <a:noFill/>
        </a:ln>
      </c:spPr>
    </c:plotArea>
    <c:plotVisOnly val="1"/>
  </c:chart>
  <c:spPr>
    <a:solidFill>
      <a:srgbClr val="FFFFFF"/>
    </a:solidFill>
    <a:ln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4D9515-1D45-43A2-B2F3-757BC5D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41A38-DDF2-4316-8DB1-7539FE29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430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ED7B2-0215-4BF9-B434-7E521041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190625"/>
            <a:ext cx="1390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Research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E1EB5-CA40-4FA9-97AF-94E7F050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238250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FB6BD-2D7E-46DD-8395-B16272F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38300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5BB15-D5DD-406D-AF13-230BBC4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86075" y="1543050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4B00A-FC4E-4B48-9AAC-9F585EF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43050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2487A-4AFE-4D9D-935A-4B068530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38300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22916-3D83-48B8-8E88-54E738D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3357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1A12B-FBA7-4037-B364-212A6E3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143000"/>
            <a:ext cx="1828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5CCD9-026C-49F8-96FC-8CB7386E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906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Choose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F7011-BCBC-455C-8C45-C874D1D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143000"/>
            <a:ext cx="1828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B6875-B38D-483E-ADB7-828F6301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1906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Execute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A8254-D67C-4455-B567-982D6805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143000"/>
            <a:ext cx="1828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9C547-B2DE-4575-B41D-53E95DBB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906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Observe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responses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B7C95-1CC9-47BC-926C-12301EB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2C837-BA94-42B9-B205-7EA4FF8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639394" y="16192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2F233-60BC-49C6-9785-78191F86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394" y="15781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CC7C8-6C04-43AA-BBBF-EEE14D2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19250"/>
            <a:ext cx="57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91CDC-13F4-4100-B3AA-58FC9998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06219" y="16192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FE0CD-3C8B-4BA9-A219-EEC7A92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219" y="15781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9CAFF-57CD-4B34-9E5F-CD027D3C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638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ECE6E6-B122-4228-8140-631C1D86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73194" y="16192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6E415-E2A7-4B5C-A579-CBD68282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194" y="15781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B4C133-884E-45AA-BB7D-77D3E3D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19250"/>
            <a:ext cx="638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780EA-9F86-482A-B5EB-A64C7A3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40169" y="16192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0DDDA-FE91-40BC-ABAC-416086B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169" y="15781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26798D-A7CD-4BA0-8121-CF8FCFA1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14375"/>
            <a:ext cx="953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8244E-72B2-4BCE-9D76-EA43D2BD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14375"/>
            <a:ext cx="6734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3D9A9-7831-4688-8824-4ECA7643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714375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7096A-0845-4E02-AD7D-10D1570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526" y="10963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303A1-90C9-4D1C-8A95-71762729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95625" y="10963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3B968A-2667-4EC1-BE93-38AC253E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48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AE286-4C4C-4BFE-981A-43385E48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7175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Persistent physical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956A0-2E1A-4C87-925D-DAD543B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432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Composition     Phase     Thermal history     Remaining material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0911DA-5637-4F15-A855-F7F1A5B0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828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A769BA-0B36-4E43-AB77-30D48BB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Private process laws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72F1C-0651-44EB-A44D-B2F3943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Public operations and instruments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73FAB1-825E-45D0-B1AA-C50ECCDC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Resource ledger and exact replay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76D2E0-08D5-437E-B259-90AA8C52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71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Evaluator only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BB796-1323-4EC1-A68D-33DC85D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Agent access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4D0F7B-BF48-4E1B-94B6-107C9450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29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Recorded history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9DD2D5-3197-49BC-9497-0E5E6B67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38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A98D8-6C25-4AF4-A689-30E922B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34F55A-9570-491A-8B9F-DA34A130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0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A831EC-2A68-4DF9-9004-3EDB5F3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0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4C176C-E3F0-41AB-91E7-1C5404E6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80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C4CA7D-2D30-4739-BA48-449A47F1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7054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10EEF3-FE53-499A-A171-50551E44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80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ACB42F-F4A0-4A91-A02B-66B0169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7054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D43E25-AD27-4365-A0EA-B59DE789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Same physical world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B1AFB9-A49C-4D5F-B222-C8D79645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Independent resource conditions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493EFF-B50A-4B0A-842B-1E92772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810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42EA8A-DE1F-48DF-B463-E478F8B4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2B87D1-5AF6-4E77-B812-CC5FC9BB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57925"/>
            <a:ext cx="652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Experimental and computational allowances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F1ABF1-9025-43BD-A10A-3AB283D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0770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807AB9-323E-4787-8E0D-FB43E717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009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4D521E-C5A1-4C8C-934F-C46C767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648575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Seal recommendation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1FC92E-DB34-47CA-87B0-E30C721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924800"/>
            <a:ext cx="4667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07E3B6-576C-4D65-BAE3-4BBF92E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49119" y="792480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2516D3-878E-4331-8D40-DCC4FBB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119" y="788370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C5A889-121E-49FB-B06E-34051810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60095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7F8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838804-F1F3-49FD-AD85-793390A7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648575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Independent retest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D45133-1768-464A-B7D7-70CE42C4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172325"/>
            <a:ext cx="1571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350002-F3E5-4ED9-9DBE-D28D066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7219950"/>
            <a:ext cx="1343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K1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D1E769-BED9-4935-97FD-23DDA8F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172325"/>
            <a:ext cx="1571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D0D386-4824-43C6-AB89-A2BBF556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219950"/>
            <a:ext cx="1343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Q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9DE7221-5729-48DB-8DB5-3FC61F4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7172325"/>
            <a:ext cx="1571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702D70-9289-4B87-B979-5D838BB9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7219950"/>
            <a:ext cx="13430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K2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E2A752-9AF8-4E55-80F7-AEDEC54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696200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AF1E7C-617E-425D-87A2-51DFA278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92619" y="769620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EA8378-B810-40CE-9872-8B2B0FF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619" y="765510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E50050-8346-434A-8FEB-46A0168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7696200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609C64-BF4B-4480-ABAA-40916F4A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83344" y="769620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166829-CD98-4F5D-B97F-A1C0A862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344" y="765510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12B00A6-48D1-4998-A165-336490F3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4296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Operating performance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5ECECA-0841-4E56-A1F8-2F8A07A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4296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Full original context; no target feedback; Q remains sealed</a:t>
            </a:r>
          </a:p>
        </p:txBody>
      </p:sp>
    </p:spTree>
    <p:extLst>
      <p:ext uri="{BB962C8B-B14F-4D97-AF65-F5344CB8AC3E}">
        <p14:creationId xmlns:p14="http://schemas.microsoft.com/office/powerpoint/2010/main" val="1254522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DB42A-2484-4D5F-A6F7-99658FCD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A84FB-3F92-4B7C-AACB-9299B4FB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"/>
            <a:ext cx="222351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285750" y="857250"/>
          <a:ext xmlns:a="http://schemas.openxmlformats.org/drawingml/2006/main" cx="4333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fa69e0a6b64a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92981-E213-480C-AB4C-74E9A58C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Retest improves: 26/30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A06B9-76CF-4040-83ED-EAA1FD0D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improves: 14/30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A58B6-D279-48F7-B47B-A3A42326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2CAFD-30DC-49C8-BA99-656E7902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"/>
            <a:ext cx="260470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Reaction processing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857750" y="857250"/>
          <a:ext xmlns:a="http://schemas.openxmlformats.org/drawingml/2006/main" cx="4333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726e44d2c475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2F8DA-8A1A-4E1F-B84B-EC2B3453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Retest improves: 9/30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6A9D5-23BF-4225-BA17-03EDE784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524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improves: 8/30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51769-691C-4773-821C-E54E6977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6B60B-08A5-498D-AA0D-E21615E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52400"/>
            <a:ext cx="171526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Purification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9429750" y="857250"/>
          <a:ext xmlns:a="http://schemas.openxmlformats.org/drawingml/2006/main" cx="4095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c3ea0d857415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D8891-0B68-4F47-B146-1FFFCA8E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197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Purity threshold = 0.80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80825-5056-49F3-8FF9-EB58385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524500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Eligible: 0/5, 3/5, 0/5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744BF-1B2B-476C-B240-6AF46BB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E96FE-6AD4-42F3-8FC8-94D945C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34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56FCF-9E3D-4D3C-8351-4069EC0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D35D4-F482-4B88-96FD-E1B8163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134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E70AE-D260-4A59-A9F4-C989613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229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556D2-B2EB-44DD-A66E-0EA7072C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1341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535255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8A28D50-E7A4-4A65-BBDC-4B02CFF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478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Mean,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BB86E-791A-420E-B60F-BEC3B61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19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Mean, 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E4B75-3D6D-4A91-8BE0-8E872FB9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003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Improved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0C077-BF09-46BE-B0CF-AC62E46A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671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4CA5C-21A0-4609-968A-5CBA9BD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181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7A730-9B45-461F-B41A-74A2AE02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429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DB53-C6AA-4356-AE1E-2260DD7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76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0F00F-D5C0-45A7-BA70-3A176A54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0386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62AA7-393A-4C75-A837-1248F97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0055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1C276-862F-4EEF-A528-EEA03F36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14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37887-109E-4603-BCC3-F3DD121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62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06144-71ED-403D-9AFB-31A6249B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10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40FD6-A83C-41D9-9D43-8AF1502B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7205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E11B-19B0-4756-B52C-4594B97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3340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2CC74-47C7-463F-A729-C8EF451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48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6EB87-FB4A-4C72-B9A5-6B4B508E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959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224AA-789E-4D87-A8EF-E2E0C6F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5435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13BDD-DAD4-406C-8398-B7421BB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9055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887DC-DD76-4559-BE74-8BC18E6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26745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D21A5-8EC3-4DDD-9763-B88FD03F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9817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95BD4-D969-443B-A7CF-3141487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229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9FB7B7-9DDC-476F-A613-CE6E8BD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477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EDE60-6C12-4EA0-BE73-49E5F465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83895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D412C-EE50-4FA8-8BC5-993FE22F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200900"/>
            <a:ext cx="981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7509C-0B75-4C02-ACF5-B31C2EC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6915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EECD2-0BB5-4E83-B84A-2EF7F62D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628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5225C-DCEF-4A6E-825B-05889F8D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410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CFB427-DE4E-4070-A9D4-90BE799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7772400"/>
            <a:ext cx="13287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A57217-291C-4126-8A72-52F22547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1438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Mean change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B2F977-FF9D-43AB-9515-A7F8E9B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584E7-4127-428E-A818-6902CE2E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CBED3-4B55-4820-B0B8-276CCD37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9456B1-9D70-4BAF-A057-6003F59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0.1738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FADED-A33E-468D-9E1E-2ADCC90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0.1122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C5EF3-B87D-4E8F-9575-7099E2CC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11/15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0661B-72DC-463D-941A-5117BB1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80950-A482-4849-9DD5-B8481FF6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4A771A-6437-4B58-977B-2C491FC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33750"/>
            <a:ext cx="4485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B10468-0435-4620-B947-2038DCFC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814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0B23B9-A666-4148-9587-31F9523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81400"/>
            <a:ext cx="749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D3A13C-D8F3-4140-9CB4-88032E4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60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0F05D-1D21-4D3D-A3A8-6B59895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29050"/>
            <a:ext cx="53329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64E30D-5980-46F3-A81E-5FC562B9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257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B3232E-C603-465A-B0FF-38E365A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67200"/>
            <a:ext cx="34851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A42489-C63F-4240-8EDC-330E88E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74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07A68A-9536-412F-B61A-E6B6D90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14850"/>
            <a:ext cx="588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802A58-32B3-458D-BC8B-C3AE6B4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67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233FBE-E536-4861-A9C7-4EB7EB50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762500"/>
            <a:ext cx="1593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B8FF27-4BC4-49A5-8628-52EAF2C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322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AFA1F8-A8B7-46FF-B25D-3FA1E9C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816" y="5200650"/>
            <a:ext cx="2730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3DE4D8-9474-404E-8125-7770573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5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679E1A-06DD-43CE-A1C9-A3FD6430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448300"/>
            <a:ext cx="4383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3DACE5-A291-406E-97AD-C21E018B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305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751CE6-B024-4AB4-8EE8-6CF4D096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412" y="5695950"/>
            <a:ext cx="3941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E11AE2-6834-4F1F-BE6B-886A7054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550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6EAA2A-D434-482B-AEC2-176C4F8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134100"/>
            <a:ext cx="38399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0D5980-98C3-43B6-9354-96847E9F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956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E7779E-618D-4E5A-B983-4EEA3D37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381750"/>
            <a:ext cx="47716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57EB35-976D-4399-A3CB-EC5A5DE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128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D92C58-451E-49BB-B488-FED11C60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629400"/>
            <a:ext cx="25061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17FA1C-CF1F-4039-9FA1-2AB31E0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578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189A62-252E-4169-B13E-881D311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067550"/>
            <a:ext cx="45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791A36-E2DE-414A-AC28-B6C8AF06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938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D68C5C-3A0A-4694-91C5-63DE5FD1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12" y="7315200"/>
            <a:ext cx="43051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40A524-E743-43ED-B890-AC1517E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50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8ECB65-7B53-45C4-A11C-2026B93B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252" y="7562850"/>
            <a:ext cx="1325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F71C66-9AF4-4ED4-AB72-55C4940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389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697EA5-7BAF-4705-BADA-306D25FE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296275"/>
            <a:ext cx="15636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A45893-30EB-4770-8D8E-98C9FA5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035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85A1D1-CCB0-4147-9BBA-87DC0FEA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FD8C49-6B62-4D46-A67A-6A89C52C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C7C5AA-1C76-4BA1-9056-7D78387E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A7A5C9-5156-4406-B464-FD10464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CE3722-1669-4DB8-BCFF-FF9AC7D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015A56-6C65-4347-AC88-D835BD53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BD64222-E664-455E-BED9-B297A61E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8F81E5-C3FB-46AE-8D13-09FBFD7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535092-2F64-42F0-8D19-D1E535D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90B3C6-33B5-4923-BA75-914AA7D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Electrochemistry</a:t>
            </a:r>
          </a:p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1E54AA-28C0-4211-A2FC-00DF21F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893110-0CE8-4B36-A0AF-E86BE949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0.1781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9F0CC4-52FF-4725-8CFE-EC21DB2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0.1082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611F71-2D9B-4BE5-9C50-7D999F5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12/15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5D62D0-773E-47E6-B193-C58DDCBF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6F846B-D2E9-4671-BAB1-B1966D8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E95EAC-5011-4765-BAFB-20CC8C1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694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7B329A-6B77-4A60-BFD3-24F4B9C6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091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4FF80A9-8273-4604-A9DC-CF7F5893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790" y="3581400"/>
            <a:ext cx="30971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587A54-A1DF-4A93-8A22-C13FFEF8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928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955068-5178-4724-9936-B49AE133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2" y="3829050"/>
            <a:ext cx="655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A30227-74FC-4377-A4AF-2347A22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99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4A4AD1-BAF3-4F69-AA8B-31E7C60E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39" y="4267200"/>
            <a:ext cx="1436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373CD8E-126C-4455-8788-3F85FB7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277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9589A8-2DBE-4E96-B4DE-36B32970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9298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47A179-2505-40B4-BBA2-FC4C1E2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623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ED0361-7C3C-41EE-930E-74BCCE0C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140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F5A930B-C636-4BF2-9C8B-12BA6A31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718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8837857-49A9-4601-9BE6-107FD966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00650"/>
            <a:ext cx="41051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09C183-B86F-4177-8EAC-0E14AB1C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155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A20424-F381-4AA9-811B-5C3B514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48300"/>
            <a:ext cx="4769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A95BCF-FAA3-4F09-8468-FC81DAB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576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E800AE2-5F41-4B37-A1DA-D19A06E3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95950"/>
            <a:ext cx="77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BC2B47D-4463-43A1-A6AC-BBD68ED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262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FA62AC4-3A37-4B5B-8740-80F9AA11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34100"/>
            <a:ext cx="28357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5405661-C5C5-4637-A746-22DAE550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216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7DB828-8E8F-4242-9C77-0E34FD8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381750"/>
            <a:ext cx="15936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B4D41F-0663-45DE-A574-C990030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002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14A65EF-3843-4392-A5B2-E0C29A41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29400"/>
            <a:ext cx="20569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977719-B76F-4BF1-9A81-6D8A984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329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5AF61C-8B20-45DB-8B02-D7A84C24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067550"/>
            <a:ext cx="11082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21A0E7-314A-4484-A07C-53F3367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466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1203CFF-4407-4C1E-A427-DADAC0E3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315200"/>
            <a:ext cx="2980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3F8725-4D04-4808-A455-C55C8D57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80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339614-0891-4E5E-AB6B-3158247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562850"/>
            <a:ext cx="45514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A15E46-53A5-45C2-B3C9-36D9B902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80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AA9D196-1EFB-4A91-A413-0A69B8DD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96275"/>
            <a:ext cx="17764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028CD24-1BCD-4BA4-91FA-8C931A1D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993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5823034-659E-4D84-BDE3-1FB5E3B0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26FEE22-2D08-41B2-8FC3-1FB5CD9A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8E1307B-81C1-4036-8962-44FE831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B2CA66B-D727-4B96-8BE2-9AA07E98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2ABC13C-1D5E-4FEA-B3B6-49E42B4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6A4F8E6-40A9-4C0D-9781-8059183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956EFC-94B9-4FDE-93E5-7DF3D46C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869A1C-2DF9-4DC9-ADA4-2A70497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E03497-E032-43BB-B4FC-9AECBD86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31971A6-AACD-48FD-B988-875ACB47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Partitioning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60C10C0-202B-4C1F-88FA-A06023E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</a:t>
            </a:r>
          </a:p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1FFF63D-9D95-4F86-B711-A39E0A8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0.0829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8446F1E-2A69-44ED-811C-20B07E04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0.0238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609920-9F31-40C4-943B-18E29F4D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13/15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27B228A-A8F1-4F67-82F8-5A344BD5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8A57679-2CC6-4E63-AE40-CA4866DD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7CF6B32-8D2D-4C94-96F0-77751D1D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33750"/>
            <a:ext cx="1348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C01E80C-13BD-4DB1-9BBB-B434E703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10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C78B7B-BB12-457B-8C1E-F593356B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81400"/>
            <a:ext cx="2292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C2F6776-02C8-466F-AD35-780B74C3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551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FC8B0C5-BA27-4DB4-975D-6D665F6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29050"/>
            <a:ext cx="11715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9957DC8-A4EF-493C-A4A3-807C10A5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470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EE4A99A-6B0A-447A-B946-F67C807E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67200"/>
            <a:ext cx="3851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C0689A3-264D-461C-8ED8-C5D7AD4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466" y="4224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7158C0-B255-4977-9C5F-54180AC3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140" y="4514850"/>
            <a:ext cx="603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51A798-812D-4696-AFA1-422CBC1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277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610110A-CAEB-415B-B76C-726CC4AD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62500"/>
            <a:ext cx="42277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2A8B527-9078-401C-8B4D-42DE48F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89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30610D9-8C37-41AB-BC7F-046791E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00650"/>
            <a:ext cx="2729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0B8B41F-29B2-478A-8397-76EEB217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240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AFBD880-8E49-444D-BEED-4E88C451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48300"/>
            <a:ext cx="772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2363C37-C39D-42F0-8EE7-27D8D615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39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2E0F08B-F90D-4479-8C4D-5C5795F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695950"/>
            <a:ext cx="2979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AD269FB-FE5D-4A69-A874-947E9AC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242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F082FB1-3DAE-4F9C-BFB0-F0F6F8D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134100"/>
            <a:ext cx="6636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72B0EB1-AD63-4843-ACE7-E0CB8C8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50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5A6F522-916E-49DA-8B4F-DB158BC1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381750"/>
            <a:ext cx="69246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70EF97C-18E6-41FE-A5FC-31A92FDA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781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4F04074-61CD-440D-ABD3-D3F767A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629400"/>
            <a:ext cx="1188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9E5E22A-4AC8-40DD-B2B5-91673C8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13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5CBCF32-2819-4A01-8526-A7138D34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067550"/>
            <a:ext cx="2552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0A20121-B30F-4B5C-BE31-8568460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840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EB08B07-972B-4C78-8224-96602EFE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628" y="7315200"/>
            <a:ext cx="13054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AF70697-A511-44CB-80AC-496E6167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765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A45A0EE-FA03-4606-8F8E-D20B81C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562850"/>
            <a:ext cx="14665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4BA954A-6CBD-43B9-9174-91756D2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70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CA76A8E-F9AC-48FD-B8EC-1597B1D8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296275"/>
            <a:ext cx="22522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857CAEF-F5B8-4A42-81CE-7C2275A1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247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034C63A-2388-4A4A-AD41-903378D2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5A4B415-B801-4DDF-84BA-545F650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05F160D-2CB7-492B-8DCA-6B494CB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521A35B-4947-414C-B02B-5C7325C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049E611-1B04-4372-A07D-4671F4BA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2380CA7-4BF9-4936-93FD-CF820497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0B90C1E-C05A-45E1-81EC-137DC726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+0.2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40FF02-D630-4B77-9CCF-407BBF4B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1BEC37B-6D94-4C71-8E7D-EB9454B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C8D9CD4-4257-4B09-84E1-46F3901C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prediction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39F0DDA-7CDE-4E92-B1E7-1728E50D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Recovery MAE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867DD34-639C-44D6-9900-3F25AB8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0.1043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3EC23DF-F749-4154-8A89-4A3B6E1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0.0794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BF130B9-AD74-49D2-8529-D60637A9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8/15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8538946-6127-487B-A7FE-6D7E1835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1E58F3E-45E4-4267-BE52-441C3B2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7F5E6CA-FBED-459E-9F02-046C47A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625" y="3333750"/>
            <a:ext cx="149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6118A083-110B-422A-B86E-1D600945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763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DA86F81-44C4-4047-966A-CE72D54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567" y="3581400"/>
            <a:ext cx="2328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9D9FDD4-D408-4684-9E10-DBB5EAAB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704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0E73230-5224-4D8F-B586-E3AA968E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861" y="3829050"/>
            <a:ext cx="10898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CD642A5-735D-4AD3-A424-4BCE009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999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96199BC-D46E-4759-99B2-53D8C54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67300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97CF0FC-1705-4403-88B9-30A27AF0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990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2D25879-A422-4F60-AE51-E8D4285E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54990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9319B96-F537-4A90-BAB4-38E76977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024" y="4514850"/>
            <a:ext cx="3582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B13F93-F9C1-47B9-8E49-4C2D3205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161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C3C397E-517D-4DC3-864F-158161E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21733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7BEDA6F-E527-4EC5-93CF-D2A347D1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9326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7DA6C5D0-3773-424C-BED4-0611025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960" y="5200650"/>
            <a:ext cx="648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B6C6B67-E872-46A0-A618-8CE014EC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098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A84E32B-4710-4085-B274-526A7B27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92" y="5448300"/>
            <a:ext cx="19575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C24A72E-5270-4814-8649-6FC2F11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230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725C504-5EC4-463F-B4B7-90D9AA3B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21" y="5695950"/>
            <a:ext cx="1452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33CA225-CA58-4522-BF73-599EB09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458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34F6D0F-82A0-492F-9C3C-9D5F743D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134100"/>
            <a:ext cx="17726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E5C97D3-EA52-4842-9526-4ADBD5F3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9254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D6BDB99-1B7E-43C2-B404-4449F11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381750"/>
            <a:ext cx="1318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C83C1B8-6DC3-4370-805C-5A4708AA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5172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8259EB6-145B-44B7-B003-35010BD8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629400"/>
            <a:ext cx="107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B089837-BBD4-493B-BC3E-1539C82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784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1F21F9B-FD59-4992-9FD1-A92010E8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067550"/>
            <a:ext cx="28003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C84E7B9-6CD9-4EA9-8811-27D35745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022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1F7FBBA-28EF-455C-8157-E15DEF7C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315200"/>
            <a:ext cx="142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E789C54-52FD-4FFF-B6E1-4E01E40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87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2078088-D9AA-4454-9F30-E0C30260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562850"/>
            <a:ext cx="299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C5F16B2-E89C-4AA2-9461-BF8FD69B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929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F930B72-1814-442D-8219-DAA47608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296275"/>
            <a:ext cx="6341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7D2D72C-5765-42A5-9AFC-2E73C739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11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FA82CBEA-247D-4F15-97B6-7AF080AE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BAF62B83-F4D6-4CB7-A77E-C31E39DB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52E0C6A-324F-4E04-83C4-495649A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-0.3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E98B397-189E-4E0E-88F3-DE739E1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A2B72A4-56D3-47E3-936E-6CAE0B99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43181A9-7FB0-4B20-8122-10E81FC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55B0A5A-4114-4170-BC8F-5144CB3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+0.3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068ABDB-0B6C-4094-A94B-5566D801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MAE reduction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DF9EB4A-DDA5-4432-8B6F-DD603487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31605E79-A172-4361-86FB-0DCB0A0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Interval coverage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C0365A2-129A-48FC-BEA1-DA2E0AC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coverage (%)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92E3368-7136-4011-A30B-569F157D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35.6%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D93B393-0820-4782-B532-F2ED7808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43.9%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2D4B79F-775D-431F-A73A-0A1779E3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7/15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4279624-F2D5-4A26-9F6E-B9C540D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D876677-DCF7-47E0-BBBA-A4A7CDA1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DEA8BF4-9A41-4F1D-8A73-E48CF1D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337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B212844-4C1B-45A7-B9C3-366F7FA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663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10A6412-4705-40A6-914B-24C7F37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814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690B152-D6FA-4DBB-8308-73AB477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9458071-0BFF-49C7-829C-CE10D93F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82905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2260909-984F-483D-B75C-07959F16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663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7D5E225-273E-4423-B1D6-A675DD7B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267200"/>
            <a:ext cx="76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B514458-6B2F-42DE-8C25-936F756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96F046A3-4EC6-425F-B00C-0F8AB9A9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015663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634C7FE-627F-477E-88E3-0CDC64AB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451485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6B03BC8-5666-4CE5-AE27-5A943FC9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663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8A7B128-FF7E-4986-A975-57D3FBBD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625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F4FA3A2C-739D-406C-811D-85015FE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9D4156A-623C-431C-984A-ACDDEA6F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635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ACE332B-3720-4E02-B974-E5AF8138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66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D547C33-54C1-404C-98B0-BB7C8AB6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25" y="544830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A8B6318-0DC2-42D4-AC95-D3DE334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663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C2C7F15-350A-4AD7-B037-EEF1D2E7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69595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450D6D6-2679-46D1-87FD-C845024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4B0D989-D0EA-49E2-8A6B-079D65B8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134100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EC6F4A1-FC15-472A-BD69-CBB3F5C9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663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555292B-86B0-4569-ADBC-EF49FB0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63817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D0A61587-993F-4B41-AA5E-C95761E2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663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5B44806-1E5E-46D4-BDDE-5F2519F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6294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EF5FD668-81BE-4BDC-9162-B205DA5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737B"/>
          </a:solidFill>
          <a:ln xmlns:a="http://schemas.openxmlformats.org/drawingml/2006/main" w="9525">
            <a:solidFill>
              <a:srgbClr val="6A737B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150E078-2F83-47E1-A4FD-814E7E7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0675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C4BB49E-BA3F-4AC8-AB68-43189AB1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663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6E536C3-349B-4801-9A16-5C87DC9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7315200"/>
            <a:ext cx="50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2162457-4DDC-4AA3-9BFC-027B267D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663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16C6716-D211-496E-BDC2-749E888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7562850"/>
            <a:ext cx="254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31EA3B6-77CF-4B55-83B1-FEDF1A6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663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F547707-570E-4E63-9269-DF3BBCBC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8296275"/>
            <a:ext cx="127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92C9F116-9B9F-4A09-BB59-D26B1AA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375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ABC9B2FC-6753-4408-B9AD-EA18F46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6C02E02-17DC-4D26-B69C-0863EC2C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76A103BB-5CDF-4CDD-A92D-B792212E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-50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091AEC1-C2D6-4B93-A137-8E2C887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8A6A4C9-AF60-4B91-BE60-91C453FC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AA1C00B-1516-42E6-B50B-2FD1A675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0FBE0BF-51B2-4E33-898B-688A8BF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+50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4BDE546-0B05-4FD8-824C-91F03411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Coverage gain</a:t>
            </a:r>
          </a:p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(percentage points)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7F2CC4F-1C0D-461A-8668-FF48C18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143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63486C6-12F2-4EB0-8FAB-119A26E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5300"/>
            <a:ext cx="1866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Crystallization</a:t>
            </a:r>
          </a:p>
          <a:p xmlns:a="http://schemas.openxmlformats.org/drawingml/2006/main">
            <a:pPr algn="ctr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Operating delivery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610D3B1-9D1B-4D2E-85BF-BE94AD0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1334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Retested recovery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6617ADD-C07C-4215-A595-C57FFC6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638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0.4205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3A1D13B-425E-45EB-B832-026C422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09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0.3994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D5D7C13-E4B4-454F-95AC-DB7239FE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3907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7/15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B3F98A46-AA3D-4712-8B11-D7DA06D6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57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F8179BF-7326-43A2-8854-CF0802EB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953" cy="538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A737B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22226636-463D-498F-BC6A-114871C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333750"/>
            <a:ext cx="2169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FCBAD2E-FCB1-4A5F-A3A0-BA0F47D0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7035" y="3290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0EC7263B-E870-4EA1-B609-14ECB2F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81400"/>
            <a:ext cx="52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E90C11E-3860-4AE5-859F-9B8296D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687" y="3538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2743AFC-1A90-44EA-B039-42BAD66D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829050"/>
            <a:ext cx="8469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EE3F984-2087-42E2-8F72-9783AD18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028" y="37861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B38386B7-3892-4940-91A6-68FC2F5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267200"/>
            <a:ext cx="6976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313B611-D3A6-46F4-A029-7681402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3001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BC42BE27-9DAA-47BC-9E87-2C2B3B1C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923001" y="4224338"/>
            <a:ext cx="85725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6396018-BFEB-4EA1-840A-BF589A8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496" y="4514850"/>
            <a:ext cx="20970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C722949D-7D36-4A92-8456-158CD48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634" y="4471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2CC87952-30F5-49BF-954A-9D8A0BC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762500"/>
            <a:ext cx="6718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9777543-B723-40FF-B505-940C846D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7193" y="47196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D3F1DB0-7DB1-47B8-9468-FF18E9E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7625" y="5200650"/>
            <a:ext cx="70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0217022-EEE5-4C82-8A64-5840733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763" y="51577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3A55A77-B762-4780-A04F-507B3F3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6700" y="5448300"/>
            <a:ext cx="4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987C24A6-4543-436A-B4F4-1DA4B10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3838" y="54054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6D3E9CC-DBD4-4E6B-B5E9-F36F589C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106" y="5695950"/>
            <a:ext cx="28209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23AC3521-E3D3-46DD-ABE3-08F4DCE8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3243" y="56530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CA96C26-2782-49BC-88D9-748F5ED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236" y="6134100"/>
            <a:ext cx="57196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0D06237-3340-44B4-9DE2-60519BB2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374" y="60912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F653D2C-7E8D-4F84-99E7-F1AF00A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2352" y="6381750"/>
            <a:ext cx="658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0EAD2B1-A5E8-46FE-BEF6-4134518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9489" y="63388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685E727-0EF5-4000-A3C8-D54E07AE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1455" y="6629400"/>
            <a:ext cx="55674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DCF010C-3EA0-4B97-8444-7B0993B2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593" y="65865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AC4205E-CE60-4024-BDCE-E65F22A4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520" y="7067550"/>
            <a:ext cx="2676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F42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7EBA366-4A05-4811-8A24-258C9A2A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657" y="70246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19BBF16-2846-4D9F-8B7A-843F1E4F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315200"/>
            <a:ext cx="9810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6A73FE5-FDAC-4D4F-ADB2-67B9BBC9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439" y="727233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2726FD9-871A-4ECA-BEE3-C2165F59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562850"/>
            <a:ext cx="369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8EFE93E-B8DB-4D97-B937-D1AED05E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315" y="75199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7977230-17F5-4552-8164-A87B35E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1348" y="8296275"/>
            <a:ext cx="2685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4292D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A98AB886-17AD-457C-8E7A-24D57CF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198" y="8239125"/>
            <a:ext cx="114300" cy="114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24292D"/>
          </a:solidFill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B13230B-3C4E-4E9F-A64A-9FD30E82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86201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4292D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6B519B8-2E98-4E91-BE1C-610A4F5E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58E9901-B510-4B66-9511-C217959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EADAA159-16A6-48E8-9705-89D822A0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561C403-1255-4579-8F70-71793F6B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605C007B-A41E-4D61-8B80-7ED1A3B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620125"/>
            <a:ext cx="953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292D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79DD467-CDE3-4E9C-A8CB-673B5AF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8734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+0.6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DC2EB94-6095-4D3E-BA0C-E5D2BB64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0487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gain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98334757-9848-44CC-91D7-9EA9CC1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981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9536B180-00F2-4E6E-9683-503D249A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715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Favorable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30949458-5FF8-45D8-A392-37D2184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981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F42"/>
          </a:solidFill>
          <a:ln xmlns:a="http://schemas.openxmlformats.org/drawingml/2006/main" w="9525">
            <a:solidFill>
              <a:srgbClr val="A35F42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687A8EA5-4432-46BB-837D-AC2D91CC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7155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Unfavorable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7944B84-459B-4B6C-A569-4B9E9E2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98107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1BFA087-D77E-4442-BB89-4D173C1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91275" y="981075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737B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F6FC1A4-1BE5-4987-B2E4-7B0EA3A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97155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 shortfall</a:t>
            </a:r>
          </a:p>
        </p:txBody>
      </p:sp>
    </p:spTree>
    <p:extLst>
      <p:ext uri="{BB962C8B-B14F-4D97-AF65-F5344CB8AC3E}">
        <p14:creationId xmlns:p14="http://schemas.microsoft.com/office/powerpoint/2010/main" val="2070588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AF3D2E4-49DD-4A2D-A465-D960DB44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D05D-49C7-4E52-BDAE-36E2AC3B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714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4422A-C87F-4611-AE9A-38357E6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578EB-8C4B-428C-A737-431FB104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23950"/>
            <a:ext cx="5067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B9117-152C-46C8-9DD8-7B486EC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70D3B-DD74-4CBC-A8A4-BF9968E3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1-4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ACCC0-5109-472B-B4AC-3370199C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Catalysts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06099-FE3E-425B-8A5B-0932C895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1E180-385C-45B2-AC70-DE2D11D5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5-7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8121B-85E4-414D-BED1-7BE0EFA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Solvents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4F32A-7427-4948-9D81-86BD7A9E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6B55D-B290-4FF2-A3C1-3CA444B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8-10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49C9D-EA5A-4FDF-AAA2-7D38023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Cooling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5DB4-6741-40A5-9A83-FFE15E88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A4A91-1D82-40C7-9852-B84BA90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E220C-A301-4F97-8607-CECD4E7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46863-36D7-41C6-8041-2957834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8A34A-A063-4F05-9461-A1D319B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D6010-D479-4401-B307-EA27353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938BD-C983-415B-A779-8014EAE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10/12 quality-feasible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866B2-575D-42F1-8396-68E9BF60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First feasible: batch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8BD97-C22A-4A49-A0A1-6ACB78D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123950"/>
            <a:ext cx="5067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091C0-5BEC-4BC0-AB5B-9111CFF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13862-5481-4B22-8141-B1EDF76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1-6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0C4FC-936A-4D22-8E9B-1133E77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5B472-3B57-4AD4-84BA-2686515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6BF1E-7C92-4FC6-B24C-F91D46FC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7-18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14AA3-5AAC-41EF-8DE3-500E96C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C4A0D-02F5-4986-927D-9596AB70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05D106-9BF3-41F3-B38A-9F4ECF80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B93323-EABD-43E8-A814-5E0753DF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Heating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EA7F5-B66F-4E48-A627-8C401429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4354E8-33DC-48D9-8AD1-F035A329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6C568-718F-4AB5-BDEF-6E6F5F8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Heat + cool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01258E-1AD2-4DCE-83F4-9003417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06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82DAA-FD01-4B57-9321-045E5C4E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5722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21-24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D23E59-5644-4928-B673-8F94F48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285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C3544-6B14-4683-958F-25AD00F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573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5/24 quality-feasible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D8BF26-3180-4D30-9B58-48C3648C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First feasible: batch 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7A6AB8-C218-4398-8CBC-9A93B2BE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314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537109-2A38-414D-9089-1FEDA55C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384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A7892B-816B-4111-9A9C-C3BEDC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384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Batches 9-10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4F51D7-24F8-4DA0-8D54-F685EF52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384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Batches 19-20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D897C-A785-4F2B-BD3D-5409FB59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57C47B-8E09-4F59-8357-DA864C30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5282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49.8%    Fines 42.4%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9E775D-2DED-46B8-9E7F-0BED5450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16B92"/>
                </a:solidFill>
                <a:latin typeface="Arial"/>
                <a:ea typeface="Arial"/>
                <a:cs typeface="Arial"/>
              </a:rPr>
              <a:t>Quality passes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ECF8D6-1E0D-4F09-AB55-686290D1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6247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DD9A75-212B-48B7-8BD6-E59E800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625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D8AD52-2CCF-4A6B-A5A6-85B7609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700" y="48672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DE290C-0ABE-41DC-9E7F-62A03889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43F7FA-D3D1-4298-8767-4074E40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625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54EA08-7856-40D9-AF83-49920861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005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Try a colder endpoint?*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41FFFB-0C24-4BAF-8BA7-C4063B8C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48275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1FB5BE-CA37-4944-89B8-F34D7E6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026" y="55159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302B91-8AA3-41BE-A9E4-4E5C5F54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81125" y="55159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8C9559-D09A-4A6F-B78D-62F0681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Next batch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72715B-4BFF-42F2-9241-9F9C4272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48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Cooling endpoint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7A4464-F016-4D47-A49C-3E790A9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769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260 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0E03F4-1505-4DAE-A452-F68838B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6745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AAB8FB-8DBA-46DD-82D3-602A864D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53894" y="62674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574EFE-B2F3-467E-941F-822227D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894" y="62263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6B92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EFBF07-CEBF-4D18-83F5-B5A54413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0769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250 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07E3B9-428A-431F-B0CF-4BD80F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53200"/>
            <a:ext cx="409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Other settings unchanged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FE3CDC-0ED0-46DD-9B74-AC45E833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531" y="7591425"/>
            <a:ext cx="435768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16B92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EB7591-FED9-42B1-B176-8ACA9F12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956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15A4C4-064A-4A63-A5D1-EFF9375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67625"/>
            <a:ext cx="1452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54834E-4AC2-40B8-B03A-77104ACF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519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9F4574-E522-495B-A00D-1677B888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7667625"/>
            <a:ext cx="1452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A94B01-21E9-423C-B8D8-224065A5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081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617E1F-B74A-4E99-8421-8B13054F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667625"/>
            <a:ext cx="1452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EA53EA-BE65-47AB-B1F7-55C48BFE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644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B92"/>
          </a:solidFill>
          <a:ln xmlns:a="http://schemas.openxmlformats.org/drawingml/2006/main" w="9525">
            <a:solidFill>
              <a:srgbClr val="416B92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C04F666-0DE7-4614-A5A1-864E5CC7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7667625"/>
            <a:ext cx="14525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Assay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654FA7-3A22-420F-946E-82A994DA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72450"/>
            <a:ext cx="595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Recovery 51.2%    Fines 45.7%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47AE27-606B-4B1C-A876-5145FBDD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56223C-CC50-4FE5-B289-CFE291D0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52825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49.0%    Fines 52.8%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D82C47-738D-4E81-B357-82D84AF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Fines exceed limit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ECF9EB-19CE-4460-92C4-EEAEF70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CD7A05D-BD6D-43FA-AE5F-ECBD0A35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825BD5-59B1-4C8D-8425-D981C4B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10500" y="48672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0B2F22-F281-49DC-94F8-9F216C28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672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EF7B0AE-3CF2-491C-AB8F-6066A94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7EDD3D-B1F3-4DBD-8027-394FC561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489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Change heating and cooling?*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D18473-8392-42D9-B825-F60B090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248275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77F8A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AB2776B-B832-471F-B05B-953D152F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826" y="55159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77F8A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6599FA-DA08-4394-95B3-9868438F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162925" y="5515944"/>
            <a:ext cx="41099" cy="752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77F8A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15A9CD-0C65-4B6E-86F0-FE3DB24D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53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Next batch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7983D4-16D8-4760-A162-ED5D25A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103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Heating: 390 K / 30 min to 410 K / 20 min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EE9F6D-01C1-469B-AEE8-D5772AD4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61987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Cooling: direct to staged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2A725F-865C-4BE8-841C-68929580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8A8462E-5BCF-4852-B8BE-E33C7E6D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419850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AE79525-7B91-46D1-BA03-6283859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619875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DAB004B-BBF4-4BE8-9B88-4EED1DD5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619875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6F322D1-063E-4F8C-9E4A-B4242227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29425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BAF5E3-2D5D-4141-8AFF-93B4D0C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03897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320 / 290 / 260 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A42E34-64E3-47A3-9A27-004679F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068" y="7591425"/>
            <a:ext cx="498021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77F8A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6079E4-EE7E-411B-A3F1-A0DFC5B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493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D780E45-94F8-446A-A8EF-6AE8E27A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9207C0-4AC9-4B7D-9E4F-485DC39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5529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9E13F3-EC1E-4EFC-B2DB-EACA1F1B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086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Quench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C5C1ED-F320-4921-8520-852B81B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564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8821FC-F491-4B5C-99F6-FAC70FEC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121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FB78AF3-4819-4D10-A4C2-C79511C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C8A295E-CA47-4BEF-8EAC-E740286E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157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Cool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AD7E92-4FDD-46D2-97ED-94E36C8E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636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6A7176-A242-423A-8798-ACBAE1EC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193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Hold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5515567-863B-435E-A72D-8E57652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671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9F8ABFC-2E91-40FA-B90C-49FD6242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9229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C02343-A4F5-44CE-ABE2-622D421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5707" y="7562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D709C0-B49D-48BC-B5B7-B1D73B6B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9264" y="7667625"/>
            <a:ext cx="8300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Assay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EF25D05-A68B-4EDE-95B2-C1E7D3D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81724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Recovery 52.9%    Fines 21.5%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A32B1B6-E93D-4224-9355-358B147A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696325"/>
            <a:ext cx="1228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* Illustrative consideration; immediate decision reasons were not recorded.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585CAC-1828-4034-B6A6-130C31E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29725"/>
            <a:ext cx="1314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542FD39-6F88-4E25-99EE-E6FF5151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063E99-DE35-43CE-82D4-D890567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4297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Selected batch 10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C4E60F-C7DD-41A6-9DC6-827364F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94297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Selected batch 23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EC98BEE-D5CC-48AE-AF88-98876422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9906000"/>
            <a:ext cx="600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S1 / C3     360 K, 60 min     Seed 20 mg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389C7DC-9817-4837-8B62-6F74DC70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296525"/>
            <a:ext cx="600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Direct cooling to 250 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B15F2B-80BE-4DF7-8900-2A96C232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9906000"/>
            <a:ext cx="5876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S2 / C1     450 K, 15 min     Seed 50 mg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334D8A-8CAC-4ECB-BED4-B27BD6B4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0296525"/>
            <a:ext cx="5876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Staged cooling: 310 / 280 / 250 K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F45FEF4-DE0B-43B1-A02A-473E55E8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763250"/>
            <a:ext cx="600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Independent retest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E8510B-D4A7-441C-AF34-42F0B0E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0763250"/>
            <a:ext cx="5876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Independent retest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C85FDDD-01EE-40CD-833D-061BA6B2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1191875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Recovery 50.4%    Fines 46.2%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EEBCC9-92C0-4A04-92FF-7FC789FD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1191875"/>
            <a:ext cx="5876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Recovery 58.1%    Fines 19.3%</a:t>
            </a:r>
          </a:p>
        </p:txBody>
      </p:sp>
    </p:spTree>
    <p:extLst>
      <p:ext uri="{BB962C8B-B14F-4D97-AF65-F5344CB8AC3E}">
        <p14:creationId xmlns:p14="http://schemas.microsoft.com/office/powerpoint/2010/main" val="1102740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B5B88-588B-46C8-9D89-0452AB65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428625" y="619125"/>
          <a:ext xmlns:a="http://schemas.openxmlformats.org/drawingml/2006/main" cx="638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92c7db05484d9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4D813-9B2C-48EC-91A0-D50E34E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Other nine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A67EE-9E62-4ACB-86B9-0AAEE861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Dilute three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9380-B37A-4377-80F1-D607FC9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72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Points: five worlds; short lines: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2B4-A0B5-4040-890E-AF20DAC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7286625" y="619125"/>
          <a:ext xmlns:a="http://schemas.openxmlformats.org/drawingml/2006/main" cx="638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bf64ae16c845f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50BCF-0AFB-4FFF-86CB-E65CC376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Other nine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D7038-FE03-4F1C-983A-3B949090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572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Dilute three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7BD52-6927-4C84-B8A4-22D43132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720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 line: nominal 80%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DFBB6-9686-4C54-A3D6-F4D0948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27255-16D7-4EA7-96ED-5E33E9D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3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32CEE-E196-4563-AE72-C749DD20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D580A-A208-4EBD-9C97-1A9B1B4E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33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7167B-241B-4137-96D0-13BEA9EC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429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34569-CB90-46B3-A088-6E143835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334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3A51F-B767-4084-A6DF-79E9C9F0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0EAF5-57B0-4463-95D2-4F81F3F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799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1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2381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c82f1300924724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058E51-79EA-46ED-A717-68ACADDA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D1777-8C7C-40DE-971B-A973294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67425"/>
            <a:ext cx="10799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2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29432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1af0e299514998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FC78E-CBEF-4FD1-8D3E-D52D4057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ABE7B-6194-451D-B0F5-F8B2AF90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6067425"/>
            <a:ext cx="10799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3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56483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d8c434dcc44cee"/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DEE34-8682-400A-A8ED-4D62E2DC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D029D-FA00-4186-A8F7-F8B59921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067425"/>
            <a:ext cx="10799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4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83534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484cbcd96f44fe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E9D71-E50A-4222-AB2F-D10BB01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06742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576E6-4E7D-4D0D-ADC2-45A668BD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067425"/>
            <a:ext cx="10799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World 5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mlns:a="http://schemas.openxmlformats.org/drawingml/2006/main" x="11058525" y="6657975"/>
          <a:ext xmlns:a="http://schemas.openxmlformats.org/drawingml/2006/main" cx="261937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b35503ca4c4491"/>
          </a:graphicData>
        </a:graphic>
      </p:graphicFrame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C88E2-C742-412D-91C7-300ACEC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906000"/>
            <a:ext cx="1257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Information conditions use the same colors throughout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0B3534-E3C5-4690-B01A-7AD39E10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292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89D2D7-A2FD-44EC-94F9-DBF153B6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287000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 mean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5E934E-927D-4F39-82F6-9B9298B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477500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D7DDE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63EE3-88D4-4232-BF88-29749DC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028700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Observed source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CF7C5-9287-4EDA-ACEF-F3697A00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 and 80% interval</a:t>
            </a:r>
          </a:p>
        </p:txBody>
      </p:sp>
    </p:spTree>
    <p:extLst>
      <p:ext uri="{BB962C8B-B14F-4D97-AF65-F5344CB8AC3E}">
        <p14:creationId xmlns:p14="http://schemas.microsoft.com/office/powerpoint/2010/main" val="1451754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120DAD-A2EA-4FC4-B183-B2EFFC50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2BF6A-88C1-4563-8CB2-6CC553FC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"/>
            <a:ext cx="12070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graphicFrame>
        <p:nvGraphicFramePr>
          <p:cNvPr id="48" name="Chart"/>
          <p:cNvGraphicFramePr/>
          <p:nvPr/>
        </p:nvGraphicFramePr>
        <p:xfrm>
          <a:off xmlns:a="http://schemas.openxmlformats.org/drawingml/2006/main" x="28575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3c86f4f5624cb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229BD-BE2B-45EB-A7E7-6020F75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26/30 lower 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FCE38-B22C-4174-B2B1-275B048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EBF57-BE7E-443F-90BA-18BB1F36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90500"/>
            <a:ext cx="9528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Purity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361950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be3fb7911c478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AFD1C-B671-4F67-B982-096810A8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0/30 lower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8FF22-E6F3-486A-83CD-293ADD24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40301-ED4F-42D7-BF97-658A958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"/>
            <a:ext cx="14611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Size index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95325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6831534bff444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C3092-1649-4B62-A4DD-D0D8614A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4/30 lower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0A14B-1634-43E8-A614-41FB3C3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E59A1-B3C9-4D21-9DEA-8299300F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0500"/>
            <a:ext cx="82581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Fines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10287000" y="762000"/>
          <a:ext xmlns:a="http://schemas.openxmlformats.org/drawingml/2006/main" cx="323850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6f25f11fd4636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570E2-24F3-4EDC-A9E7-9ECBC0CE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910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21/30 lower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4716E-5588-4938-9865-E64C431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4768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381000" y="6000750"/>
          <a:ext xmlns:a="http://schemas.openxmlformats.org/drawingml/2006/main" cx="623887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99cf115e184361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034EB-3D76-454F-9F0F-67106A3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4381B-4F48-4D72-8AA8-2D51C6A6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FA117-F492-49CD-BDE8-ECC9559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12 batches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0D712-E414-4FA4-9A82-D8F876FD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239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24 batches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12017-72D6-40CF-9DB9-92982FD7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917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335/360 point forecasts below reference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F96EF-B9BC-44A8-ACB9-6B783CAD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768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6FA93-CE05-4E41-9B2C-45A873D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341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Forecast preserves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0865C-B49B-4D6A-896A-FFF7BE7B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341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Forecast changes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E8178-1E68-494F-B257-94136739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905625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stays near</a:t>
            </a:r>
          </a:p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17776-7A4D-4045-9FDC-369AFE12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334375"/>
            <a:ext cx="1581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Reference</a:t>
            </a:r>
          </a:p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leaves source</a:t>
            </a:r>
          </a:p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regime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265502-66CA-4E98-9045-7FAB831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15125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B216B-1B1A-4716-B86C-84B79296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096250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ED1CD-7AC0-4985-A05A-22702CC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525000"/>
            <a:ext cx="4667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7816A3-3D63-4081-A974-9A9FA64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CF50D6-291B-4D44-AE37-C85F6604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15D0BE-AEFC-4643-BD5F-9856841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715125"/>
            <a:ext cx="953" cy="2809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CA961-EEBA-4A2B-AB41-2C7AFC1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038975"/>
            <a:ext cx="21050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Appropriate</a:t>
            </a:r>
          </a:p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preservation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424F1D-7396-48FD-9DC3-260C9B64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000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Unnecessary change</a:t>
            </a:r>
          </a:p>
          <a:p xmlns:a="http://schemas.openxmlformats.org/drawingml/2006/main">
            <a:pPr algn="ctr">
              <a:defRPr sz="150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Crystal purity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3E3DD-A7B6-4CB0-93FC-C7AFDF7D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448675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Unwarranted extension</a:t>
            </a:r>
          </a:p>
          <a:p xmlns:a="http://schemas.openxmlformats.org/drawingml/2006/main">
            <a:pPr algn="ctr">
              <a:defRPr sz="1500" b="0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35F42"/>
                </a:solidFill>
                <a:latin typeface="Arial"/>
                <a:ea typeface="Arial"/>
                <a:cs typeface="Arial"/>
              </a:rPr>
              <a:t>Dilute equilibrium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47ADF8-1C28-45D1-87F7-9BB0FA59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448675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Appropriate</a:t>
            </a:r>
          </a:p>
          <a:p xmlns:a="http://schemas.openxmlformats.org/drawingml/2006/main">
            <a:pPr algn="ctr">
              <a:defRPr sz="1725" b="0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7F8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D13747-051A-44DB-A6BC-5B3348A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9791700"/>
            <a:ext cx="4029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Conceptual interpretation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313705-BA9C-41A8-B34E-43EF3C89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437AED-B9B7-4B62-A3D0-1F68B5A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29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FA0281-68D4-427E-9A6C-163CE7C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17D6F7-EEEF-4AD9-B314-F1C31254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292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FDEDDC-1485-4DF3-A7B4-D11DB31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42AC68-F61C-4065-BFFB-7346C6A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029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866575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7E6B63-1132-4BAA-835E-A6743CDB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1D321-9D8C-46F7-9C2B-FAC1BD3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Low-temperature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30BA7-26C4-410B-A706-77BED7C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Reheat and recool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4AC96-C8F4-4178-925C-962C5774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57325"/>
            <a:ext cx="4905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BABD2-75E2-49F6-A594-58ACBA43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001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278.15 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E37A-61BF-4D73-AE76-21E41C4B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638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2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A7325-63E3-4C79-A244-EC6B4D11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457325"/>
            <a:ext cx="1343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32805-6C08-4BEC-A9BB-00A54D74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72600" y="857250"/>
            <a:ext cx="1152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902CE-45CE-4623-BF69-D4CBC64C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857250"/>
            <a:ext cx="1152525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C83E5-DEE5-4A49-86B6-D74DAD5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457325"/>
            <a:ext cx="1352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2481F-60F8-44ED-8BC5-5ACBB60A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315 K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8393-400C-44DF-A7BC-80421843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33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Heat 1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F9BC5-8A66-4463-BF3C-381912A7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335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Recool 1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BF5BB-2A11-41B4-A3EB-53C4FE5C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1190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Common preceding crystallization recipe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D86C0-7F27-408E-811E-C69DB35E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81300"/>
            <a:ext cx="1314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18DF3-5365-44AF-8C83-32EE2431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718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588FC-FCE5-4D04-974D-56E23041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718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12-batch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72717-FF57-4DFA-9C79-62AC95CA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24-batch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3413B-1833-4713-9F78-4EE063EE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1472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Predicted fines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D2AC2-86C5-441C-AC21-112147A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14725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Predicted fines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1907E-1225-4AFE-AC92-87456331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17%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8318D-0F35-41BA-A24A-83AA4A40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1219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2286F-749F-48C0-A97C-EE9C7D9A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25269" y="415290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0ED0F-1686-40C6-8755-82FA09F3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69" y="411180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1EEEB-7D55-4456-9F79-C1E23086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338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16B9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16B92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79726-0EA0-4C31-9A62-B845088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338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49%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F2DEE-3CD9-47E7-A836-300D94F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52900"/>
            <a:ext cx="1219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A6F26-C3B1-48CE-AFCB-BF08747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764219" y="415290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C11A5-E4B1-4447-987B-DE57B4A5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219" y="411180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F2846-B93D-49CD-9386-539AFB4E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338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35%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ED8265-D612-47FB-AA54-4965EB9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209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E092A3-2D59-4DAF-B222-2B16D58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672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Predictions sealed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3BAA6-3C89-4D44-AADE-58481591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8725"/>
            <a:ext cx="781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1C75A-7EBF-49AD-90DC-01262CFB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78069" y="503872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C5E09-87A8-4F65-B23A-AE533961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069" y="499762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9B41BF-5D0E-4CA9-B667-D4CAFE4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6727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K2 without reference feedback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47249B-676B-42A1-87C9-2B58F84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6737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2F25A-596D-4F7E-8A58-9B67051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674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59273C-7248-4359-AFCA-2EE9A61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28700" y="59721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7CBD0-1595-4313-A6B8-5B3B6F2E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721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923630-153B-4D96-9E16-47FE3721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674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6B9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5CAD2-079E-46D0-A944-5E5A2E45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102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Thermal cycling was untested.</a:t>
            </a:r>
          </a:p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Seed survival was assumed.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850A47-5667-467B-B6A4-61E6451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667375"/>
            <a:ext cx="247650" cy="247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0262B5-59FC-4DD0-98C1-CE2982C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674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AF5082-A61D-4B0C-B5F7-EFEA441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10500" y="59721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B91E6F-C8DB-43E9-A25E-CE506A33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972175"/>
            <a:ext cx="2095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691734-6730-4DE7-8984-5BDE9F6E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08374B-0A39-4958-934B-94EC6080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10225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Batch 8 gave no improvement.</a:t>
            </a:r>
          </a:p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This evidence was underused.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0168FC-3836-4907-9C56-6254FE13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34150"/>
            <a:ext cx="1152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Recorded retrospective answers, condensed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7CF90E-20F1-4CC1-A3C0-4CA8245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096125"/>
            <a:ext cx="1314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68E413-77BF-47F2-B145-F8787D43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056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39BE7C-76E4-460B-AB22-4AA779E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305675"/>
            <a:ext cx="120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Proposed experiment, not executed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BB35FC-9949-40F1-BE94-10E4E5B0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829550"/>
            <a:ext cx="604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Keep batch 23 upstream conditions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2463EF-8A4C-4B21-B361-6CFC14F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295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Change cooling only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884ACB-8D89-434F-BF6E-E7760EA4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610600"/>
            <a:ext cx="714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D01446-A032-4462-A63F-E62FD458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6106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E0C54F-7A1B-4916-8D49-DA3C86F0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820150"/>
            <a:ext cx="714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BF6D64-280B-44AA-A400-294733C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88201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199FC0-335A-4C96-9EA9-129801F2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9029700"/>
            <a:ext cx="714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54E564-5504-44F8-A67A-434451E3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1060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Staged cooling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DBF66E-D29B-4431-81FE-64B0199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8829675"/>
            <a:ext cx="819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37A25C-E4C9-4FC9-B617-A311D06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16244" y="8829675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9F6D1A-C6C7-48D0-9DAC-7899238D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244" y="8788576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B16D3A-9161-4820-B3F7-F87F7DA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610600"/>
            <a:ext cx="23050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941114-F3D6-4E56-8212-0C6CF4D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3917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Direct to 250 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669683-29C4-4BC0-AC70-866AC6A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4011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and quality retained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A0F27C-FF94-4210-B961-3E0A7DE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4011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Recovery retained; fines rise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D296A2-A637-4A41-BB19-98F827C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401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Both worsen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FE0187-7C7E-4AE0-8051-7989F11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44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Upstream effect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E18F47-DC38-45D2-B403-5064721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97440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Cooling effect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16767C7-8797-4A1A-A000-082B481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744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Interaction possible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E65D2E-E751-444E-A009-EDE2CD2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287000"/>
            <a:ext cx="1314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563649-B08A-4C8D-A6A3-B4D71902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5060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9F7A40-6AD2-4DD3-8CA3-F2F1690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060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Evaluator reference for panel 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6B3A06-79B6-4D54-BF6D-727B1C14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5060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5F4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F42"/>
                </a:solidFill>
                <a:latin typeface="Arial"/>
                <a:ea typeface="Arial"/>
                <a:cs typeface="Arial"/>
              </a:rPr>
              <a:t>Fines: 35% to 100%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7ECCAD-2809-454F-BA65-60E82B77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001375"/>
            <a:ext cx="1190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Unavailable to the agent during Q and K2</a:t>
            </a:r>
          </a:p>
        </p:txBody>
      </p:sp>
    </p:spTree>
    <p:extLst>
      <p:ext uri="{BB962C8B-B14F-4D97-AF65-F5344CB8AC3E}">
        <p14:creationId xmlns:p14="http://schemas.microsoft.com/office/powerpoint/2010/main" val="1730589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3D52D-15D8-4C6E-BD53-E87163F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750DD-A160-4896-A570-A2E3148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057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77299-1AF4-4974-9882-56D01CE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Physical process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06F0F-9F67-4ACF-B5FD-E23767DA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5732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State, laws, instruments, private parameters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2928D-90B6-4C84-91F2-93D04F0D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48235-8B85-401F-8E1B-EB325A8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Experimental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68C63-98D9-4C4A-A237-BE58C606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7177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Validate, commit, measure, account,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3CAFE-0D1E-48F4-AFE5-51F677ED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7696A-7E3F-456C-A482-B725F967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777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Task and evaluation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08A60-82BA-434A-904A-B878516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795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Objectives, operations, budgets, termination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087EF-294E-4681-BB74-10898D6D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24050"/>
            <a:ext cx="31718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29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D37F2-1AC3-45F7-8CAF-94ADA18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71675"/>
            <a:ext cx="294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External researcher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01438A-41AD-498E-83CE-12FACDC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981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F44B-295B-47BC-8D83-98A7D70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83144" y="2343150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DDA43-BEB0-44B1-BBB0-1CF8F78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3144" y="2302051"/>
            <a:ext cx="75231" cy="410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7F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3F4EB-41E6-4C18-ABDB-D8AE067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62275"/>
            <a:ext cx="3171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Agent, optimizer</a:t>
            </a:r>
          </a:p>
          <a:p xmlns:a="http://schemas.openxmlformats.org/drawingml/2006/main">
            <a:pPr algn="ctr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or human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02795-F29D-480E-87B9-E814B75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72075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92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79B59-AFA8-42E1-8933-D0FEF06E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05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Task-world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28AE3-BCDF-45EB-8F66-84DC7379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7054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BBFAE-ED20-4218-9C33-04B247F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881CA-5CDA-48A6-B563-1694FEB8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05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Boundary and categorical recipes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94B52-824E-48F0-BFD5-5DC34C63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7054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1,786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BF724-D8E7-4CDF-AB3E-B029F380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72200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11F5B-514B-4C0D-9E56-53315907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8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Invalid-action probes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27C7-E94E-4450-8BD9-B018CD6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192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D8ABA-A6D7-4E61-9D10-7861DA4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48475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D284F-FB25-415C-A70B-93FAA073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381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Generated compositions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7B277-52E9-427E-B7A6-D2B324CD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3817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77F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7F8A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F976C-24CD-432E-9E95-08F12BDB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48475"/>
            <a:ext cx="590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7DD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7012C-C9DD-439C-BE1B-9F952991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31520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Generated: 18 new topologies + 8 new identities + 26 coverage cases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0E24F-AD84-46C9-97B6-3B8C5A2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24775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Additional: 32 module probes, 7 valid interfaces, 7 invalid compositions</a:t>
            </a:r>
          </a:p>
        </p:txBody>
      </p:sp>
    </p:spTree>
    <p:extLst>
      <p:ext uri="{BB962C8B-B14F-4D97-AF65-F5344CB8AC3E}">
        <p14:creationId xmlns:p14="http://schemas.microsoft.com/office/powerpoint/2010/main" val="734870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E997A5-81F7-4BF2-9618-FEAFA01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disc.,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F5EB8-248A-4F74-928A-AD54F6E7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05" name="Chart"/>
          <p:cNvGraphicFramePr/>
          <p:nvPr/>
        </p:nvGraphicFramePr>
        <p:xfrm>
          <a:off xmlns:a="http://schemas.openxmlformats.org/drawingml/2006/main" x="19050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e7959a79441f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C0477-591C-47D1-96BA-2CE5F472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BFF0D-9C2C-4DB4-9E8A-BEF7AD12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7DB4D-0EE8-4988-BB3B-F32C339D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748C3-6CD6-4AA2-A8D2-929E25B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disc.,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A48CC-008D-4CC9-93E6-AF76BF5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11" name="Chart"/>
          <p:cNvGraphicFramePr/>
          <p:nvPr/>
        </p:nvGraphicFramePr>
        <p:xfrm>
          <a:off xmlns:a="http://schemas.openxmlformats.org/drawingml/2006/main" x="360045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2d11621de48a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42779-28DF-481C-9C9C-D59D98D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AA768-5674-4942-B342-3EC72B1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95F97-DD07-4D82-9DE3-492EC7DA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E7428-EE46-414A-806E-6C6C1F4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1430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opt.,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6473-4D20-45E2-BD5B-B8D750E4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81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17" name="Chart"/>
          <p:cNvGraphicFramePr/>
          <p:nvPr/>
        </p:nvGraphicFramePr>
        <p:xfrm>
          <a:off xmlns:a="http://schemas.openxmlformats.org/drawingml/2006/main" x="701040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295daed66c4439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72D75-2217-400D-972A-7AF5DA24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7B1F6-071C-4DA9-B033-10E0D03D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3E6F8-F1B0-4B07-B1F8-26EE8D63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6F397-48B4-4DA3-AC7A-C85F0EB0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1430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EC/E, opt., 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898C4-977A-4E62-950E-17920939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381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Score MAE</a:t>
            </a:r>
          </a:p>
        </p:txBody>
      </p:sp>
      <p:graphicFrame>
        <p:nvGraphicFramePr>
          <p:cNvPr id="123" name="Chart"/>
          <p:cNvGraphicFramePr/>
          <p:nvPr/>
        </p:nvGraphicFramePr>
        <p:xfrm>
          <a:off xmlns:a="http://schemas.openxmlformats.org/drawingml/2006/main" x="10420350" y="76200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ae8421889b40f9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5E7DD-F532-4907-8125-FB1D2E0F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1DBF7-A829-4F7C-8BCA-02CF670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4E516-4109-461B-BD0B-E8118E1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2838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AAB58-45E8-4041-B1AD-614AADF5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PA/E, disc., 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5937B-329E-4CA2-BEFD-0B473B3A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 MAE</a:t>
            </a:r>
          </a:p>
        </p:txBody>
      </p:sp>
      <p:graphicFrame>
        <p:nvGraphicFramePr>
          <p:cNvPr id="129" name="Chart"/>
          <p:cNvGraphicFramePr/>
          <p:nvPr/>
        </p:nvGraphicFramePr>
        <p:xfrm>
          <a:off xmlns:a="http://schemas.openxmlformats.org/drawingml/2006/main" x="19050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917ec6f59b49f9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A95C1-C9CE-404E-B906-2CCB95E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95F00-F216-4A25-83FE-0511C61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E1743C-AE6B-4202-915E-C92B077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7F5BC-1F99-4068-881B-CD51509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PA/E, disc., 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BA086F-16A8-4251-8D7A-71FD004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Organic-fraction MAE</a:t>
            </a:r>
          </a:p>
        </p:txBody>
      </p:sp>
      <p:graphicFrame>
        <p:nvGraphicFramePr>
          <p:cNvPr id="135" name="Chart"/>
          <p:cNvGraphicFramePr/>
          <p:nvPr/>
        </p:nvGraphicFramePr>
        <p:xfrm>
          <a:off xmlns:a="http://schemas.openxmlformats.org/drawingml/2006/main" x="360045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4b67031a6e434c"/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56D6B-3E00-4001-B007-BD97CC2B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BF10F-4152-44B5-B28B-2CD0C43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4908FC-7AC5-49A2-90A7-851F23B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8241BA-AA47-4E14-A028-FAB73B2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992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RX/P, disc., 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436B3-4606-48B7-888E-8EFB7192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33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mlns:a="http://schemas.openxmlformats.org/drawingml/2006/main" x="701040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f7446424d04bcc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8D35E-5A5F-4DF6-8332-CB93775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9BADE-6081-489C-A62C-B587C94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440D1-1B10-473A-9E3A-C250138C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D5F5B8-143A-41BD-860F-8F930CF3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20992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RX/S, disc., 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9E8AF2-4402-4547-941C-EE32B5C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53377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47" name="Chart"/>
          <p:cNvGraphicFramePr/>
          <p:nvPr/>
        </p:nvGraphicFramePr>
        <p:xfrm>
          <a:off xmlns:a="http://schemas.openxmlformats.org/drawingml/2006/main" x="10420350" y="385762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8e41fed824e1a"/>
          </a:graphicData>
        </a:graphic>
      </p:graphicFrame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8F0F4B-CCC9-4EA4-9A70-F66A7BC0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CA57E-C270-4518-BED0-378E8925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41D9BE-E76B-40E6-9CD4-D21C4274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59340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E0669F-670D-42FA-8643-E2F7238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RX/P, opt., 12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70E0F0-6684-422F-9901-8B3720E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19050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6d7a4dd6c646fa"/>
          </a:graphicData>
        </a:graphic>
      </p:graphicFrame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A96163-AE1C-49BA-B98F-5F51C3CB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C8363C-02FC-45CA-BC64-9FF9F60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059354-B220-4DF3-A7BB-9EFC773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07B9B5-A203-481A-BB80-AD04F915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RX/S, opt., 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02D539-B4E0-4921-8DEB-9C26168E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59" name="Chart"/>
          <p:cNvGraphicFramePr/>
          <p:nvPr/>
        </p:nvGraphicFramePr>
        <p:xfrm>
          <a:off xmlns:a="http://schemas.openxmlformats.org/drawingml/2006/main" x="360045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6877e754b74cea"/>
          </a:graphicData>
        </a:graphic>
      </p:graphicFrame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FD5706-4029-4A25-8BD6-45F07FC0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F7339E-181F-420E-A359-F1108B6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ABFF1C-C2E0-4E42-B4E3-F4A97A4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671E2E-9D2B-447D-86AA-DEA9BEB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3055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EQ/P, char., 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014E13-25FC-4A1C-9EC1-9A4982E0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62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65" name="Chart"/>
          <p:cNvGraphicFramePr/>
          <p:nvPr/>
        </p:nvGraphicFramePr>
        <p:xfrm>
          <a:off xmlns:a="http://schemas.openxmlformats.org/drawingml/2006/main" x="701040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5a34c3460b45d1"/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72D0A6-8E48-4861-A1F9-78BD37F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2F909C-4E53-4DC2-838F-B334096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A627EF-4C6C-4FE2-8BAC-82D56772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1C0FEB-37CE-41CE-B8A4-DCAA1BCE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30555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EQ/S, char., 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D943EE-D16A-4A88-9059-0D92D32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6294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Macro MAE</a:t>
            </a:r>
          </a:p>
        </p:txBody>
      </p:sp>
      <p:graphicFrame>
        <p:nvGraphicFramePr>
          <p:cNvPr id="171" name="Chart"/>
          <p:cNvGraphicFramePr/>
          <p:nvPr/>
        </p:nvGraphicFramePr>
        <p:xfrm>
          <a:off xmlns:a="http://schemas.openxmlformats.org/drawingml/2006/main" x="10420350" y="6953250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ada3fe1bee4ea2"/>
          </a:graphicData>
        </a:graphic>
      </p:graphicFrame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7C2CAD-182D-4080-923A-E638776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E52B1B-974D-4348-88C5-3FC0C31D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F720AD-9DE7-4EBE-ABC1-B3DF8BAF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9029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2AAC2C-361B-4B46-9A45-409CE58F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C/E, delivery, 12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C7E933-50DC-4E35-BF65-6FF12AB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MAE</a:t>
            </a:r>
          </a:p>
        </p:txBody>
      </p:sp>
      <p:graphicFrame>
        <p:nvGraphicFramePr>
          <p:cNvPr id="177" name="Chart"/>
          <p:cNvGraphicFramePr/>
          <p:nvPr/>
        </p:nvGraphicFramePr>
        <p:xfrm>
          <a:off xmlns:a="http://schemas.openxmlformats.org/drawingml/2006/main" x="19050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6c8a6dfa4c4112"/>
          </a:graphicData>
        </a:graphic>
      </p:graphicFrame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1BD7C5-99B2-48C7-89F6-380A84FD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7631B2-B702-4FF5-84B0-DF408B6A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C9FC63-D057-4E2C-B6D6-0BC867D0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489E77-5258-4311-BBA9-DA5A1641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C/E, delivery, 24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25F0462-74AF-4773-9002-E87FA44A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Fines MAE</a:t>
            </a:r>
          </a:p>
        </p:txBody>
      </p:sp>
      <p:graphicFrame>
        <p:nvGraphicFramePr>
          <p:cNvPr id="183" name="Chart"/>
          <p:cNvGraphicFramePr/>
          <p:nvPr/>
        </p:nvGraphicFramePr>
        <p:xfrm>
          <a:off xmlns:a="http://schemas.openxmlformats.org/drawingml/2006/main" x="360045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09f338ab9b4c86"/>
          </a:graphicData>
        </a:graphic>
      </p:graphicFrame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693485-BE53-4B8E-A5B4-2C00BB3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8B53C1-EF5B-4620-B839-39E2F07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7E6286-66CB-444C-9D01-AB1164DE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302CF6-2E1B-4CAB-93C6-7F8EAF1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401175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P/E, delivery, 12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527812-54CF-4B31-8DAE-E0B6351E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7250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Purity MAE</a:t>
            </a:r>
          </a:p>
        </p:txBody>
      </p:sp>
      <p:graphicFrame>
        <p:nvGraphicFramePr>
          <p:cNvPr id="189" name="Chart"/>
          <p:cNvGraphicFramePr/>
          <p:nvPr/>
        </p:nvGraphicFramePr>
        <p:xfrm>
          <a:off xmlns:a="http://schemas.openxmlformats.org/drawingml/2006/main" x="701040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b07b6c5df1487e"/>
          </a:graphicData>
        </a:graphic>
      </p:graphicFrame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FF3603-C17A-4E54-B76B-F6EE5C01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E6AD17-3F70-4F5D-9930-EB5EE4E9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4091D7-A3B7-4A3D-9B85-8EB19C1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8E2C02-4F48-47F9-BCDE-08F60970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401175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P/E, delivery, 12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42AD524-AD12-452F-88C1-E098208E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725025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3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A737B"/>
                </a:solidFill>
                <a:latin typeface="Arial"/>
                <a:ea typeface="Arial"/>
                <a:cs typeface="Arial"/>
              </a:rPr>
              <a:t>Recovery MAE</a:t>
            </a:r>
          </a:p>
        </p:txBody>
      </p:sp>
      <p:graphicFrame>
        <p:nvGraphicFramePr>
          <p:cNvPr id="195" name="Chart"/>
          <p:cNvGraphicFramePr/>
          <p:nvPr/>
        </p:nvGraphicFramePr>
        <p:xfrm>
          <a:off xmlns:a="http://schemas.openxmlformats.org/drawingml/2006/main" x="10420350" y="10048875"/>
          <a:ext xmlns:a="http://schemas.openxmlformats.org/drawingml/2006/main" cx="32956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9ed1220654cdf"/>
          </a:graphicData>
        </a:graphic>
      </p:graphicFrame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CD4A9B-EC98-44E3-B85F-BC611BF8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DDA0E7-EA41-4ACB-8870-CB4E1F1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BAA6715-4C42-4B80-8F0A-2006CD3F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121253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DB4236-34A3-406D-8866-14CB6307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482"/>
          </a:solidFill>
          <a:ln xmlns:a="http://schemas.openxmlformats.org/drawingml/2006/main" w="9525">
            <a:solidFill>
              <a:srgbClr val="637482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4C2CEB-BC8B-4B13-BF31-07028F2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477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Opaque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C3B484-9C99-4B4A-BB71-B651DCD4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F8A"/>
          </a:solidFill>
          <a:ln xmlns:a="http://schemas.openxmlformats.org/drawingml/2006/main" w="9525">
            <a:solidFill>
              <a:srgbClr val="277F8A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5DF3EA-27A5-4C9E-84D2-68869A93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2477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0A27F3-F4B5-416E-A78F-A91751D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257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850"/>
          </a:solidFill>
          <a:ln xmlns:a="http://schemas.openxmlformats.org/drawingml/2006/main" w="9525">
            <a:solidFill>
              <a:srgbClr val="BC7850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209B29-0800-486C-BD62-99E472A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247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29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92D"/>
                </a:solidFill>
                <a:latin typeface="Arial"/>
                <a:ea typeface="Arial"/>
                <a:cs typeface="Arial"/>
              </a:rPr>
              <a:t>MisIndexed</a:t>
            </a:r>
          </a:p>
        </p:txBody>
      </p:sp>
    </p:spTree>
    <p:extLst>
      <p:ext uri="{BB962C8B-B14F-4D97-AF65-F5344CB8AC3E}">
        <p14:creationId xmlns:p14="http://schemas.microsoft.com/office/powerpoint/2010/main" val="1449332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2026-09-22T14:26:03.0060000Z</dcterms:created>
  <dcterms:modified xsi:type="dcterms:W3CDTF">2026-09-22T14:26:03.0060000Z</dcterms:modified>
</coreProperties>
</file>