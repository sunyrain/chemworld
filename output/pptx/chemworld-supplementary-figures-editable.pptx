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png" ContentType="image/png"/>
  <Default Extension="xlsx" ContentType="application/vnd.openxmlformats-officedocument.spreadsheetml.sheet"/>
  <Override PartName="/ppt/slideLayouts/import3-slideLayout1.xml" ContentType="application/vnd.openxmlformats-officedocument.presentationml.slideLayout+xml"/>
  <Override PartName="/ppt/slideMasters/import3-slideMaster1.xml" ContentType="application/vnd.openxmlformats-officedocument.presentationml.slideMaster+xml"/>
  <Override PartName="/ppt/theme/import3-theme1.xml" ContentType="application/vnd.openxmlformats-officedocument.theme+xml"/>
  <Override PartName="/ppt/charts/import3-chart29.xml" ContentType="application/vnd.openxmlformats-officedocument.drawingml.chart+xml"/>
  <Override PartName="/ppt/charts/import3-chart30.xml" ContentType="application/vnd.openxmlformats-officedocument.drawingml.chart+xml"/>
  <Override PartName="/ppt/charts/import3-chart3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cae8a89a38496b" /><Relationship Type="http://schemas.openxmlformats.org/officeDocument/2006/relationships/extended-properties" Target="/docProps/app.xml" Id="Rb90aa21f1a4a43de" /><Relationship Type="http://schemas.openxmlformats.org/officeDocument/2006/relationships/officeDocument" Target="/ppt/presentation.xml" Id="R42cd30f5cbb3439e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9623823951624dbf"/>
  </p:sldMasterIdLst>
  <p:notesMasterIdLst>
    <p:notesMasterId r:id="R252eec69567747fa"/>
  </p:notesMasterIdLst>
  <p:sldIdLst>
    <p:sldId id="263" r:id="Re1a57e17344c4b7f"/>
    <p:sldId id="264" r:id="Rc64f2609c6ed42ad"/>
    <p:sldId id="265" r:id="Rc29cdba56ade4803"/>
    <p:sldId id="266" r:id="Rb45e65e2fa674c33"/>
    <p:sldId id="267" r:id="Ra9d5ba5e1f4e4481"/>
    <p:sldId id="268" r:id="R656519aa0271485d"/>
    <p:sldId id="269" r:id="R6cfe62931c14457b"/>
    <p:sldId id="271" r:id="Re6cd2ca2cade4eb6"/>
    <p:sldId id="272" r:id="Rc103ad8b885b401b"/>
  </p:sldIdLst>
  <p:sldSz cx="13716000" cy="11430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1a6ac5dda47c42a1" /><ns0:Relationship Type="http://schemas.openxmlformats.org/officeDocument/2006/relationships/slideMaster" Target="/ppt/slideMasters/slideMaster1.xml" Id="R9623823951624dbf" /><ns0:Relationship Type="http://schemas.openxmlformats.org/officeDocument/2006/relationships/notesMaster" Target="/ppt/notesMasters/notesMaster1.xml" Id="R252eec69567747fa" /><ns0:Relationship Type="http://schemas.openxmlformats.org/officeDocument/2006/relationships/presProps" Target="/ppt/presProps.xml" Id="Rd64fc8ef8e414f05" /><ns0:Relationship Type="http://schemas.openxmlformats.org/officeDocument/2006/relationships/tableStyles" Target="/ppt/tableStyles.xml" Id="R69fbd2a0ff2a455b" /><ns0:Relationship Type="http://schemas.openxmlformats.org/officeDocument/2006/relationships/slide" Target="/ppt/slides/slide8.xml" Id="Re1a57e17344c4b7f" /><ns0:Relationship Type="http://schemas.openxmlformats.org/officeDocument/2006/relationships/slide" Target="/ppt/slides/slide9.xml" Id="Rc64f2609c6ed42ad" /><ns0:Relationship Type="http://schemas.openxmlformats.org/officeDocument/2006/relationships/slide" Target="/ppt/slides/slide10.xml" Id="Rc29cdba56ade4803" /><ns0:Relationship Type="http://schemas.openxmlformats.org/officeDocument/2006/relationships/slide" Target="/ppt/slides/slide11.xml" Id="Rb45e65e2fa674c33" /><ns0:Relationship Type="http://schemas.openxmlformats.org/officeDocument/2006/relationships/slide" Target="/ppt/slides/slide12.xml" Id="Ra9d5ba5e1f4e4481" /><ns0:Relationship Type="http://schemas.openxmlformats.org/officeDocument/2006/relationships/slide" Target="/ppt/slides/slide13.xml" Id="R656519aa0271485d" /><ns0:Relationship Type="http://schemas.openxmlformats.org/officeDocument/2006/relationships/slide" Target="/ppt/slides/slide14.xml" Id="R6cfe62931c14457b" /><ns0:Relationship Type="http://schemas.openxmlformats.org/officeDocument/2006/relationships/slide" Target="/ppt/slides/slide16.xml" Id="Re6cd2ca2cade4eb6" /><ns0:Relationship Type="http://schemas.openxmlformats.org/officeDocument/2006/relationships/slide" Target="/ppt/slides/slide17.xml" Id="Rc103ad8b885b401b" /></ns0:Relationships>
</file>

<file path=ppt/charts/_rels/import3-chart29.xml.rels><?xml version='1.0' encoding='utf-8'?>
<Relationships xmlns="http://schemas.openxmlformats.org/package/2006/relationships"><Relationship Id="rId1" Type="http://schemas.openxmlformats.org/officeDocument/2006/relationships/package" Target="../embeddings/import3-Workbook29.xlsx" /></Relationships>
</file>

<file path=ppt/charts/_rels/import3-chart30.xml.rels><?xml version='1.0' encoding='utf-8'?>
<Relationships xmlns="http://schemas.openxmlformats.org/package/2006/relationships"><Relationship Id="rId1" Type="http://schemas.openxmlformats.org/officeDocument/2006/relationships/package" Target="../embeddings/import3-Workbook30.xlsx" /></Relationships>
</file>

<file path=ppt/charts/_rels/import3-chart31.xml.rels><?xml version='1.0' encoding='utf-8'?>
<Relationships xmlns="http://schemas.openxmlformats.org/package/2006/relationships"><Relationship Id="rId1" Type="http://schemas.openxmlformats.org/officeDocument/2006/relationships/package" Target="../embeddings/import3-Workbook31.xlsx" /></Relationships>
</file>

<file path=ppt/charts/import3-chart29.xml><?xml version="1.0" encoding="utf-8"?>
<ns0:chartSpace xmlns:a="http://schemas.openxmlformats.org/drawingml/2006/main" xmlns:ns0="http://schemas.openxmlformats.org/drawingml/2006/chart" xmlns:ns1="http://schemas.openxmlformats.org/markup-compatibility/2006" xmlns:ns2="http://schemas.microsoft.com/office/drawing/2007/8/2/chart" xmlns:ns4="https://web.wps.cn/et/2018/main" xmlns:r="http://schemas.openxmlformats.org/officeDocument/2006/relationships">
  <ns0:date1904 val="0"/>
  <ns0:lang val="zh-CN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plotArea>
      <ns0:layout/>
      <ns0:scatterChart>
        <ns0:scatterStyle val="lineMarker"/>
        <ns0:varyColors val="0"/>
        <ns0:ser>
          <ns0:idx val="0"/>
          <ns0:order val="0"/>
          <ns0:tx>
            <ns0:strRef>
              <ns0:f>'Chart Data'!$B$1</ns0:f>
              <ns0:strCache>
                <ns0:ptCount val="1"/>
                <ns0:pt idx="0">
                  <ns0:v>Purity threshold</ns0:v>
                </ns0:pt>
              </ns0:strCache>
            </ns0:strRef>
          </ns0:tx>
          <ns0:spPr>
            <a:ln w="14288" cap="rnd">
              <a:solidFill>
                <a:srgbClr val="24292D"/>
              </a:solidFill>
              <a:prstDash val="solid"/>
              <a:round/>
            </a:ln>
          </ns0:spPr>
          <ns0:marker>
            <ns0:symbol val="none"/>
          </ns0:marker>
          <ns0:dLbls>
            <ns0:delete val="1"/>
          </ns0:dLbls>
          <ns0:xVal>
            <ns0:numRef>
              <ns0:f>'Chart Data'!$A$2:$A$3</ns0:f>
              <ns0:numCache>
                <ns0:formatCode>General</ns0:formatCode>
                <ns0:ptCount val="2"/>
                <ns0:pt idx="0">
                  <ns0:v>0</ns0:v>
                </ns0:pt>
                <ns0:pt idx="1">
                  <ns0:v>0.9</ns0:v>
                </ns0:pt>
              </ns0:numCache>
            </ns0:numRef>
          </ns0:xVal>
          <ns0:yVal>
            <ns0:numRef>
              <ns0:f>'Chart Data'!$B$2:$B$3</ns0:f>
              <ns0:numCache>
                <ns0:formatCode>0.0</ns0:formatCode>
                <ns0:ptCount val="2"/>
                <ns0:pt idx="0">
                  <ns0:v>0.8</ns0:v>
                </ns0:pt>
                <ns0:pt idx="1">
                  <ns0:v>0.8</ns0:v>
                </ns0:pt>
              </ns0:numCache>
            </ns0:numRef>
          </ns0:yVal>
          <ns0:smooth val="0"/>
        </ns0:ser>
        <ns0:ser>
          <ns0:idx val="1"/>
          <ns0:order val="1"/>
          <ns0:tx>
            <ns0:strRef>
              <ns0:f>'Chart Data'!$D$1</ns0:f>
              <ns0:strCache>
                <ns0:ptCount val="1"/>
                <ns0:pt idx="0">
                  <ns0:v>Opaque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637482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Data'!$C$2:$C$6</ns0:f>
              <ns0:numCache>
                <ns0:formatCode>General</ns0:formatCode>
                <ns0:ptCount val="5"/>
                <ns0:pt idx="0">
                  <ns0:v>0.00857385061681</ns0:v>
                </ns0:pt>
                <ns0:pt idx="1">
                  <ns0:v>0.010216018185</ns0:v>
                </ns0:pt>
                <ns0:pt idx="2">
                  <ns0:v>0.121818624437</ns0:v>
                </ns0:pt>
                <ns0:pt idx="3">
                  <ns0:v>0.246259510517</ns0:v>
                </ns0:pt>
                <ns0:pt idx="4">
                  <ns0:v>0.231779113412</ns0:v>
                </ns0:pt>
              </ns0:numCache>
            </ns0:numRef>
          </ns0:xVal>
          <ns0:yVal>
            <ns0:numRef>
              <ns0:f>'Chart Data'!$D$2:$D$6</ns0:f>
              <ns0:numCache>
                <ns0:formatCode>0.0</ns0:formatCode>
                <ns0:ptCount val="5"/>
                <ns0:pt idx="0">
                  <ns0:v>0.719405114651</ns0:v>
                </ns0:pt>
                <ns0:pt idx="1">
                  <ns0:v>0.799153625965</ns0:v>
                </ns0:pt>
                <ns0:pt idx="2">
                  <ns0:v>0.646183490753</ns0:v>
                </ns0:pt>
                <ns0:pt idx="3">
                  <ns0:v>0.615477144718</ns0:v>
                </ns0:pt>
                <ns0:pt idx="4">
                  <ns0:v>0.624340951443</ns0:v>
                </ns0:pt>
              </ns0:numCache>
            </ns0:numRef>
          </ns0:yVal>
          <ns0:smooth val="0"/>
        </ns0:ser>
        <ns0:ser>
          <ns0:idx val="2"/>
          <ns0:order val="2"/>
          <ns0:tx>
            <ns0:strRef>
              <ns0:f>'Chart Data'!$F$1</ns0:f>
              <ns0:strCache>
                <ns0:ptCount val="1"/>
                <ns0:pt idx="0">
                  <ns0:v>Aligned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277F8A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Data'!$E$2:$E$6</ns0:f>
              <ns0:numCache>
                <ns0:formatCode>General</ns0:formatCode>
                <ns0:ptCount val="5"/>
                <ns0:pt idx="0">
                  <ns0:v>0.00872951652855</ns0:v>
                </ns0:pt>
                <ns0:pt idx="1">
                  <ns0:v>0.0518909171224</ns0:v>
                </ns0:pt>
                <ns0:pt idx="2">
                  <ns0:v>0.00169921724591</ns0:v>
                </ns0:pt>
                <ns0:pt idx="3">
                  <ns0:v>0.0959831997752</ns0:v>
                </ns0:pt>
                <ns0:pt idx="4">
                  <ns0:v>0.0644549652934</ns0:v>
                </ns0:pt>
              </ns0:numCache>
            </ns0:numRef>
          </ns0:xVal>
          <ns0:yVal>
            <ns0:numRef>
              <ns0:f>'Chart Data'!$F$2:$F$6</ns0:f>
              <ns0:numCache>
                <ns0:formatCode>0.0</ns0:formatCode>
                <ns0:ptCount val="5"/>
                <ns0:pt idx="0">
                  <ns0:v>0.735200285912</ns0:v>
                </ns0:pt>
                <ns0:pt idx="1">
                  <ns0:v>0.822549343109</ns0:v>
                </ns0:pt>
                <ns0:pt idx="2">
                  <ns0:v>0.806438863277</ns0:v>
                </ns0:pt>
                <ns0:pt idx="3">
                  <ns0:v>0.585172533989</ns0:v>
                </ns0:pt>
                <ns0:pt idx="4">
                  <ns0:v>0.807464301586</ns0:v>
                </ns0:pt>
              </ns0:numCache>
            </ns0:numRef>
          </ns0:yVal>
          <ns0:smooth val="0"/>
        </ns0:ser>
        <ns0:ser>
          <ns0:idx val="3"/>
          <ns0:order val="3"/>
          <ns0:tx>
            <ns0:strRef>
              <ns0:f>'Chart Data'!$H$1</ns0:f>
              <ns0:strCache>
                <ns0:ptCount val="1"/>
                <ns0:pt idx="0">
                  <ns0:v>MisIndexed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BC7850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Data'!$G$2:$G$6</ns0:f>
              <ns0:numCache>
                <ns0:formatCode>General</ns0:formatCode>
                <ns0:ptCount val="5"/>
                <ns0:pt idx="0">
                  <ns0:v>0.0825522765517</ns0:v>
                </ns0:pt>
                <ns0:pt idx="1">
                  <ns0:v>0.232249453664</ns0:v>
                </ns0:pt>
                <ns0:pt idx="2">
                  <ns0:v>0.380988478661</ns0:v>
                </ns0:pt>
                <ns0:pt idx="3">
                  <ns0:v>0.448247849941</ns0:v>
                </ns0:pt>
                <ns0:pt idx="4">
                  <ns0:v>0.461209923029</ns0:v>
                </ns0:pt>
              </ns0:numCache>
            </ns0:numRef>
          </ns0:xVal>
          <ns0:yVal>
            <ns0:numRef>
              <ns0:f>'Chart Data'!$H$2:$H$6</ns0:f>
              <ns0:numCache>
                <ns0:formatCode>0.0</ns0:formatCode>
                <ns0:ptCount val="5"/>
                <ns0:pt idx="0">
                  <ns0:v>0.633174419403</ns0:v>
                </ns0:pt>
                <ns0:pt idx="1">
                  <ns0:v>0.609284639359</ns0:v>
                </ns0:pt>
                <ns0:pt idx="2">
                  <ns0:v>0.572338044643</ns0:v>
                </ns0:pt>
                <ns0:pt idx="3">
                  <ns0:v>0.587349653244</ns0:v>
                </ns0:pt>
                <ns0:pt idx="4">
                  <ns0:v>0.676507055759</ns0:v>
                </ns0:pt>
              </ns0:numCache>
            </ns0:numRef>
          </ns0:yVal>
          <ns0:smooth val="0"/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axId val="48650112"/>
        <ns0:axId val="48672768"/>
      </ns0:scatterChart>
      <ns0:valAx>
        <ns0:axId val="48650112"/>
        <ns0:scaling>
          <ns0:orientation val="minMax"/>
          <ns0:max val="0.9"/>
          <ns0:min val="0"/>
        </ns0:scaling>
        <ns0:delete val="0"/>
        <ns0:axPos val="b"/>
        <ns0:title>
          <ns0:tx>
            <ns0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>
                    <a:solidFill>
                      <a:srgbClr val="24292D"/>
                    </a:solidFill>
                    <a:latin typeface="Times New Roman" panose="020B0604020202020204"/>
                    <a:ea typeface="Times New Roman" panose="020B0604020202020204"/>
                    <a:cs typeface="Times New Roman" panose="020B0604020202020204"/>
                  </a:rPr>
                  <a:t>Original-charge recovery</a:t>
                </a:r>
                <a:endParaRPr sz="160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endParaRPr>
              </a:p>
            </ns0:rich>
          </ns0:tx>
          <ns0:layout/>
          <ns0:overlay val="0"/>
        </ns0:title>
        <ns0:numFmt formatCode="0.0" sourceLinked="1"/>
        <ns0:majorTickMark val="none"/>
        <ns0:minorTickMark val="none"/>
        <ns0:tickLblPos val="nextTo"/>
        <ns0:spPr>
          <a:ln w="12383">
            <a:solidFill>
              <a:srgbClr val="24292D"/>
            </a:solidFill>
            <a:prstDash val="solid"/>
            <a:round/>
          </a:ln>
        </ns0:spPr>
        <ns0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defRPr>
            </a:pPr>
          </a:p>
        </ns0:txPr>
        <ns0:crossAx val="48672768"/>
        <ns0:crosses val="min"/>
        <ns0:crossBetween val="midCat"/>
        <ns0:majorUnit val="0.3"/>
      </ns0:valAx>
      <ns0:valAx>
        <ns0:axId val="48672768"/>
        <ns0:scaling>
          <ns0:orientation val="minMax"/>
          <ns0:max val="1"/>
          <ns0:min val="0"/>
        </ns0:scaling>
        <ns0:delete val="0"/>
        <ns0:axPos val="l"/>
        <ns0:title>
          <ns0:tx>
            <ns0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>
                    <a:solidFill>
                      <a:srgbClr val="24292D"/>
                    </a:solidFill>
                    <a:latin typeface="Times New Roman" panose="020B0604020202020204"/>
                    <a:ea typeface="Times New Roman" panose="020B0604020202020204"/>
                    <a:cs typeface="Times New Roman" panose="020B0604020202020204"/>
                  </a:rPr>
                  <a:t>Retested purity</a:t>
                </a:r>
                <a:endParaRPr sz="160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endParaRPr>
              </a:p>
            </ns0:rich>
          </ns0:tx>
          <ns0:layout/>
          <ns0:overlay val="0"/>
        </ns0:title>
        <ns0:numFmt formatCode="0.0" sourceLinked="1"/>
        <ns0:majorTickMark val="none"/>
        <ns0:minorTickMark val="none"/>
        <ns0:tickLblPos val="nextTo"/>
        <ns0:spPr>
          <a:ln w="12383">
            <a:solidFill>
              <a:srgbClr val="24292D"/>
            </a:solidFill>
            <a:prstDash val="solid"/>
            <a:round/>
          </a:ln>
        </ns0:spPr>
        <ns0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defRPr>
            </a:pPr>
          </a:p>
        </ns0:txPr>
        <ns0:crossAx val="48650112"/>
        <ns0:crosses val="min"/>
        <ns0:crossBetween val="midCat"/>
        <ns0:majorUnit val="0.2"/>
      </ns0:valAx>
      <ns0:spPr>
        <a:solidFill>
          <a:srgbClr val="FFFFFF"/>
        </a:solidFill>
        <a:ln w="0">
          <a:noFill/>
        </a:ln>
      </ns0:spPr>
    </ns0:plotArea>
    <ns0:plotVisOnly val="1"/>
    <ns0:dispBlanksAs val="gap"/>
    <ns0:showDLblsOverMax val="0"/>
    <ns0:extLst>
      <ns0:ext uri="{0b15fc19-7d7d-44ad-8c2d-2c3a37ce22c3}">
        <ns4:chartProps chartId="{3ad51813-60ac-4aee-ae8a-2d5dce0bea7e}"/>
      </ns0:ext>
    </ns0:extLst>
  </ns0:chart>
  <ns0:spPr>
    <a:solidFill>
      <a:srgbClr val="FFFFFF"/>
    </a:solidFill>
    <a:ln w="0">
      <a:noFill/>
    </a:ln>
  </ns0:spPr>
  <ns0:txPr>
    <a:bodyPr/>
    <a:lstStyle/>
    <a:p>
      <a:pPr>
        <a:defRPr lang="zh-CN"/>
      </a:pPr>
    </a:p>
  </ns0:txPr>
  <ns0:externalData r:id="rId1">
    <ns0:autoUpdate val="0"/>
  </ns0:externalData>
</ns0:chartSpace>
</file>

<file path=ppt/charts/import3-chart30.xml><?xml version="1.0" encoding="utf-8"?>
<ns0:chartSpace xmlns:a="http://schemas.openxmlformats.org/drawingml/2006/main" xmlns:ns0="http://schemas.openxmlformats.org/drawingml/2006/chart" xmlns:ns1="http://schemas.openxmlformats.org/markup-compatibility/2006" xmlns:ns2="http://schemas.microsoft.com/office/drawing/2007/8/2/chart" xmlns:ns4="https://web.wps.cn/et/2018/main" xmlns:r="http://schemas.openxmlformats.org/officeDocument/2006/relationships">
  <ns0:date1904 val="0"/>
  <ns0:lang val="zh-CN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plotArea>
      <ns0:layout/>
      <ns0:scatterChart>
        <ns0:scatterStyle val="lineMarker"/>
        <ns0:varyColors val="0"/>
        <ns0:ser>
          <ns0:idx val="0"/>
          <ns0:order val="0"/>
          <ns0:tx>
            <ns0:strRef>
              <ns0:f>'Chart Data'!$B$1</ns0:f>
              <ns0:strCache>
                <ns0:ptCount val="1"/>
                <ns0:pt idx="0">
                  <ns0:v>Equal error</ns0:v>
                </ns0:pt>
              </ns0:strCache>
            </ns0:strRef>
          </ns0:tx>
          <ns0:spPr>
            <a:ln w="14288" cap="rnd">
              <a:solidFill>
                <a:srgbClr val="D7DDE1"/>
              </a:solidFill>
              <a:prstDash val="solid"/>
              <a:round/>
            </a:ln>
          </ns0:spPr>
          <ns0:marker>
            <ns0:symbol val="none"/>
          </ns0:marker>
          <ns0:dLbls>
            <ns0:delete val="1"/>
          </ns0:dLbls>
          <ns0:xVal>
            <ns0:numRef>
              <ns0:f>'Chart Data'!$A$2:$A$3</ns0:f>
              <ns0:numCache>
                <ns0:formatCode>General</ns0:formatCode>
                <ns0:ptCount val="2"/>
                <ns0:pt idx="0">
                  <ns0:v>0</ns0:v>
                </ns0:pt>
                <ns0:pt idx="1">
                  <ns0:v>0.22</ns0:v>
                </ns0:pt>
              </ns0:numCache>
            </ns0:numRef>
          </ns0:xVal>
          <ns0:yVal>
            <ns0:numRef>
              <ns0:f>'Chart Data'!$B$2:$B$3</ns0:f>
              <ns0:numCache>
                <ns0:formatCode>0.00</ns0:formatCode>
                <ns0:ptCount val="2"/>
                <ns0:pt idx="0">
                  <ns0:v>0</ns0:v>
                </ns0:pt>
                <ns0:pt idx="1">
                  <ns0:v>0.22</ns0:v>
                </ns0:pt>
              </ns0:numCache>
            </ns0:numRef>
          </ns0:yVal>
          <ns0:smooth val="0"/>
        </ns0:ser>
        <ns0:ser>
          <ns0:idx val="1"/>
          <ns0:order val="1"/>
          <ns0:tx>
            <ns0:strRef>
              <ns0:f>'Chart Data'!$D$1</ns0:f>
              <ns0:strCache>
                <ns0:ptCount val="1"/>
                <ns0:pt idx="0">
                  <ns0:v>Opaque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637482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Data'!$C$2:$C$11</ns0:f>
              <ns0:numCache>
                <ns0:formatCode>General</ns0:formatCode>
                <ns0:ptCount val="10"/>
                <ns0:pt idx="0">
                  <ns0:v>0.016829786605</ns0:v>
                </ns0:pt>
                <ns0:pt idx="1">
                  <ns0:v>0.0191726504675</ns0:v>
                </ns0:pt>
                <ns0:pt idx="2">
                  <ns0:v>0.0191814420408</ns0:v>
                </ns0:pt>
                <ns0:pt idx="3">
                  <ns0:v>0.04901839487</ns0:v>
                </ns0:pt>
                <ns0:pt idx="4">
                  <ns0:v>0.0193055473197</ns0:v>
                </ns0:pt>
                <ns0:pt idx="5">
                  <ns0:v>0.0189999052882</ns0:v>
                </ns0:pt>
                <ns0:pt idx="6">
                  <ns0:v>0.0204909585555</ns0:v>
                </ns0:pt>
                <ns0:pt idx="7">
                  <ns0:v>0.0212184687926</ns0:v>
                </ns0:pt>
                <ns0:pt idx="8">
                  <ns0:v>0.0181739115361</ns0:v>
                </ns0:pt>
                <ns0:pt idx="9">
                  <ns0:v>0.0180131820958</ns0:v>
                </ns0:pt>
              </ns0:numCache>
            </ns0:numRef>
          </ns0:xVal>
          <ns0:yVal>
            <ns0:numRef>
              <ns0:f>'Chart Data'!$D$2:$D$11</ns0:f>
              <ns0:numCache>
                <ns0:formatCode>0.00</ns0:formatCode>
                <ns0:ptCount val="10"/>
                <ns0:pt idx="0">
                  <ns0:v>0.0289334291368</ns0:v>
                </ns0:pt>
                <ns0:pt idx="1">
                  <ns0:v>0.0422445741276</ns0:v>
                </ns0:pt>
                <ns0:pt idx="2">
                  <ns0:v>0.0304299994529</ns0:v>
                </ns0:pt>
                <ns0:pt idx="3">
                  <ns0:v>0.176660286603</ns0:v>
                </ns0:pt>
                <ns0:pt idx="4">
                  <ns0:v>0.0944843658348</ns0:v>
                </ns0:pt>
                <ns0:pt idx="5">
                  <ns0:v>0.0286013023857</ns0:v>
                </ns0:pt>
                <ns0:pt idx="6">
                  <ns0:v>0.172446488823</ns0:v>
                </ns0:pt>
                <ns0:pt idx="7">
                  <ns0:v>0.031518066029</ns0:v>
                </ns0:pt>
                <ns0:pt idx="8">
                  <ns0:v>0.0567188859533</ns0:v>
                </ns0:pt>
                <ns0:pt idx="9">
                  <ns0:v>0.00935778523931</ns0:v>
                </ns0:pt>
              </ns0:numCache>
            </ns0:numRef>
          </ns0:yVal>
          <ns0:smooth val="0"/>
        </ns0:ser>
        <ns0:ser>
          <ns0:idx val="2"/>
          <ns0:order val="2"/>
          <ns0:tx>
            <ns0:strRef>
              <ns0:f>'Chart Data'!$F$1</ns0:f>
              <ns0:strCache>
                <ns0:ptCount val="1"/>
                <ns0:pt idx="0">
                  <ns0:v>Aligned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277F8A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Data'!$E$2:$E$11</ns0:f>
              <ns0:numCache>
                <ns0:formatCode>General</ns0:formatCode>
                <ns0:ptCount val="10"/>
                <ns0:pt idx="0">
                  <ns0:v>0.0165757626922</ns0:v>
                </ns0:pt>
                <ns0:pt idx="1">
                  <ns0:v>0.01754278915</ns0:v>
                </ns0:pt>
                <ns0:pt idx="2">
                  <ns0:v>0.0171922444861</ns0:v>
                </ns0:pt>
                <ns0:pt idx="3">
                  <ns0:v>0.0171922444861</ns0:v>
                </ns0:pt>
                <ns0:pt idx="4">
                  <ns0:v>0.019191178217</ns0:v>
                </ns0:pt>
                <ns0:pt idx="5">
                  <ns0:v>0.0189999052882</ns0:v>
                </ns0:pt>
                <ns0:pt idx="6">
                  <ns0:v>0.0204229036869</ns0:v>
                </ns0:pt>
                <ns0:pt idx="7">
                  <ns0:v>0.0282493806142</ns0:v>
                </ns0:pt>
                <ns0:pt idx="8">
                  <ns0:v>0.0195294060639</ns0:v>
                </ns0:pt>
                <ns0:pt idx="9">
                  <ns0:v>0.0187220498193</ns0:v>
                </ns0:pt>
              </ns0:numCache>
            </ns0:numRef>
          </ns0:xVal>
          <ns0:yVal>
            <ns0:numRef>
              <ns0:f>'Chart Data'!$F$2:$F$11</ns0:f>
              <ns0:numCache>
                <ns0:formatCode>0.00</ns0:formatCode>
                <ns0:ptCount val="10"/>
                <ns0:pt idx="0">
                  <ns0:v>0.0293500958034</ns0:v>
                </ns0:pt>
                <ns0:pt idx="1">
                  <ns0:v>0.0555779074609</ns0:v>
                </ns0:pt>
                <ns0:pt idx="2">
                  <ns0:v>0.0163128427778</ns0:v>
                </ns0:pt>
                <ns0:pt idx="3">
                  <ns0:v>0.0416602866032</ns0:v>
                </ns0:pt>
                <ns0:pt idx="4">
                  <ns0:v>0.0740183987978</ns0:v>
                </ns0:pt>
                <ns0:pt idx="5">
                  <ns0:v>0.106151032501</ns0:v>
                </ns0:pt>
                <ns0:pt idx="6">
                  <ns0:v>0.0146740391677</ns0:v>
                </ns0:pt>
                <ns0:pt idx="7">
                  <ns0:v>0.0525218247153</ns0:v>
                </ns0:pt>
                <ns0:pt idx="8">
                  <ns0:v>0.114291211005</ns0:v>
                </ns0:pt>
                <ns0:pt idx="9">
                  <ns0:v>0.02713555262</ns0:v>
                </ns0:pt>
              </ns0:numCache>
            </ns0:numRef>
          </ns0:yVal>
          <ns0:smooth val="0"/>
        </ns0:ser>
        <ns0:ser>
          <ns0:idx val="3"/>
          <ns0:order val="3"/>
          <ns0:tx>
            <ns0:strRef>
              <ns0:f>'Chart Data'!$H$1</ns0:f>
              <ns0:strCache>
                <ns0:ptCount val="1"/>
                <ns0:pt idx="0">
                  <ns0:v>MisIndexed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BC7850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Data'!$G$2:$G$11</ns0:f>
              <ns0:numCache>
                <ns0:formatCode>General</ns0:formatCode>
                <ns0:ptCount val="10"/>
                <ns0:pt idx="0">
                  <ns0:v>0.0165757626922</ns0:v>
                </ns0:pt>
                <ns0:pt idx="1">
                  <ns0:v>0.0180997634991</ns0:v>
                </ns0:pt>
                <ns0:pt idx="2">
                  <ns0:v>0.0171922444861</ns0:v>
                </ns0:pt>
                <ns0:pt idx="3">
                  <ns0:v>0.0171922444861</ns0:v>
                </ns0:pt>
                <ns0:pt idx="4">
                  <ns0:v>0.0189999052882</ns0:v>
                </ns0:pt>
                <ns0:pt idx="5">
                  <ns0:v>0.0215468742015</ns0:v>
                </ns0:pt>
                <ns0:pt idx="6">
                  <ns0:v>0.122882933739</ns0:v>
                </ns0:pt>
                <ns0:pt idx="7">
                  <ns0:v>0.0199436150884</ns0:v>
                </ns0:pt>
                <ns0:pt idx="8">
                  <ns0:v>0.019036061627</ns0:v>
                </ns0:pt>
                <ns0:pt idx="9">
                  <ns0:v>0.0181084928511</ns0:v>
                </ns0:pt>
              </ns0:numCache>
            </ns0:numRef>
          </ns0:xVal>
          <ns0:yVal>
            <ns0:numRef>
              <ns0:f>'Chart Data'!$H$2:$H$11</ns0:f>
              <ns0:numCache>
                <ns0:formatCode>0.00</ns0:formatCode>
                <ns0:ptCount val="10"/>
                <ns0:pt idx="0">
                  <ns0:v>0.0212253339235</ns0:v>
                </ns0:pt>
                <ns0:pt idx="1">
                  <ns0:v>0.161827907461</ns0:v>
                </ns0:pt>
                <ns0:pt idx="2">
                  <ns0:v>0.13332695327</ns0:v>
                </ns0:pt>
                <ns0:pt idx="3">
                  <ns0:v>0.0991602866032</ns0:v>
                </ns0:pt>
                <ns0:pt idx="4">
                  <ns0:v>0.0245281767076</ns0:v>
                </ns0:pt>
                <ns0:pt idx="5">
                  <ns0:v>0.0699491122534</ns0:v>
                </ns0:pt>
                <ns0:pt idx="6">
                  <ns0:v>0.102521824715</ns0:v>
                </ns0:pt>
                <ns0:pt idx="7">
                  <ns0:v>0.0287718247153</ns0:v>
                </ns0:pt>
                <ns0:pt idx="8">
                  <ns0:v>0.188874544338</ns0:v>
                </ns0:pt>
                <ns0:pt idx="9">
                  <ns0:v>0.0437078776717</ns0:v>
                </ns0:pt>
              </ns0:numCache>
            </ns0:numRef>
          </ns0:yVal>
          <ns0:smooth val="0"/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axId val="48650112"/>
        <ns0:axId val="48672768"/>
      </ns0:scatterChart>
      <ns0:valAx>
        <ns0:axId val="48650112"/>
        <ns0:scaling>
          <ns0:orientation val="minMax"/>
          <ns0:max val="0.22"/>
          <ns0:min val="0"/>
        </ns0:scaling>
        <ns0:delete val="0"/>
        <ns0:axPos val="b"/>
        <ns0:title>
          <ns0:tx>
            <ns0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>
                    <a:solidFill>
                      <a:srgbClr val="24292D"/>
                    </a:solidFill>
                    <a:latin typeface="Times New Roman" panose="020B0604020202020204"/>
                    <a:ea typeface="Times New Roman" panose="020B0604020202020204"/>
                    <a:cs typeface="Times New Roman" panose="020B0604020202020204"/>
                  </a:rPr>
                  <a:t>Source-mean MAE</a:t>
                </a:r>
                <a:endParaRPr sz="160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endParaRPr>
              </a:p>
            </ns0:rich>
          </ns0:tx>
          <ns0:layout/>
          <ns0:overlay val="0"/>
        </ns0:title>
        <ns0:numFmt formatCode="0.00" sourceLinked="1"/>
        <ns0:majorTickMark val="none"/>
        <ns0:minorTickMark val="none"/>
        <ns0:tickLblPos val="nextTo"/>
        <ns0:spPr>
          <a:ln w="12383">
            <a:solidFill>
              <a:srgbClr val="24292D"/>
            </a:solidFill>
            <a:prstDash val="solid"/>
            <a:round/>
          </a:ln>
        </ns0:spPr>
        <ns0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defRPr>
            </a:pPr>
          </a:p>
        </ns0:txPr>
        <ns0:crossAx val="48672768"/>
        <ns0:crosses val="min"/>
        <ns0:crossBetween val="midCat"/>
        <ns0:majorUnit val="0.1"/>
      </ns0:valAx>
      <ns0:valAx>
        <ns0:axId val="48672768"/>
        <ns0:scaling>
          <ns0:orientation val="minMax"/>
          <ns0:max val="0.22"/>
          <ns0:min val="0"/>
        </ns0:scaling>
        <ns0:delete val="0"/>
        <ns0:axPos val="l"/>
        <ns0:title>
          <ns0:tx>
            <ns0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>
                    <a:solidFill>
                      <a:srgbClr val="24292D"/>
                    </a:solidFill>
                    <a:latin typeface="Times New Roman" panose="020B0604020202020204"/>
                    <a:ea typeface="Times New Roman" panose="020B0604020202020204"/>
                    <a:cs typeface="Times New Roman" panose="020B0604020202020204"/>
                  </a:rPr>
                  <a:t>Agent MAE</a:t>
                </a:r>
                <a:endParaRPr sz="160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endParaRPr>
              </a:p>
            </ns0:rich>
          </ns0:tx>
          <ns0:layout/>
          <ns0:overlay val="0"/>
        </ns0:title>
        <ns0:numFmt formatCode="0.00" sourceLinked="1"/>
        <ns0:majorTickMark val="none"/>
        <ns0:minorTickMark val="none"/>
        <ns0:tickLblPos val="nextTo"/>
        <ns0:spPr>
          <a:ln w="12383">
            <a:solidFill>
              <a:srgbClr val="24292D"/>
            </a:solidFill>
            <a:prstDash val="solid"/>
            <a:round/>
          </a:ln>
        </ns0:spPr>
        <ns0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defRPr>
            </a:pPr>
          </a:p>
        </ns0:txPr>
        <ns0:crossAx val="48650112"/>
        <ns0:crosses val="min"/>
        <ns0:crossBetween val="midCat"/>
        <ns0:majorUnit val="0.1"/>
      </ns0:valAx>
      <ns0:spPr>
        <a:solidFill>
          <a:srgbClr val="FFFFFF"/>
        </a:solidFill>
        <a:ln w="0">
          <a:noFill/>
        </a:ln>
      </ns0:spPr>
    </ns0:plotArea>
    <ns0:plotVisOnly val="1"/>
    <ns0:dispBlanksAs val="gap"/>
    <ns0:showDLblsOverMax val="0"/>
    <ns0:extLst>
      <ns0:ext uri="{0b15fc19-7d7d-44ad-8c2d-2c3a37ce22c3}">
        <ns4:chartProps chartId="{2607f788-cbda-493a-93dd-5ae31da13639}"/>
      </ns0:ext>
    </ns0:extLst>
  </ns0:chart>
  <ns0:spPr>
    <a:solidFill>
      <a:srgbClr val="FFFFFF"/>
    </a:solidFill>
    <a:ln w="0">
      <a:noFill/>
    </a:ln>
  </ns0:spPr>
  <ns0:txPr>
    <a:bodyPr/>
    <a:lstStyle/>
    <a:p>
      <a:pPr>
        <a:defRPr lang="zh-CN"/>
      </a:pPr>
    </a:p>
  </ns0:txPr>
  <ns0:externalData r:id="rId1">
    <ns0:autoUpdate val="0"/>
  </ns0:externalData>
</ns0:chartSpace>
</file>

<file path=ppt/charts/import3-chart31.xml><?xml version="1.0" encoding="utf-8"?>
<ns0:chartSpace xmlns:a="http://schemas.openxmlformats.org/drawingml/2006/main" xmlns:ns0="http://schemas.openxmlformats.org/drawingml/2006/chart" xmlns:ns1="http://schemas.openxmlformats.org/markup-compatibility/2006" xmlns:ns2="http://schemas.microsoft.com/office/drawing/2007/8/2/chart" xmlns:ns4="https://web.wps.cn/et/2018/main" xmlns:r="http://schemas.openxmlformats.org/officeDocument/2006/relationships">
  <ns0:date1904 val="0"/>
  <ns0:lang val="zh-CN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plotArea>
      <ns0:layout/>
      <ns0:scatterChart>
        <ns0:scatterStyle val="lineMarker"/>
        <ns0:varyColors val="0"/>
        <ns0:ser>
          <ns0:idx val="0"/>
          <ns0:order val="0"/>
          <ns0:tx>
            <ns0:strRef>
              <ns0:f>'Chart Data'!$B$1</ns0:f>
              <ns0:strCache>
                <ns0:ptCount val="1"/>
                <ns0:pt idx="0">
                  <ns0:v>Equal error</ns0:v>
                </ns0:pt>
              </ns0:strCache>
            </ns0:strRef>
          </ns0:tx>
          <ns0:spPr>
            <a:ln w="14288" cap="rnd">
              <a:solidFill>
                <a:srgbClr val="D7DDE1"/>
              </a:solidFill>
              <a:prstDash val="solid"/>
              <a:round/>
            </a:ln>
          </ns0:spPr>
          <ns0:marker>
            <ns0:symbol val="none"/>
          </ns0:marker>
          <ns0:dLbls>
            <ns0:delete val="1"/>
          </ns0:dLbls>
          <ns0:xVal>
            <ns0:numRef>
              <ns0:f>'Chart Data'!$A$2:$A$3</ns0:f>
              <ns0:numCache>
                <ns0:formatCode>General</ns0:formatCode>
                <ns0:ptCount val="2"/>
                <ns0:pt idx="0">
                  <ns0:v>0</ns0:v>
                </ns0:pt>
                <ns0:pt idx="1">
                  <ns0:v>0.55</ns0:v>
                </ns0:pt>
              </ns0:numCache>
            </ns0:numRef>
          </ns0:xVal>
          <ns0:yVal>
            <ns0:numRef>
              <ns0:f>'Chart Data'!$B$2:$B$3</ns0:f>
              <ns0:numCache>
                <ns0:formatCode>0.00</ns0:formatCode>
                <ns0:ptCount val="2"/>
                <ns0:pt idx="0">
                  <ns0:v>0</ns0:v>
                </ns0:pt>
                <ns0:pt idx="1">
                  <ns0:v>0.55</ns0:v>
                </ns0:pt>
              </ns0:numCache>
            </ns0:numRef>
          </ns0:yVal>
          <ns0:smooth val="0"/>
        </ns0:ser>
        <ns0:ser>
          <ns0:idx val="1"/>
          <ns0:order val="1"/>
          <ns0:tx>
            <ns0:strRef>
              <ns0:f>'Chart Data'!$D$1</ns0:f>
              <ns0:strCache>
                <ns0:ptCount val="1"/>
                <ns0:pt idx="0">
                  <ns0:v>Opaque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637482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Data'!$C$2:$C$11</ns0:f>
              <ns0:numCache>
                <ns0:formatCode>General</ns0:formatCode>
                <ns0:ptCount val="10"/>
                <ns0:pt idx="0">
                  <ns0:v>0.314023140412</ns0:v>
                </ns0:pt>
                <ns0:pt idx="1">
                  <ns0:v>0.345317526104</ns0:v>
                </ns0:pt>
                <ns0:pt idx="2">
                  <ns0:v>0.285392958524</ns0:v>
                </ns0:pt>
                <ns0:pt idx="3">
                  <ns0:v>0.285392958524</ns0:v>
                </ns0:pt>
                <ns0:pt idx="4">
                  <ns0:v>0.33634036614</ns0:v>
                </ns0:pt>
                <ns0:pt idx="5">
                  <ns0:v>0.30715341437</ns0:v>
                </ns0:pt>
                <ns0:pt idx="6">
                  <ns0:v>0.364623012289</ns0:v>
                </ns0:pt>
                <ns0:pt idx="7">
                  <ns0:v>0.364623012289</ns0:v>
                </ns0:pt>
                <ns0:pt idx="8">
                  <ns0:v>0.292383595038</ns0:v>
                </ns0:pt>
                <ns0:pt idx="9">
                  <ns0:v>0.28209062586</ns0:v>
                </ns0:pt>
              </ns0:numCache>
            </ns0:numRef>
          </ns0:xVal>
          <ns0:yVal>
            <ns0:numRef>
              <ns0:f>'Chart Data'!$D$2:$D$11</ns0:f>
              <ns0:numCache>
                <ns0:formatCode>0.00</ns0:formatCode>
                <ns0:ptCount val="10"/>
                <ns0:pt idx="0">
                  <ns0:v>0.234678247484</ns0:v>
                </ns0:pt>
                <ns0:pt idx="1">
                  <ns0:v>0.177606494137</ns0:v>
                </ns0:pt>
                <ns0:pt idx="2">
                  <ns0:v>0.135324563133</ns0:v>
                </ns0:pt>
                <ns0:pt idx="3">
                  <ns0:v>0.378336260183</ns0:v>
                </ns0:pt>
                <ns0:pt idx="4">
                  <ns0:v>0.457183807008</ns0:v>
                </ns0:pt>
                <ns0:pt idx="5">
                  <ns0:v>0.285773637911</ns0:v>
                </ns0:pt>
                <ns0:pt idx="6">
                  <ns0:v>0.331974651653</ns0:v>
                </ns0:pt>
                <ns0:pt idx="7">
                  <ns0:v>0.233789678955</ns0:v>
                </ns0:pt>
                <ns0:pt idx="8">
                  <ns0:v>0.335540167868</ns0:v>
                </ns0:pt>
                <ns0:pt idx="9">
                  <ns0:v>0.209706834534</ns0:v>
                </ns0:pt>
              </ns0:numCache>
            </ns0:numRef>
          </ns0:yVal>
          <ns0:smooth val="0"/>
        </ns0:ser>
        <ns0:ser>
          <ns0:idx val="2"/>
          <ns0:order val="2"/>
          <ns0:tx>
            <ns0:strRef>
              <ns0:f>'Chart Data'!$F$1</ns0:f>
              <ns0:strCache>
                <ns0:ptCount val="1"/>
                <ns0:pt idx="0">
                  <ns0:v>Aligned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277F8A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Data'!$E$2:$E$11</ns0:f>
              <ns0:numCache>
                <ns0:formatCode>General</ns0:formatCode>
                <ns0:ptCount val="10"/>
                <ns0:pt idx="0">
                  <ns0:v>0.314023140412</ns0:v>
                </ns0:pt>
                <ns0:pt idx="1">
                  <ns0:v>0.314023140412</ns0:v>
                </ns0:pt>
                <ns0:pt idx="2">
                  <ns0:v>0.285392958524</ns0:v>
                </ns0:pt>
                <ns0:pt idx="3">
                  <ns0:v>0.285392958524</ns0:v>
                </ns0:pt>
                <ns0:pt idx="4">
                  <ns0:v>0.325206901802</ns0:v>
                </ns0:pt>
                <ns0:pt idx="5">
                  <ns0:v>0.30715341437</ns0:v>
                </ns0:pt>
                <ns0:pt idx="6">
                  <ns0:v>0.364623012289</ns0:v>
                </ns0:pt>
                <ns0:pt idx="7">
                  <ns0:v>0.369082640173</ns0:v>
                </ns0:pt>
                <ns0:pt idx="8">
                  <ns0:v>0.323299789573</ns0:v>
                </ns0:pt>
                <ns0:pt idx="9">
                  <ns0:v>0.294441032357</ns0:v>
                </ns0:pt>
              </ns0:numCache>
            </ns0:numRef>
          </ns0:xVal>
          <ns0:yVal>
            <ns0:numRef>
              <ns0:f>'Chart Data'!$F$2:$F$11</ns0:f>
              <ns0:numCache>
                <ns0:formatCode>0.00</ns0:formatCode>
                <ns0:ptCount val="10"/>
                <ns0:pt idx="0">
                  <ns0:v>0.266523140412</ns0:v>
                </ns0:pt>
                <ns0:pt idx="1">
                  <ns0:v>0.279856473746</ns0:v>
                </ns0:pt>
                <ns0:pt idx="2">
                  <ns0:v>0.269559625191</ns0:v>
                </ns0:pt>
                <ns0:pt idx="3">
                  <ns0:v>0.252677692722</ns0:v>
                </ns0:pt>
                <ns0:pt idx="4">
                  <ns0:v>0.225371182119</ns0:v>
                </ns0:pt>
                <ns0:pt idx="5">
                  <ns0:v>0.28399140566</ns0:v>
                </ns0:pt>
                <ns0:pt idx="6">
                  <ns0:v>0.239502291008</ns0:v>
                </ns0:pt>
                <ns0:pt idx="7">
                  <ns0:v>0.307956345622</ns0:v>
                </ns0:pt>
                <ns0:pt idx="8">
                  <ns0:v>0.495540167868</ns0:v>
                </ns0:pt>
                <ns0:pt idx="9">
                  <ns0:v>0.313930922262</ns0:v>
                </ns0:pt>
              </ns0:numCache>
            </ns0:numRef>
          </ns0:yVal>
          <ns0:smooth val="0"/>
        </ns0:ser>
        <ns0:ser>
          <ns0:idx val="3"/>
          <ns0:order val="3"/>
          <ns0:tx>
            <ns0:strRef>
              <ns0:f>'Chart Data'!$H$1</ns0:f>
              <ns0:strCache>
                <ns0:ptCount val="1"/>
                <ns0:pt idx="0">
                  <ns0:v>MisIndexed</ns0:v>
                </ns0:pt>
              </ns0:strCache>
            </ns0:strRef>
          </ns0:tx>
          <ns0:spPr>
            <a:ln w="0" cap="rnd">
              <a:noFill/>
              <a:prstDash val="solid"/>
              <a:round/>
            </a:ln>
          </ns0:spPr>
          <ns0:marker>
            <ns0:symbol val="circle"/>
            <ns0:size val="8"/>
            <ns0:spPr>
              <a:solidFill>
                <a:srgbClr val="BC7850"/>
              </a:solidFill>
              <a:ln w="0">
                <a:noFill/>
                <a:prstDash val="solid"/>
                <a:round/>
              </a:ln>
            </ns0:spPr>
          </ns0:marker>
          <ns0:dLbls>
            <ns0:delete val="1"/>
          </ns0:dLbls>
          <ns0:xVal>
            <ns0:numRef>
              <ns0:f>'Chart Data'!$G$2:$G$11</ns0:f>
              <ns0:numCache>
                <ns0:formatCode>General</ns0:formatCode>
                <ns0:ptCount val="10"/>
                <ns0:pt idx="0">
                  <ns0:v>0.314023140412</ns0:v>
                </ns0:pt>
                <ns0:pt idx="1">
                  <ns0:v>0.314023140412</ns0:v>
                </ns0:pt>
                <ns0:pt idx="2">
                  <ns0:v>0.285392958524</ns0:v>
                </ns0:pt>
                <ns0:pt idx="3">
                  <ns0:v>0.285392958524</ns0:v>
                </ns0:pt>
                <ns0:pt idx="4">
                  <ns0:v>0.312874263365</ns0:v>
                </ns0:pt>
                <ns0:pt idx="5">
                  <ns0:v>0.30715341437</ns0:v>
                </ns0:pt>
                <ns0:pt idx="6">
                  <ns0:v>0.364623012289</ns0:v>
                </ns0:pt>
                <ns0:pt idx="7">
                  <ns0:v>0.364623012289</ns0:v>
                </ns0:pt>
                <ns0:pt idx="8">
                  <ns0:v>0.305188068892</ns0:v>
                </ns0:pt>
                <ns0:pt idx="9">
                  <ns0:v>0.28209062586</ns0:v>
                </ns0:pt>
              </ns0:numCache>
            </ns0:numRef>
          </ns0:xVal>
          <ns0:yVal>
            <ns0:numRef>
              <ns0:f>'Chart Data'!$H$2:$H$11</ns0:f>
              <ns0:numCache>
                <ns0:formatCode>0.00</ns0:formatCode>
                <ns0:ptCount val="10"/>
                <ns0:pt idx="0">
                  <ns0:v>0.203251692324</ns0:v>
                </ns0:pt>
                <ns0:pt idx="1">
                  <ns0:v>0.271344914151</ns0:v>
                </ns0:pt>
                <ns0:pt idx="2">
                  <ns0:v>0.286669593517</ns0:v>
                </ns0:pt>
                <ns0:pt idx="3">
                  <ns0:v>0.379491229799</ns0:v>
                </ns0:pt>
                <ns0:pt idx="4">
                  <ns0:v>0.294537848786</ns0:v>
                </ns0:pt>
                <ns0:pt idx="5">
                  <ns0:v>0.353880089495</ns0:v>
                </ns0:pt>
                <ns0:pt idx="6">
                  <ns0:v>0.347956345622</ns0:v>
                </ns0:pt>
                <ns0:pt idx="7">
                  <ns0:v>0.277828283398</ns0:v>
                </ns0:pt>
                <ns0:pt idx="8">
                  <ns0:v>0.307206834534</ns0:v>
                </ns0:pt>
                <ns0:pt idx="9">
                  <ns0:v>0.262935839495</ns0:v>
                </ns0:pt>
              </ns0:numCache>
            </ns0:numRef>
          </ns0:yVal>
          <ns0:smooth val="0"/>
        </ns0:ser>
        <ns0:dLbls>
          <ns0:showLegendKey val="0"/>
          <ns0:showVal val="0"/>
          <ns0:showCatName val="0"/>
          <ns0:showSerName val="0"/>
          <ns0:showPercent val="0"/>
          <ns0:showBubbleSize val="0"/>
        </ns0:dLbls>
        <ns0:axId val="48650112"/>
        <ns0:axId val="48672768"/>
      </ns0:scatterChart>
      <ns0:valAx>
        <ns0:axId val="48650112"/>
        <ns0:scaling>
          <ns0:orientation val="minMax"/>
          <ns0:max val="0.55"/>
          <ns0:min val="0"/>
        </ns0:scaling>
        <ns0:delete val="0"/>
        <ns0:axPos val="b"/>
        <ns0:title>
          <ns0:tx>
            <ns0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>
                    <a:solidFill>
                      <a:srgbClr val="24292D"/>
                    </a:solidFill>
                    <a:latin typeface="Times New Roman" panose="020B0604020202020204"/>
                    <a:ea typeface="Times New Roman" panose="020B0604020202020204"/>
                    <a:cs typeface="Times New Roman" panose="020B0604020202020204"/>
                  </a:rPr>
                  <a:t>Source-mean MAE</a:t>
                </a:r>
                <a:endParaRPr sz="160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endParaRPr>
              </a:p>
            </ns0:rich>
          </ns0:tx>
          <ns0:layout/>
          <ns0:overlay val="0"/>
        </ns0:title>
        <ns0:numFmt formatCode="0.00" sourceLinked="1"/>
        <ns0:majorTickMark val="none"/>
        <ns0:minorTickMark val="none"/>
        <ns0:tickLblPos val="nextTo"/>
        <ns0:spPr>
          <a:ln w="12383">
            <a:solidFill>
              <a:srgbClr val="24292D"/>
            </a:solidFill>
            <a:prstDash val="solid"/>
            <a:round/>
          </a:ln>
        </ns0:spPr>
        <ns0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defRPr>
            </a:pPr>
          </a:p>
        </ns0:txPr>
        <ns0:crossAx val="48672768"/>
        <ns0:crosses val="min"/>
        <ns0:crossBetween val="midCat"/>
        <ns0:majorUnit val="0.25"/>
      </ns0:valAx>
      <ns0:valAx>
        <ns0:axId val="48672768"/>
        <ns0:scaling>
          <ns0:orientation val="minMax"/>
          <ns0:max val="0.55"/>
          <ns0:min val="0"/>
        </ns0:scaling>
        <ns0:delete val="0"/>
        <ns0:axPos val="l"/>
        <ns0:title>
          <ns0:tx>
            <ns0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>
                    <a:solidFill>
                      <a:srgbClr val="24292D"/>
                    </a:solidFill>
                    <a:latin typeface="Times New Roman" panose="020B0604020202020204"/>
                    <a:ea typeface="Times New Roman" panose="020B0604020202020204"/>
                    <a:cs typeface="Times New Roman" panose="020B0604020202020204"/>
                  </a:rPr>
                  <a:t>Agent MAE</a:t>
                </a:r>
                <a:endParaRPr sz="160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endParaRPr>
              </a:p>
            </ns0:rich>
          </ns0:tx>
          <ns0:layout/>
          <ns0:overlay val="0"/>
        </ns0:title>
        <ns0:numFmt formatCode="0.00" sourceLinked="1"/>
        <ns0:majorTickMark val="none"/>
        <ns0:minorTickMark val="none"/>
        <ns0:tickLblPos val="nextTo"/>
        <ns0:spPr>
          <a:ln w="12383">
            <a:solidFill>
              <a:srgbClr val="24292D"/>
            </a:solidFill>
            <a:prstDash val="solid"/>
            <a:round/>
          </a:ln>
        </ns0:spPr>
        <ns0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defRPr>
            </a:pPr>
          </a:p>
        </ns0:txPr>
        <ns0:crossAx val="48650112"/>
        <ns0:crosses val="min"/>
        <ns0:crossBetween val="midCat"/>
        <ns0:majorUnit val="0.25"/>
      </ns0:valAx>
      <ns0:spPr>
        <a:solidFill>
          <a:srgbClr val="FFFFFF"/>
        </a:solidFill>
        <a:ln w="0">
          <a:noFill/>
        </a:ln>
      </ns0:spPr>
    </ns0:plotArea>
    <ns0:plotVisOnly val="1"/>
    <ns0:dispBlanksAs val="gap"/>
    <ns0:showDLblsOverMax val="0"/>
    <ns0:extLst>
      <ns0:ext uri="{0b15fc19-7d7d-44ad-8c2d-2c3a37ce22c3}">
        <ns4:chartProps chartId="{a98556f3-de88-4c25-8092-dba0f8afb571}"/>
      </ns0:ext>
    </ns0:extLst>
  </ns0:chart>
  <ns0:spPr>
    <a:solidFill>
      <a:srgbClr val="FFFFFF"/>
    </a:solidFill>
    <a:ln w="0">
      <a:noFill/>
    </a:ln>
  </ns0:spPr>
  <ns0:txPr>
    <a:bodyPr/>
    <a:lstStyle/>
    <a:p>
      <a:pPr>
        <a:defRPr lang="zh-CN"/>
      </a:pPr>
    </a:p>
  </ns0:txPr>
  <ns0:externalData r:id="rId1">
    <ns0:autoUpdate val="0"/>
  </ns0:externalData>
</ns0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a437cd6b514060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e1fe372f964c54" /><Relationship Type="http://schemas.openxmlformats.org/officeDocument/2006/relationships/notesMaster" Target="/ppt/notesMasters/notesMaster1.xml" Id="Ra02207946aed4a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e5370d7a2d4d1d" /><Relationship Type="http://schemas.openxmlformats.org/officeDocument/2006/relationships/notesMaster" Target="/ppt/notesMasters/notesMaster1.xml" Id="R543de5ef3f7f4e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ed7180aac2467e" /><Relationship Type="http://schemas.openxmlformats.org/officeDocument/2006/relationships/notesMaster" Target="/ppt/notesMasters/notesMaster1.xml" Id="R47567d0bb7b247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75e3213642480d" /><Relationship Type="http://schemas.openxmlformats.org/officeDocument/2006/relationships/notesMaster" Target="/ppt/notesMasters/notesMaster1.xml" Id="Rdaabf808f13f4e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38fc2076d74953" /><Relationship Type="http://schemas.openxmlformats.org/officeDocument/2006/relationships/notesMaster" Target="/ppt/notesMasters/notesMaster1.xml" Id="R3ed3b6dae12444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eb4e3681bb4a0c" /><Relationship Type="http://schemas.openxmlformats.org/officeDocument/2006/relationships/notesMaster" Target="/ppt/notesMasters/notesMaster1.xml" Id="R15f73d94bd4d4c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c4af2602764fcf" /><Relationship Type="http://schemas.openxmlformats.org/officeDocument/2006/relationships/notesMaster" Target="/ppt/notesMasters/notesMaster1.xml" Id="Rbc88ccaefd6f49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3e03225d0e4b18" /><Relationship Type="http://schemas.openxmlformats.org/officeDocument/2006/relationships/notesMaster" Target="/ppt/notesMasters/notesMaster1.xml" Id="R5eb8ca8d339c46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4386b1ced548f5" /><Relationship Type="http://schemas.openxmlformats.org/officeDocument/2006/relationships/notesMaster" Target="/ppt/notesMasters/notesMaster1.xml" Id="R8871e166e45c40fc" /></Relationship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S1 (a–d). Prior overview: electrochemistry. Source: C:\Users\Admin\AppData\Local\Temp\chemworld-current-figure-collection\figureS1-prior-graphical-table-1.svg.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S1 (e–h). Prior overview: partitioning and reaction discovery. Source: C:\Users\Admin\AppData\Local\Temp\chemworld-current-figure-collection\figureS1-prior-graphical-table-2.svg.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S1 (i–l). Prior overview: reaction optimization and equilibrium. Source: C:\Users\Admin\AppData\Local\Temp\chemworld-current-figure-collection\figureS1-prior-graphical-table-3.svg.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S1 (m–p). Prior overview: crystallization and purification. Source: C:\Users\Admin\AppData\Local\Temp\chemworld-current-figure-collection\figureS1-prior-graphical-table-4.svg.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S2 (a,b). Prior differences: reaction. Source: C:\Users\Admin\AppData\Local\Temp\chemworld-current-figure-collection\figureS2-prior-difference-reaction.svg.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S2 (c–f). Prior differences: equilibrium regimes. Source: C:\Users\Admin\AppData\Local\Temp\chemworld-current-figure-collection\figureS2-prior-difference-equilibrium.svg.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S3. Complete six-outcome budget matrix. Source: output/pptx/chemworld-figures-final.pptx.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S5. Additional delivery and prediction outcomes. Source: output/pptx/chemworld-figures-final.pptx.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S6. Goal comparisons within each world. Source: D:\Projects\ChemWorld\paper\figures\venue-results\figureS6-goal-world-means.svg.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import3-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import3-slideMaster1.xml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e5d40c5fd40be" /></Relationships>
</file>

<file path=ppt/slideLayouts/import3-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</p:spTree>
  </p:cSld>
</p:sldLayout>
</file>

<file path=ppt/slideMasters/_rels/import3-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import3-slideLayout1.xml" /><Relationship Id="rId2" Type="http://schemas.openxmlformats.org/officeDocument/2006/relationships/theme" Target="../theme/import3-theme1.xml" /></Relationships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4820e37cc4ef4" /><Relationship Type="http://schemas.openxmlformats.org/officeDocument/2006/relationships/slideLayout" Target="/ppt/slideLayouts/slideLayout1.xml" Id="R985dc921706a44fc" /></Relationships>
</file>

<file path=ppt/slideMasters/import3-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985dc921706a44fc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9ba03df374421" /><Relationship Type="http://schemas.openxmlformats.org/officeDocument/2006/relationships/notesSlide" Target="/ppt/notesSlides/notesSlide8.xml" Id="R502286db19234d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c6390b1cb440c" /><Relationship Type="http://schemas.openxmlformats.org/officeDocument/2006/relationships/notesSlide" Target="/ppt/notesSlides/notesSlide9.xml" Id="R349cb398c5864c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5aae179324d3e" /><Relationship Type="http://schemas.openxmlformats.org/officeDocument/2006/relationships/notesSlide" Target="/ppt/notesSlides/notesSlide10.xml" Id="R439373990bfc48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309d1b1e74ef9" /><Relationship Type="http://schemas.openxmlformats.org/officeDocument/2006/relationships/notesSlide" Target="/ppt/notesSlides/notesSlide11.xml" Id="R90aa9e21756b4f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618a4f7604808" /><Relationship Type="http://schemas.openxmlformats.org/officeDocument/2006/relationships/notesSlide" Target="/ppt/notesSlides/notesSlide12.xml" Id="R4e11740c6de245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6a68a5ba49c7" /><Relationship Type="http://schemas.openxmlformats.org/officeDocument/2006/relationships/notesSlide" Target="/ppt/notesSlides/notesSlide13.xml" Id="R5ab61d3c1c1948c6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import3-slideLayout1.xml" /><Relationship Type="http://schemas.openxmlformats.org/officeDocument/2006/relationships/notesSlide" Target="/ppt/notesSlides/notesSlide14.xml" Id="rIdCollectionNotes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chart" Target="../charts/import3-chart29.xml" /><Relationship Id="rId2" Type="http://schemas.openxmlformats.org/officeDocument/2006/relationships/chart" Target="../charts/import3-chart30.xml" /><Relationship Id="rId3" Type="http://schemas.openxmlformats.org/officeDocument/2006/relationships/chart" Target="../charts/import3-chart31.xml" /><Relationship Id="rId4" Type="http://schemas.openxmlformats.org/officeDocument/2006/relationships/slideLayout" Target="../slideLayouts/import3-slideLayout1.xml" /><Relationship Type="http://schemas.openxmlformats.org/officeDocument/2006/relationships/notesSlide" Target="/ppt/notesSlides/notesSlide16.xml" Id="rIdCollectionNotes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c6944c0944959" /><Relationship Type="http://schemas.openxmlformats.org/officeDocument/2006/relationships/notesSlide" Target="/ppt/notesSlides/notesSlide17.xml" Id="R33745994ca3540ac" /></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1 (a–d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2" name="Figure S1 (a–d) plot object 0">
            <a:extLst>
              <a:ext uri="{FF2B5EF4-FFF2-40B4-BE49-F238E27FC236}">
                <ns2:creationId id="{A96D5E08-0DDD-48EA-9BBB-7A0ADF2B3E79}"/>
              </a:ext>
            </a:extLst>
          </p:cNvPr>
          <p:cNvSpPr>
            <a:spLocks noGrp="1"/>
          </p:cNvSpPr>
          <p:nvPr/>
        </p:nvSpPr>
        <p:spPr>
          <a:xfrm>
            <a:off x="2290107" y="342900"/>
            <a:ext cx="9135787" cy="10744200"/>
          </a:xfrm>
          <a:custGeom>
            <a:pathLst>
              <a:path w="9135787" h="10744200">
                <a:moveTo>
                  <a:pt x="0" y="10744200"/>
                </a:moveTo>
                <a:lnTo>
                  <a:pt x="9135787" y="10744200"/>
                </a:lnTo>
                <a:lnTo>
                  <a:pt x="91357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871">
            <a:noFill/>
            <a:prstDash val="solid"/>
          </a:ln>
        </p:spPr>
      </p:sp>
      <p:sp>
        <p:nvSpPr>
          <p:cNvPr id="2" name="Figure S1 (a–d) plot object 1">
            <a:extLst>
              <a:ext uri="{FF2B5EF4-FFF2-40B4-BE49-F238E27FC236}">
                <ns2:creationId id="{912CB4F3-B1F3-4FE4-BD83-2D4CDD83F2AA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" name="Figure S1 (a–d) plot object 2">
            <a:extLst>
              <a:ext uri="{FF2B5EF4-FFF2-40B4-BE49-F238E27FC236}">
                <ns2:creationId id="{B5BE9F78-4033-44F1-B2C6-A79806BC170D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423962" cy="103006"/>
          </a:xfrm>
          <a:custGeom>
            <a:pathLst>
              <a:path w="423962" h="103006">
                <a:moveTo>
                  <a:pt x="0" y="103006"/>
                </a:moveTo>
                <a:lnTo>
                  <a:pt x="423962" y="103006"/>
                </a:lnTo>
                <a:lnTo>
                  <a:pt x="42396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4" name="Figure S1 (a–d) plot object 3">
            <a:extLst>
              <a:ext uri="{FF2B5EF4-FFF2-40B4-BE49-F238E27FC236}">
                <ns2:creationId id="{39A11DD8-E12B-407C-B72E-9EB67DEE6C29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5" name="Figure S1 (a–d) plot object 4">
            <a:extLst>
              <a:ext uri="{FF2B5EF4-FFF2-40B4-BE49-F238E27FC236}">
                <ns2:creationId id="{CF163251-D2F4-44A6-8903-A0C9595AA90C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1256538" cy="103006"/>
          </a:xfrm>
          <a:custGeom>
            <a:pathLst>
              <a:path w="1256538" h="103006">
                <a:moveTo>
                  <a:pt x="0" y="103006"/>
                </a:moveTo>
                <a:lnTo>
                  <a:pt x="1256538" y="103006"/>
                </a:lnTo>
                <a:lnTo>
                  <a:pt x="125653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6" name="Figure S1 (a–d) plot object 5">
            <a:extLst>
              <a:ext uri="{FF2B5EF4-FFF2-40B4-BE49-F238E27FC236}">
                <ns2:creationId id="{196748BB-86A0-427B-800C-892D4F6AFEEF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" name="Figure S1 (a–d) plot object 6">
            <a:extLst>
              <a:ext uri="{FF2B5EF4-FFF2-40B4-BE49-F238E27FC236}">
                <ns2:creationId id="{B1DEFDBA-F9AA-414D-BC59-4AF0CE1ED4DC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1183346" cy="103006"/>
          </a:xfrm>
          <a:custGeom>
            <a:pathLst>
              <a:path w="1183346" h="103006">
                <a:moveTo>
                  <a:pt x="0" y="103006"/>
                </a:moveTo>
                <a:lnTo>
                  <a:pt x="1183346" y="103006"/>
                </a:lnTo>
                <a:lnTo>
                  <a:pt x="118334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" name="Figure S1 (a–d) plot object 7">
            <a:extLst>
              <a:ext uri="{FF2B5EF4-FFF2-40B4-BE49-F238E27FC236}">
                <ns2:creationId id="{E5C8971F-E778-48E1-893B-93C503D823BA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" name="Figure S1 (a–d) plot object 8">
            <a:extLst>
              <a:ext uri="{FF2B5EF4-FFF2-40B4-BE49-F238E27FC236}">
                <ns2:creationId id="{5C3B54A7-E752-44A1-8ECE-7C4CD5A4E6A8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1313219" cy="103006"/>
          </a:xfrm>
          <a:custGeom>
            <a:pathLst>
              <a:path w="1313219" h="103006">
                <a:moveTo>
                  <a:pt x="0" y="103006"/>
                </a:moveTo>
                <a:lnTo>
                  <a:pt x="1313219" y="103006"/>
                </a:lnTo>
                <a:lnTo>
                  <a:pt x="131321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" name="Figure S1 (a–d) plot object 9">
            <a:extLst>
              <a:ext uri="{FF2B5EF4-FFF2-40B4-BE49-F238E27FC236}">
                <ns2:creationId id="{B68063CC-0C25-4613-9123-8FA961C5BBCC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1" name="Figure S1 (a–d) plot object 10">
            <a:extLst>
              <a:ext uri="{FF2B5EF4-FFF2-40B4-BE49-F238E27FC236}">
                <ns2:creationId id="{CD749E25-A8FD-4D68-9A8D-52445BBC318A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344186" cy="103006"/>
          </a:xfrm>
          <a:custGeom>
            <a:pathLst>
              <a:path w="344186" h="103006">
                <a:moveTo>
                  <a:pt x="0" y="103006"/>
                </a:moveTo>
                <a:lnTo>
                  <a:pt x="344186" y="103006"/>
                </a:lnTo>
                <a:lnTo>
                  <a:pt x="34418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2" name="Figure S1 (a–d) plot object 11">
            <a:extLst>
              <a:ext uri="{FF2B5EF4-FFF2-40B4-BE49-F238E27FC236}">
                <ns2:creationId id="{4FF3A182-3DD9-4864-9443-D349613EC51A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3" name="Figure S1 (a–d) plot object 12">
            <a:extLst>
              <a:ext uri="{FF2B5EF4-FFF2-40B4-BE49-F238E27FC236}">
                <ns2:creationId id="{7E509BA3-9402-4459-9C21-89DBCB57E336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603404" cy="103006"/>
          </a:xfrm>
          <a:custGeom>
            <a:pathLst>
              <a:path w="603404" h="103006">
                <a:moveTo>
                  <a:pt x="0" y="103006"/>
                </a:moveTo>
                <a:lnTo>
                  <a:pt x="603404" y="103006"/>
                </a:lnTo>
                <a:lnTo>
                  <a:pt x="603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" name="Figure S1 (a–d) plot object 13">
            <a:extLst>
              <a:ext uri="{FF2B5EF4-FFF2-40B4-BE49-F238E27FC236}">
                <ns2:creationId id="{B909CC7A-5A1B-4E5B-9086-1F6EC45254D4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" name="Figure S1 (a–d) plot object 14">
            <a:extLst>
              <a:ext uri="{FF2B5EF4-FFF2-40B4-BE49-F238E27FC236}">
                <ns2:creationId id="{22FB11FC-D2C6-4323-A4D8-277308F054F1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311601" cy="103006"/>
          </a:xfrm>
          <a:custGeom>
            <a:pathLst>
              <a:path w="311601" h="103006">
                <a:moveTo>
                  <a:pt x="0" y="103006"/>
                </a:moveTo>
                <a:lnTo>
                  <a:pt x="311601" y="103006"/>
                </a:lnTo>
                <a:lnTo>
                  <a:pt x="31160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" name="Figure S1 (a–d) plot object 15">
            <a:extLst>
              <a:ext uri="{FF2B5EF4-FFF2-40B4-BE49-F238E27FC236}">
                <ns2:creationId id="{5978489E-70AF-4673-8B7E-BAF20CC8E352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" name="Figure S1 (a–d) plot object 16">
            <a:extLst>
              <a:ext uri="{FF2B5EF4-FFF2-40B4-BE49-F238E27FC236}">
                <ns2:creationId id="{26038B34-609D-4227-98F1-718BAF08281E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1176854" cy="103006"/>
          </a:xfrm>
          <a:custGeom>
            <a:pathLst>
              <a:path w="1176854" h="103006">
                <a:moveTo>
                  <a:pt x="0" y="103006"/>
                </a:moveTo>
                <a:lnTo>
                  <a:pt x="1176854" y="103006"/>
                </a:lnTo>
                <a:lnTo>
                  <a:pt x="11768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8" name="Figure S1 (a–d) plot object 17">
            <a:extLst>
              <a:ext uri="{FF2B5EF4-FFF2-40B4-BE49-F238E27FC236}">
                <ns2:creationId id="{56CBE596-2309-43C5-88DA-8714DB7E8132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9" name="Figure S1 (a–d) plot object 18">
            <a:extLst>
              <a:ext uri="{FF2B5EF4-FFF2-40B4-BE49-F238E27FC236}">
                <ns2:creationId id="{983D28EC-B277-41E8-9321-DFF539CB2595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288284" cy="103006"/>
          </a:xfrm>
          <a:custGeom>
            <a:pathLst>
              <a:path w="288284" h="103006">
                <a:moveTo>
                  <a:pt x="0" y="103006"/>
                </a:moveTo>
                <a:lnTo>
                  <a:pt x="288284" y="103006"/>
                </a:lnTo>
                <a:lnTo>
                  <a:pt x="28828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0" name="Figure S1 (a–d) plot object 19">
            <a:extLst>
              <a:ext uri="{FF2B5EF4-FFF2-40B4-BE49-F238E27FC236}">
                <ns2:creationId id="{E738F37D-9C2B-4918-B58C-71929FA181E0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" name="Figure S1 (a–d) plot object 20">
            <a:extLst>
              <a:ext uri="{FF2B5EF4-FFF2-40B4-BE49-F238E27FC236}">
                <ns2:creationId id="{FBED8A21-9BEF-4FDD-948E-A40548476113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1244900" cy="103006"/>
          </a:xfrm>
          <a:custGeom>
            <a:pathLst>
              <a:path w="1244900" h="103006">
                <a:moveTo>
                  <a:pt x="0" y="103006"/>
                </a:moveTo>
                <a:lnTo>
                  <a:pt x="1244900" y="103006"/>
                </a:lnTo>
                <a:lnTo>
                  <a:pt x="1244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" name="Figure S1 (a–d) plot object 21">
            <a:extLst>
              <a:ext uri="{FF2B5EF4-FFF2-40B4-BE49-F238E27FC236}">
                <ns2:creationId id="{0AD2C157-6556-479B-A4C4-517D61AE6A30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" name="Figure S1 (a–d) plot object 22">
            <a:extLst>
              <a:ext uri="{FF2B5EF4-FFF2-40B4-BE49-F238E27FC236}">
                <ns2:creationId id="{23050C8A-FF3E-4E1E-8F18-C0A575861A5F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1273443" cy="103006"/>
          </a:xfrm>
          <a:custGeom>
            <a:pathLst>
              <a:path w="1273443" h="103006">
                <a:moveTo>
                  <a:pt x="0" y="103006"/>
                </a:moveTo>
                <a:lnTo>
                  <a:pt x="1273443" y="103006"/>
                </a:lnTo>
                <a:lnTo>
                  <a:pt x="127344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" name="Figure S1 (a–d) plot object 23">
            <a:extLst>
              <a:ext uri="{FF2B5EF4-FFF2-40B4-BE49-F238E27FC236}">
                <ns2:creationId id="{8CE816DF-6C83-4FCE-81B4-175554C338E0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5" name="Figure S1 (a–d) plot object 24">
            <a:extLst>
              <a:ext uri="{FF2B5EF4-FFF2-40B4-BE49-F238E27FC236}">
                <ns2:creationId id="{A85AE8AA-2010-44FD-917E-6D6CF79B2579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793419" cy="103006"/>
          </a:xfrm>
          <a:custGeom>
            <a:pathLst>
              <a:path w="793419" h="103006">
                <a:moveTo>
                  <a:pt x="0" y="103006"/>
                </a:moveTo>
                <a:lnTo>
                  <a:pt x="793419" y="103006"/>
                </a:lnTo>
                <a:lnTo>
                  <a:pt x="79341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6" name="Figure S1 (a–d) plot object 25">
            <a:extLst>
              <a:ext uri="{FF2B5EF4-FFF2-40B4-BE49-F238E27FC236}">
                <ns2:creationId id="{3C0CA926-E7F2-415F-8FBE-50ED921797D8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7" name="Figure S1 (a–d) plot object 26">
            <a:extLst>
              <a:ext uri="{FF2B5EF4-FFF2-40B4-BE49-F238E27FC236}">
                <ns2:creationId id="{7C13E26D-249D-465A-84A4-0A7A40E25E18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1390781" cy="103006"/>
          </a:xfrm>
          <a:custGeom>
            <a:pathLst>
              <a:path w="1390781" h="103006">
                <a:moveTo>
                  <a:pt x="0" y="103006"/>
                </a:moveTo>
                <a:lnTo>
                  <a:pt x="1390781" y="103006"/>
                </a:lnTo>
                <a:lnTo>
                  <a:pt x="139078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8" name="Figure S1 (a–d) plot object 27">
            <a:extLst>
              <a:ext uri="{FF2B5EF4-FFF2-40B4-BE49-F238E27FC236}">
                <ns2:creationId id="{A1B2A1BB-DB65-47A6-9261-81B5DC0ED082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9" name="Figure S1 (a–d) plot object 28">
            <a:extLst>
              <a:ext uri="{FF2B5EF4-FFF2-40B4-BE49-F238E27FC236}">
                <ns2:creationId id="{594E7610-F7C7-4DC2-9A5D-E4028100BCBB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599787" cy="103006"/>
          </a:xfrm>
          <a:custGeom>
            <a:pathLst>
              <a:path w="599787" h="103006">
                <a:moveTo>
                  <a:pt x="0" y="103006"/>
                </a:moveTo>
                <a:lnTo>
                  <a:pt x="599787" y="103006"/>
                </a:lnTo>
                <a:lnTo>
                  <a:pt x="59978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0" name="Figure S1 (a–d) plot object 29">
            <a:extLst>
              <a:ext uri="{FF2B5EF4-FFF2-40B4-BE49-F238E27FC236}">
                <ns2:creationId id="{CE54F4A0-E469-48F0-92EA-94DAE4954A36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1" name="Figure S1 (a–d) plot object 30">
            <a:extLst>
              <a:ext uri="{FF2B5EF4-FFF2-40B4-BE49-F238E27FC236}">
                <ns2:creationId id="{471BFF51-392E-411C-9469-49AE731B2B45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298527" cy="103006"/>
          </a:xfrm>
          <a:custGeom>
            <a:pathLst>
              <a:path w="298527" h="103006">
                <a:moveTo>
                  <a:pt x="0" y="103006"/>
                </a:moveTo>
                <a:lnTo>
                  <a:pt x="298527" y="103006"/>
                </a:lnTo>
                <a:lnTo>
                  <a:pt x="29852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2" name="Figure S1 (a–d) plot object 31">
            <a:extLst>
              <a:ext uri="{FF2B5EF4-FFF2-40B4-BE49-F238E27FC236}">
                <ns2:creationId id="{4C49C550-4EAE-4CEF-8829-4E65ED304423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3" name="Figure S1 (a–d) plot object 32">
            <a:extLst>
              <a:ext uri="{FF2B5EF4-FFF2-40B4-BE49-F238E27FC236}">
                <ns2:creationId id="{154CB4B2-8D3B-4189-AC08-B4F5F1CDDF80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936892" cy="103006"/>
          </a:xfrm>
          <a:custGeom>
            <a:pathLst>
              <a:path w="936892" h="103006">
                <a:moveTo>
                  <a:pt x="0" y="103006"/>
                </a:moveTo>
                <a:lnTo>
                  <a:pt x="936892" y="103006"/>
                </a:lnTo>
                <a:lnTo>
                  <a:pt x="93689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34" name="Figure S1 (a–d) plot object 33">
            <a:extLst>
              <a:ext uri="{FF2B5EF4-FFF2-40B4-BE49-F238E27FC236}">
                <ns2:creationId id="{920CD53E-7812-43A1-A3EC-43148AB01D4D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5" name="Figure S1 (a–d) plot object 34">
            <a:extLst>
              <a:ext uri="{FF2B5EF4-FFF2-40B4-BE49-F238E27FC236}">
                <ns2:creationId id="{4BDF258A-5331-45E6-91BF-BA7BCB9DB43A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930162" cy="103006"/>
          </a:xfrm>
          <a:custGeom>
            <a:pathLst>
              <a:path w="930162" h="103006">
                <a:moveTo>
                  <a:pt x="0" y="103006"/>
                </a:moveTo>
                <a:lnTo>
                  <a:pt x="930162" y="103006"/>
                </a:lnTo>
                <a:lnTo>
                  <a:pt x="93016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6" name="Figure S1 (a–d) plot object 35">
            <a:extLst>
              <a:ext uri="{FF2B5EF4-FFF2-40B4-BE49-F238E27FC236}">
                <ns2:creationId id="{E0AC37B5-4309-4512-8EF7-35B80BB0DDB8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7" name="Figure S1 (a–d) plot object 36">
            <a:extLst>
              <a:ext uri="{FF2B5EF4-FFF2-40B4-BE49-F238E27FC236}">
                <ns2:creationId id="{0DC8EF75-50D4-4312-8A6F-EC1EEEE81F8A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633396" cy="103006"/>
          </a:xfrm>
          <a:custGeom>
            <a:pathLst>
              <a:path w="633396" h="103006">
                <a:moveTo>
                  <a:pt x="0" y="103006"/>
                </a:moveTo>
                <a:lnTo>
                  <a:pt x="633396" y="103006"/>
                </a:lnTo>
                <a:lnTo>
                  <a:pt x="63339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8" name="Figure S1 (a–d) plot object 37">
            <a:extLst>
              <a:ext uri="{FF2B5EF4-FFF2-40B4-BE49-F238E27FC236}">
                <ns2:creationId id="{628C431F-32EF-472C-8BDA-F30531BFEAA6}"/>
              </a:ext>
            </a:extLst>
          </p:cNvPr>
          <p:cNvSpPr>
            <a:spLocks noGrp="1"/>
          </p:cNvSpPr>
          <p:nvPr/>
        </p:nvSpPr>
        <p:spPr>
          <a:xfrm>
            <a:off x="4155177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39" name="Figure S1 (a–d) plot object 38">
            <a:extLst>
              <a:ext uri="{FF2B5EF4-FFF2-40B4-BE49-F238E27FC236}">
                <ns2:creationId id="{1F926423-C56E-4443-AD07-504FADC1D7D2}"/>
              </a:ext>
            </a:extLst>
          </p:cNvPr>
          <p:cNvSpPr>
            <a:spLocks noGrp="1"/>
          </p:cNvSpPr>
          <p:nvPr/>
        </p:nvSpPr>
        <p:spPr>
          <a:xfrm>
            <a:off x="6534136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40" name="Figure S1 (a–d) plot object 39">
            <a:extLst>
              <a:ext uri="{FF2B5EF4-FFF2-40B4-BE49-F238E27FC236}">
                <ns2:creationId id="{F11B902E-2C59-4196-B78F-DEE62674978B}"/>
              </a:ext>
            </a:extLst>
          </p:cNvPr>
          <p:cNvSpPr>
            <a:spLocks noGrp="1"/>
          </p:cNvSpPr>
          <p:nvPr/>
        </p:nvSpPr>
        <p:spPr>
          <a:xfrm>
            <a:off x="8913095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41" name="Figure S1 (a–d) plot object 40">
            <a:extLst>
              <a:ext uri="{FF2B5EF4-FFF2-40B4-BE49-F238E27FC236}">
                <ns2:creationId id="{8EC472E3-8CD1-4494-8933-17A55419B314}"/>
              </a:ext>
            </a:extLst>
          </p:cNvPr>
          <p:cNvSpPr>
            <a:spLocks noGrp="1"/>
          </p:cNvSpPr>
          <p:nvPr/>
        </p:nvSpPr>
        <p:spPr>
          <a:xfrm>
            <a:off x="2880735" y="247757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42" name="a">
            <a:extLst>
              <a:ext uri="{FF2B5EF4-FFF2-40B4-BE49-F238E27FC236}">
                <ns2:creationId id="{9818854D-A427-4785-A139-89B5BC095E81}"/>
              </a:ext>
            </a:extLst>
          </p:cNvPr>
          <p:cNvSpPr>
            <a:spLocks noGrp="1"/>
          </p:cNvSpPr>
          <p:nvPr/>
        </p:nvSpPr>
        <p:spPr>
          <a:xfrm rot="0">
            <a:off x="2880735" y="526229"/>
            <a:ext cx="22562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43" name="Electrochemistry / discovery / 12">
            <a:extLst>
              <a:ext uri="{FF2B5EF4-FFF2-40B4-BE49-F238E27FC236}">
                <ns2:creationId id="{5A240657-10AB-4F41-8EFB-188655CD1461}"/>
              </a:ext>
            </a:extLst>
          </p:cNvPr>
          <p:cNvSpPr>
            <a:spLocks noGrp="1"/>
          </p:cNvSpPr>
          <p:nvPr/>
        </p:nvSpPr>
        <p:spPr>
          <a:xfrm rot="0">
            <a:off x="3305549" y="559217"/>
            <a:ext cx="31959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Electrochemistry / discovery / 12</a:t>
            </a:r>
          </a:p>
        </p:txBody>
      </p:sp>
      <p:sp>
        <p:nvSpPr>
          <p:cNvPr id="44" name="Score MAE  0-0.31">
            <a:extLst>
              <a:ext uri="{FF2B5EF4-FFF2-40B4-BE49-F238E27FC236}">
                <ns2:creationId id="{6BA8D5B0-0DC0-4CB1-BD8A-F462004BD3D7}"/>
              </a:ext>
            </a:extLst>
          </p:cNvPr>
          <p:cNvSpPr>
            <a:spLocks noGrp="1"/>
          </p:cNvSpPr>
          <p:nvPr/>
        </p:nvSpPr>
        <p:spPr>
          <a:xfrm rot="0">
            <a:off x="9996314" y="573364"/>
            <a:ext cx="1282263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Score MAE  0-0.31</a:t>
            </a:r>
          </a:p>
        </p:txBody>
      </p:sp>
      <p:sp>
        <p:nvSpPr>
          <p:cNvPr id="45" name="Opaque">
            <a:extLst>
              <a:ext uri="{FF2B5EF4-FFF2-40B4-BE49-F238E27FC236}">
                <ns2:creationId id="{85D9B134-8007-43A9-B658-FBC5F617A723}"/>
              </a:ext>
            </a:extLst>
          </p:cNvPr>
          <p:cNvSpPr>
            <a:spLocks noGrp="1"/>
          </p:cNvSpPr>
          <p:nvPr/>
        </p:nvSpPr>
        <p:spPr>
          <a:xfrm rot="0">
            <a:off x="4155177" y="886868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6" name="Aligned">
            <a:extLst>
              <a:ext uri="{FF2B5EF4-FFF2-40B4-BE49-F238E27FC236}">
                <ns2:creationId id="{0AFD68F3-2794-410A-8CAB-C1846B034033}"/>
              </a:ext>
            </a:extLst>
          </p:cNvPr>
          <p:cNvSpPr>
            <a:spLocks noGrp="1"/>
          </p:cNvSpPr>
          <p:nvPr/>
        </p:nvSpPr>
        <p:spPr>
          <a:xfrm rot="0">
            <a:off x="6534136" y="884991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7" name="MisIndexed">
            <a:extLst>
              <a:ext uri="{FF2B5EF4-FFF2-40B4-BE49-F238E27FC236}">
                <ns2:creationId id="{8AC2FD42-5155-4CF1-AB92-428643227F8D}"/>
              </a:ext>
            </a:extLst>
          </p:cNvPr>
          <p:cNvSpPr>
            <a:spLocks noGrp="1"/>
          </p:cNvSpPr>
          <p:nvPr/>
        </p:nvSpPr>
        <p:spPr>
          <a:xfrm rot="0">
            <a:off x="8913095" y="885964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48" name="W01">
            <a:extLst>
              <a:ext uri="{FF2B5EF4-FFF2-40B4-BE49-F238E27FC236}">
                <ns2:creationId id="{0277A7C3-AC5C-4537-8808-A31283D46725}"/>
              </a:ext>
            </a:extLst>
          </p:cNvPr>
          <p:cNvSpPr>
            <a:spLocks noGrp="1"/>
          </p:cNvSpPr>
          <p:nvPr/>
        </p:nvSpPr>
        <p:spPr>
          <a:xfrm rot="0">
            <a:off x="2965698" y="1200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49" name="0.0884">
            <a:extLst>
              <a:ext uri="{FF2B5EF4-FFF2-40B4-BE49-F238E27FC236}">
                <ns2:creationId id="{52E24692-75EA-42AB-B46B-476CEEF415F0}"/>
              </a:ext>
            </a:extLst>
          </p:cNvPr>
          <p:cNvSpPr>
            <a:spLocks noGrp="1"/>
          </p:cNvSpPr>
          <p:nvPr/>
        </p:nvSpPr>
        <p:spPr>
          <a:xfrm rot="0">
            <a:off x="5693004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0.0884</a:t>
            </a:r>
          </a:p>
        </p:txBody>
      </p:sp>
      <p:sp>
        <p:nvSpPr>
          <p:cNvPr id="50" name="0.2620">
            <a:extLst>
              <a:ext uri="{FF2B5EF4-FFF2-40B4-BE49-F238E27FC236}">
                <ns2:creationId id="{52DAF926-D3F1-4E3C-8706-F39A862067A6}"/>
              </a:ext>
            </a:extLst>
          </p:cNvPr>
          <p:cNvSpPr>
            <a:spLocks noGrp="1"/>
          </p:cNvSpPr>
          <p:nvPr/>
        </p:nvSpPr>
        <p:spPr>
          <a:xfrm rot="0">
            <a:off x="8071963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0.2620</a:t>
            </a:r>
          </a:p>
        </p:txBody>
      </p:sp>
      <p:sp>
        <p:nvSpPr>
          <p:cNvPr id="51" name="0.2467">
            <a:extLst>
              <a:ext uri="{FF2B5EF4-FFF2-40B4-BE49-F238E27FC236}">
                <ns2:creationId id="{2A89EB69-6B25-4BD7-9BD8-BD942F00AB74}"/>
              </a:ext>
            </a:extLst>
          </p:cNvPr>
          <p:cNvSpPr>
            <a:spLocks noGrp="1"/>
          </p:cNvSpPr>
          <p:nvPr/>
        </p:nvSpPr>
        <p:spPr>
          <a:xfrm rot="0">
            <a:off x="10450921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0.2467</a:t>
            </a:r>
          </a:p>
        </p:txBody>
      </p:sp>
      <p:sp>
        <p:nvSpPr>
          <p:cNvPr id="52" name="W02">
            <a:extLst>
              <a:ext uri="{FF2B5EF4-FFF2-40B4-BE49-F238E27FC236}">
                <ns2:creationId id="{FBF1ED4B-327E-4F9F-A1FB-11499F05E60A}"/>
              </a:ext>
            </a:extLst>
          </p:cNvPr>
          <p:cNvSpPr>
            <a:spLocks noGrp="1"/>
          </p:cNvSpPr>
          <p:nvPr/>
        </p:nvSpPr>
        <p:spPr>
          <a:xfrm rot="0">
            <a:off x="2965698" y="145823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53" name="0.2738">
            <a:extLst>
              <a:ext uri="{FF2B5EF4-FFF2-40B4-BE49-F238E27FC236}">
                <ns2:creationId id="{EE06984B-8AD6-4442-A42B-2138260C264F}"/>
              </a:ext>
            </a:extLst>
          </p:cNvPr>
          <p:cNvSpPr>
            <a:spLocks noGrp="1"/>
          </p:cNvSpPr>
          <p:nvPr/>
        </p:nvSpPr>
        <p:spPr>
          <a:xfrm rot="0">
            <a:off x="5693004" y="146710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0.2738</a:t>
            </a:r>
          </a:p>
        </p:txBody>
      </p:sp>
      <p:sp>
        <p:nvSpPr>
          <p:cNvPr id="54" name="0.0718">
            <a:extLst>
              <a:ext uri="{FF2B5EF4-FFF2-40B4-BE49-F238E27FC236}">
                <ns2:creationId id="{0F2BA04E-C810-4E6B-9844-BA52395046F1}"/>
              </a:ext>
            </a:extLst>
          </p:cNvPr>
          <p:cNvSpPr>
            <a:spLocks noGrp="1"/>
          </p:cNvSpPr>
          <p:nvPr/>
        </p:nvSpPr>
        <p:spPr>
          <a:xfrm rot="0">
            <a:off x="8071963" y="146710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0.0718</a:t>
            </a:r>
          </a:p>
        </p:txBody>
      </p:sp>
      <p:sp>
        <p:nvSpPr>
          <p:cNvPr id="55" name="0.1258">
            <a:extLst>
              <a:ext uri="{FF2B5EF4-FFF2-40B4-BE49-F238E27FC236}">
                <ns2:creationId id="{F5FF3B0F-64FB-4432-924D-1EC9BDE49473}"/>
              </a:ext>
            </a:extLst>
          </p:cNvPr>
          <p:cNvSpPr>
            <a:spLocks noGrp="1"/>
          </p:cNvSpPr>
          <p:nvPr/>
        </p:nvSpPr>
        <p:spPr>
          <a:xfrm rot="0">
            <a:off x="10450921" y="146710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0.1258</a:t>
            </a:r>
          </a:p>
        </p:txBody>
      </p:sp>
      <p:sp>
        <p:nvSpPr>
          <p:cNvPr id="56" name="W03">
            <a:extLst>
              <a:ext uri="{FF2B5EF4-FFF2-40B4-BE49-F238E27FC236}">
                <ns2:creationId id="{E18401CD-229C-400C-BB3A-28B446630493}"/>
              </a:ext>
            </a:extLst>
          </p:cNvPr>
          <p:cNvSpPr>
            <a:spLocks noGrp="1"/>
          </p:cNvSpPr>
          <p:nvPr/>
        </p:nvSpPr>
        <p:spPr>
          <a:xfrm rot="0">
            <a:off x="2965698" y="171575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57" name="0.0650">
            <a:extLst>
              <a:ext uri="{FF2B5EF4-FFF2-40B4-BE49-F238E27FC236}">
                <ns2:creationId id="{5D58C02E-015C-4EA1-A8A3-786A17EC22DC}"/>
              </a:ext>
            </a:extLst>
          </p:cNvPr>
          <p:cNvSpPr>
            <a:spLocks noGrp="1"/>
          </p:cNvSpPr>
          <p:nvPr/>
        </p:nvSpPr>
        <p:spPr>
          <a:xfrm rot="0">
            <a:off x="5693004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0.0650</a:t>
            </a:r>
          </a:p>
        </p:txBody>
      </p:sp>
      <p:sp>
        <p:nvSpPr>
          <p:cNvPr id="58" name="0.2454">
            <a:extLst>
              <a:ext uri="{FF2B5EF4-FFF2-40B4-BE49-F238E27FC236}">
                <ns2:creationId id="{881AC8F1-D0BB-4245-B8CB-17B5F90C194D}"/>
              </a:ext>
            </a:extLst>
          </p:cNvPr>
          <p:cNvSpPr>
            <a:spLocks noGrp="1"/>
          </p:cNvSpPr>
          <p:nvPr/>
        </p:nvSpPr>
        <p:spPr>
          <a:xfrm rot="0">
            <a:off x="8071963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0.2454</a:t>
            </a:r>
          </a:p>
        </p:txBody>
      </p:sp>
      <p:sp>
        <p:nvSpPr>
          <p:cNvPr id="59" name="0.0601">
            <a:extLst>
              <a:ext uri="{FF2B5EF4-FFF2-40B4-BE49-F238E27FC236}">
                <ns2:creationId id="{1D934A01-96FC-4E6B-B75B-79F677080DDE}"/>
              </a:ext>
            </a:extLst>
          </p:cNvPr>
          <p:cNvSpPr>
            <a:spLocks noGrp="1"/>
          </p:cNvSpPr>
          <p:nvPr/>
        </p:nvSpPr>
        <p:spPr>
          <a:xfrm rot="0">
            <a:off x="10450921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0.0601</a:t>
            </a:r>
          </a:p>
        </p:txBody>
      </p:sp>
      <p:sp>
        <p:nvSpPr>
          <p:cNvPr id="60" name="W04">
            <a:extLst>
              <a:ext uri="{FF2B5EF4-FFF2-40B4-BE49-F238E27FC236}">
                <ns2:creationId id="{391A609A-9189-4CBA-8C90-401400980CC8}"/>
              </a:ext>
            </a:extLst>
          </p:cNvPr>
          <p:cNvSpPr>
            <a:spLocks noGrp="1"/>
          </p:cNvSpPr>
          <p:nvPr/>
        </p:nvSpPr>
        <p:spPr>
          <a:xfrm rot="0">
            <a:off x="2965698" y="1973267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61" name="0.2596">
            <a:extLst>
              <a:ext uri="{FF2B5EF4-FFF2-40B4-BE49-F238E27FC236}">
                <ns2:creationId id="{0AFACE98-1682-4D6C-A104-C87892B6B11B}"/>
              </a:ext>
            </a:extLst>
          </p:cNvPr>
          <p:cNvSpPr>
            <a:spLocks noGrp="1"/>
          </p:cNvSpPr>
          <p:nvPr/>
        </p:nvSpPr>
        <p:spPr>
          <a:xfrm rot="0">
            <a:off x="5693004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0.2596</a:t>
            </a:r>
          </a:p>
        </p:txBody>
      </p:sp>
      <p:sp>
        <p:nvSpPr>
          <p:cNvPr id="62" name="0.2655">
            <a:extLst>
              <a:ext uri="{FF2B5EF4-FFF2-40B4-BE49-F238E27FC236}">
                <ns2:creationId id="{A5198B44-952B-40E8-93E1-99E627D203DB}"/>
              </a:ext>
            </a:extLst>
          </p:cNvPr>
          <p:cNvSpPr>
            <a:spLocks noGrp="1"/>
          </p:cNvSpPr>
          <p:nvPr/>
        </p:nvSpPr>
        <p:spPr>
          <a:xfrm rot="0">
            <a:off x="8071963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0.2655</a:t>
            </a:r>
          </a:p>
        </p:txBody>
      </p:sp>
      <p:sp>
        <p:nvSpPr>
          <p:cNvPr id="63" name="0.1654">
            <a:extLst>
              <a:ext uri="{FF2B5EF4-FFF2-40B4-BE49-F238E27FC236}">
                <ns2:creationId id="{3E18355C-AF6F-4C2F-A38E-0CD983B25058}"/>
              </a:ext>
            </a:extLst>
          </p:cNvPr>
          <p:cNvSpPr>
            <a:spLocks noGrp="1"/>
          </p:cNvSpPr>
          <p:nvPr/>
        </p:nvSpPr>
        <p:spPr>
          <a:xfrm rot="0">
            <a:off x="10450921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0.1654</a:t>
            </a:r>
          </a:p>
        </p:txBody>
      </p:sp>
      <p:sp>
        <p:nvSpPr>
          <p:cNvPr id="64" name="W05">
            <a:extLst>
              <a:ext uri="{FF2B5EF4-FFF2-40B4-BE49-F238E27FC236}">
                <ns2:creationId id="{31878350-2DF3-43D3-8ED9-3F084FA89DB0}"/>
              </a:ext>
            </a:extLst>
          </p:cNvPr>
          <p:cNvSpPr>
            <a:spLocks noGrp="1"/>
          </p:cNvSpPr>
          <p:nvPr/>
        </p:nvSpPr>
        <p:spPr>
          <a:xfrm rot="0">
            <a:off x="2965698" y="2230783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65" name="0.2900">
            <a:extLst>
              <a:ext uri="{FF2B5EF4-FFF2-40B4-BE49-F238E27FC236}">
                <ns2:creationId id="{A1C69FA8-5B41-4476-B220-E7162FC55F0D}"/>
              </a:ext>
            </a:extLst>
          </p:cNvPr>
          <p:cNvSpPr>
            <a:spLocks noGrp="1"/>
          </p:cNvSpPr>
          <p:nvPr/>
        </p:nvSpPr>
        <p:spPr>
          <a:xfrm rot="0">
            <a:off x="5693004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0.2900</a:t>
            </a:r>
          </a:p>
        </p:txBody>
      </p:sp>
      <p:sp>
        <p:nvSpPr>
          <p:cNvPr id="66" name="0.1251">
            <a:extLst>
              <a:ext uri="{FF2B5EF4-FFF2-40B4-BE49-F238E27FC236}">
                <ns2:creationId id="{18131D2D-A0F3-4B8B-B092-D54E4FA8ADA6}"/>
              </a:ext>
            </a:extLst>
          </p:cNvPr>
          <p:cNvSpPr>
            <a:spLocks noGrp="1"/>
          </p:cNvSpPr>
          <p:nvPr/>
        </p:nvSpPr>
        <p:spPr>
          <a:xfrm rot="0">
            <a:off x="8071963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0.1251</a:t>
            </a:r>
          </a:p>
        </p:txBody>
      </p:sp>
      <p:sp>
        <p:nvSpPr>
          <p:cNvPr id="67" name="0.0622">
            <a:extLst>
              <a:ext uri="{FF2B5EF4-FFF2-40B4-BE49-F238E27FC236}">
                <ns2:creationId id="{00AD1FD6-A337-4B83-8E82-B0AEE36CFFC1}"/>
              </a:ext>
            </a:extLst>
          </p:cNvPr>
          <p:cNvSpPr>
            <a:spLocks noGrp="1"/>
          </p:cNvSpPr>
          <p:nvPr/>
        </p:nvSpPr>
        <p:spPr>
          <a:xfrm rot="0">
            <a:off x="10450921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0.0622</a:t>
            </a:r>
          </a:p>
        </p:txBody>
      </p:sp>
      <p:sp>
        <p:nvSpPr>
          <p:cNvPr id="68" name="Mean">
            <a:extLst>
              <a:ext uri="{FF2B5EF4-FFF2-40B4-BE49-F238E27FC236}">
                <ns2:creationId id="{881FB456-5544-484F-9DC3-AF7688DDCCFD}"/>
              </a:ext>
            </a:extLst>
          </p:cNvPr>
          <p:cNvSpPr>
            <a:spLocks noGrp="1"/>
          </p:cNvSpPr>
          <p:nvPr/>
        </p:nvSpPr>
        <p:spPr>
          <a:xfrm rot="0">
            <a:off x="2965698" y="2570341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69" name="0.1953">
            <a:extLst>
              <a:ext uri="{FF2B5EF4-FFF2-40B4-BE49-F238E27FC236}">
                <ns2:creationId id="{3C7AF223-FDC1-4A8F-8B51-D185DED529FC}"/>
              </a:ext>
            </a:extLst>
          </p:cNvPr>
          <p:cNvSpPr>
            <a:spLocks noGrp="1"/>
          </p:cNvSpPr>
          <p:nvPr/>
        </p:nvSpPr>
        <p:spPr>
          <a:xfrm rot="0">
            <a:off x="5693004" y="257919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0.1953</a:t>
            </a:r>
          </a:p>
        </p:txBody>
      </p:sp>
      <p:sp>
        <p:nvSpPr>
          <p:cNvPr id="70" name="0.1939">
            <a:extLst>
              <a:ext uri="{FF2B5EF4-FFF2-40B4-BE49-F238E27FC236}">
                <ns2:creationId id="{BCAC0F6A-456D-4D97-899C-84900BC74DC5}"/>
              </a:ext>
            </a:extLst>
          </p:cNvPr>
          <p:cNvSpPr>
            <a:spLocks noGrp="1"/>
          </p:cNvSpPr>
          <p:nvPr/>
        </p:nvSpPr>
        <p:spPr>
          <a:xfrm rot="0">
            <a:off x="8071963" y="2579198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0.1939</a:t>
            </a:r>
          </a:p>
        </p:txBody>
      </p:sp>
      <p:sp>
        <p:nvSpPr>
          <p:cNvPr id="71" name="0.1321">
            <a:extLst>
              <a:ext uri="{FF2B5EF4-FFF2-40B4-BE49-F238E27FC236}">
                <ns2:creationId id="{AB121D9B-A0F3-492F-ABDC-F2BE3FD80D00}"/>
              </a:ext>
            </a:extLst>
          </p:cNvPr>
          <p:cNvSpPr>
            <a:spLocks noGrp="1"/>
          </p:cNvSpPr>
          <p:nvPr/>
        </p:nvSpPr>
        <p:spPr>
          <a:xfrm rot="0">
            <a:off x="10450921" y="2579198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0.1321</a:t>
            </a:r>
          </a:p>
        </p:txBody>
      </p:sp>
      <p:sp>
        <p:nvSpPr>
          <p:cNvPr id="72" name="Figure S1 (a–d) plot object 71">
            <a:extLst>
              <a:ext uri="{FF2B5EF4-FFF2-40B4-BE49-F238E27FC236}">
                <ns2:creationId id="{EDF639A6-E580-4D2E-90E2-D49B1AC3C707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3" name="Figure S1 (a–d) plot object 72">
            <a:extLst>
              <a:ext uri="{FF2B5EF4-FFF2-40B4-BE49-F238E27FC236}">
                <ns2:creationId id="{362F8BBC-BCDB-4CE2-8D9E-604858F23F5D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339270" cy="103006"/>
          </a:xfrm>
          <a:custGeom>
            <a:pathLst>
              <a:path w="339270" h="103006">
                <a:moveTo>
                  <a:pt x="0" y="103006"/>
                </a:moveTo>
                <a:lnTo>
                  <a:pt x="339270" y="103006"/>
                </a:lnTo>
                <a:lnTo>
                  <a:pt x="33927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74" name="Figure S1 (a–d) plot object 73">
            <a:extLst>
              <a:ext uri="{FF2B5EF4-FFF2-40B4-BE49-F238E27FC236}">
                <ns2:creationId id="{79EA771D-A98E-46E9-9B64-5E52801A02F9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5" name="Figure S1 (a–d) plot object 74">
            <a:extLst>
              <a:ext uri="{FF2B5EF4-FFF2-40B4-BE49-F238E27FC236}">
                <ns2:creationId id="{A0EAEE48-BFEF-4F6E-9F00-F5F9121BBFDE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1114921" cy="103006"/>
          </a:xfrm>
          <a:custGeom>
            <a:pathLst>
              <a:path w="1114921" h="103006">
                <a:moveTo>
                  <a:pt x="0" y="103006"/>
                </a:moveTo>
                <a:lnTo>
                  <a:pt x="1114921" y="103006"/>
                </a:lnTo>
                <a:lnTo>
                  <a:pt x="111492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76" name="Figure S1 (a–d) plot object 75">
            <a:extLst>
              <a:ext uri="{FF2B5EF4-FFF2-40B4-BE49-F238E27FC236}">
                <ns2:creationId id="{A7129EF0-F53C-4866-B183-F5D3EFDF4D7F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7" name="Figure S1 (a–d) plot object 76">
            <a:extLst>
              <a:ext uri="{FF2B5EF4-FFF2-40B4-BE49-F238E27FC236}">
                <ns2:creationId id="{428BA95C-B01B-412E-9E48-E8447077D0AD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176324" cy="103006"/>
          </a:xfrm>
          <a:custGeom>
            <a:pathLst>
              <a:path w="176324" h="103006">
                <a:moveTo>
                  <a:pt x="0" y="103006"/>
                </a:moveTo>
                <a:lnTo>
                  <a:pt x="176324" y="103006"/>
                </a:lnTo>
                <a:lnTo>
                  <a:pt x="1763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78" name="Figure S1 (a–d) plot object 77">
            <a:extLst>
              <a:ext uri="{FF2B5EF4-FFF2-40B4-BE49-F238E27FC236}">
                <ns2:creationId id="{FC9332C0-5687-423E-8B47-8951446BAE16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9" name="Figure S1 (a–d) plot object 78">
            <a:extLst>
              <a:ext uri="{FF2B5EF4-FFF2-40B4-BE49-F238E27FC236}">
                <ns2:creationId id="{B3050F03-7922-490A-98EA-096AF4DD7F45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655123" cy="103006"/>
          </a:xfrm>
          <a:custGeom>
            <a:pathLst>
              <a:path w="655123" h="103006">
                <a:moveTo>
                  <a:pt x="0" y="103006"/>
                </a:moveTo>
                <a:lnTo>
                  <a:pt x="655123" y="103006"/>
                </a:lnTo>
                <a:lnTo>
                  <a:pt x="6551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0" name="Figure S1 (a–d) plot object 79">
            <a:extLst>
              <a:ext uri="{FF2B5EF4-FFF2-40B4-BE49-F238E27FC236}">
                <ns2:creationId id="{9AA6EC09-CABB-43A6-803C-743386466530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1" name="Figure S1 (a–d) plot object 80">
            <a:extLst>
              <a:ext uri="{FF2B5EF4-FFF2-40B4-BE49-F238E27FC236}">
                <ns2:creationId id="{13003C7E-7FB4-47D1-8CD4-3207B5BF04C7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233144" cy="103006"/>
          </a:xfrm>
          <a:custGeom>
            <a:pathLst>
              <a:path w="233144" h="103006">
                <a:moveTo>
                  <a:pt x="0" y="103006"/>
                </a:moveTo>
                <a:lnTo>
                  <a:pt x="233144" y="103006"/>
                </a:lnTo>
                <a:lnTo>
                  <a:pt x="23314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2" name="Figure S1 (a–d) plot object 81">
            <a:extLst>
              <a:ext uri="{FF2B5EF4-FFF2-40B4-BE49-F238E27FC236}">
                <ns2:creationId id="{704960E4-EF50-4B4B-9E19-AE63D1C37629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3" name="Figure S1 (a–d) plot object 82">
            <a:extLst>
              <a:ext uri="{FF2B5EF4-FFF2-40B4-BE49-F238E27FC236}">
                <ns2:creationId id="{7C3D556B-1F6C-4311-9222-1620817D304A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302485" cy="103006"/>
          </a:xfrm>
          <a:custGeom>
            <a:pathLst>
              <a:path w="302485" h="103006">
                <a:moveTo>
                  <a:pt x="0" y="103006"/>
                </a:moveTo>
                <a:lnTo>
                  <a:pt x="302485" y="103006"/>
                </a:lnTo>
                <a:lnTo>
                  <a:pt x="30248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4" name="Figure S1 (a–d) plot object 83">
            <a:extLst>
              <a:ext uri="{FF2B5EF4-FFF2-40B4-BE49-F238E27FC236}">
                <ns2:creationId id="{63B25382-20AD-4621-B3FF-7346407F98CC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5" name="Figure S1 (a–d) plot object 84">
            <a:extLst>
              <a:ext uri="{FF2B5EF4-FFF2-40B4-BE49-F238E27FC236}">
                <ns2:creationId id="{90A5D554-70AE-4F9F-8E7B-A35DD1B74CE7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827125" cy="103006"/>
          </a:xfrm>
          <a:custGeom>
            <a:pathLst>
              <a:path w="827125" h="103006">
                <a:moveTo>
                  <a:pt x="0" y="103006"/>
                </a:moveTo>
                <a:lnTo>
                  <a:pt x="827125" y="103006"/>
                </a:lnTo>
                <a:lnTo>
                  <a:pt x="82712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6" name="Figure S1 (a–d) plot object 85">
            <a:extLst>
              <a:ext uri="{FF2B5EF4-FFF2-40B4-BE49-F238E27FC236}">
                <ns2:creationId id="{B9C9D6DF-D85A-4E63-A669-F974FDC27BBF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7" name="Figure S1 (a–d) plot object 86">
            <a:extLst>
              <a:ext uri="{FF2B5EF4-FFF2-40B4-BE49-F238E27FC236}">
                <ns2:creationId id="{8D991305-EFDB-42F5-A5B1-2D25B5C7EDDB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349130" cy="103006"/>
          </a:xfrm>
          <a:custGeom>
            <a:pathLst>
              <a:path w="349130" h="103006">
                <a:moveTo>
                  <a:pt x="0" y="103006"/>
                </a:moveTo>
                <a:lnTo>
                  <a:pt x="349130" y="103006"/>
                </a:lnTo>
                <a:lnTo>
                  <a:pt x="34913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8" name="Figure S1 (a–d) plot object 87">
            <a:extLst>
              <a:ext uri="{FF2B5EF4-FFF2-40B4-BE49-F238E27FC236}">
                <ns2:creationId id="{EEAE97FE-0E19-44E2-A297-9E7FB5D254A8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9" name="Figure S1 (a–d) plot object 88">
            <a:extLst>
              <a:ext uri="{FF2B5EF4-FFF2-40B4-BE49-F238E27FC236}">
                <ns2:creationId id="{F4FA8322-571E-4038-9CD5-0ED12FB46543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362707" cy="103006"/>
          </a:xfrm>
          <a:custGeom>
            <a:pathLst>
              <a:path w="362707" h="103006">
                <a:moveTo>
                  <a:pt x="0" y="103006"/>
                </a:moveTo>
                <a:lnTo>
                  <a:pt x="362707" y="103006"/>
                </a:lnTo>
                <a:lnTo>
                  <a:pt x="36270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0" name="Figure S1 (a–d) plot object 89">
            <a:extLst>
              <a:ext uri="{FF2B5EF4-FFF2-40B4-BE49-F238E27FC236}">
                <ns2:creationId id="{281C211E-38BC-4728-8920-EE917E67E117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1" name="Figure S1 (a–d) plot object 90">
            <a:extLst>
              <a:ext uri="{FF2B5EF4-FFF2-40B4-BE49-F238E27FC236}">
                <ns2:creationId id="{D7B04734-C05A-43EA-A58D-C1B58E2081FA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519804" cy="103006"/>
          </a:xfrm>
          <a:custGeom>
            <a:pathLst>
              <a:path w="519804" h="103006">
                <a:moveTo>
                  <a:pt x="0" y="103006"/>
                </a:moveTo>
                <a:lnTo>
                  <a:pt x="519804" y="103006"/>
                </a:lnTo>
                <a:lnTo>
                  <a:pt x="51980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2" name="Figure S1 (a–d) plot object 91">
            <a:extLst>
              <a:ext uri="{FF2B5EF4-FFF2-40B4-BE49-F238E27FC236}">
                <ns2:creationId id="{ECCAA0B7-AA9C-439F-AD29-019007171C11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3" name="Figure S1 (a–d) plot object 92">
            <a:extLst>
              <a:ext uri="{FF2B5EF4-FFF2-40B4-BE49-F238E27FC236}">
                <ns2:creationId id="{03A79493-6834-4C2E-B4FA-B839E8177D09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372411" cy="103006"/>
          </a:xfrm>
          <a:custGeom>
            <a:pathLst>
              <a:path w="372411" h="103006">
                <a:moveTo>
                  <a:pt x="0" y="103006"/>
                </a:moveTo>
                <a:lnTo>
                  <a:pt x="372411" y="103006"/>
                </a:lnTo>
                <a:lnTo>
                  <a:pt x="37241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94" name="Figure S1 (a–d) plot object 93">
            <a:extLst>
              <a:ext uri="{FF2B5EF4-FFF2-40B4-BE49-F238E27FC236}">
                <ns2:creationId id="{BFFA198E-62D8-4AA9-A5A8-56150D03D538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5" name="Figure S1 (a–d) plot object 94">
            <a:extLst>
              <a:ext uri="{FF2B5EF4-FFF2-40B4-BE49-F238E27FC236}">
                <ns2:creationId id="{3AA1DA82-E93C-4ED2-B68A-D9B1AB15727F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320182" cy="103006"/>
          </a:xfrm>
          <a:custGeom>
            <a:pathLst>
              <a:path w="320182" h="103006">
                <a:moveTo>
                  <a:pt x="0" y="103006"/>
                </a:moveTo>
                <a:lnTo>
                  <a:pt x="320182" y="103006"/>
                </a:lnTo>
                <a:lnTo>
                  <a:pt x="3201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6" name="Figure S1 (a–d) plot object 95">
            <a:extLst>
              <a:ext uri="{FF2B5EF4-FFF2-40B4-BE49-F238E27FC236}">
                <ns2:creationId id="{48AC9E66-9615-4924-95E3-D072FEC178C4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7" name="Figure S1 (a–d) plot object 96">
            <a:extLst>
              <a:ext uri="{FF2B5EF4-FFF2-40B4-BE49-F238E27FC236}">
                <ns2:creationId id="{2441E012-C4F3-4570-9D1E-2BFA8ACD9077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539203" cy="103006"/>
          </a:xfrm>
          <a:custGeom>
            <a:pathLst>
              <a:path w="539203" h="103006">
                <a:moveTo>
                  <a:pt x="0" y="103006"/>
                </a:moveTo>
                <a:lnTo>
                  <a:pt x="539203" y="103006"/>
                </a:lnTo>
                <a:lnTo>
                  <a:pt x="53920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8" name="Figure S1 (a–d) plot object 97">
            <a:extLst>
              <a:ext uri="{FF2B5EF4-FFF2-40B4-BE49-F238E27FC236}">
                <ns2:creationId id="{B0EC0CF9-D47D-4F23-8AD5-56C0C0D583A6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9" name="Figure S1 (a–d) plot object 98">
            <a:extLst>
              <a:ext uri="{FF2B5EF4-FFF2-40B4-BE49-F238E27FC236}">
                <ns2:creationId id="{984E03D2-8D4B-48F5-B2EE-DD027CF66589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1412725" cy="103006"/>
          </a:xfrm>
          <a:custGeom>
            <a:pathLst>
              <a:path w="1412725" h="103006">
                <a:moveTo>
                  <a:pt x="0" y="103006"/>
                </a:moveTo>
                <a:lnTo>
                  <a:pt x="1412725" y="103006"/>
                </a:lnTo>
                <a:lnTo>
                  <a:pt x="1412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0" name="Figure S1 (a–d) plot object 99">
            <a:extLst>
              <a:ext uri="{FF2B5EF4-FFF2-40B4-BE49-F238E27FC236}">
                <ns2:creationId id="{411AAF83-8944-42D2-9E8C-782AA7FEF97F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1" name="Figure S1 (a–d) plot object 100">
            <a:extLst>
              <a:ext uri="{FF2B5EF4-FFF2-40B4-BE49-F238E27FC236}">
                <ns2:creationId id="{C1BBCD21-BA47-455A-89C5-99BF5DDBC90E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548866" cy="103006"/>
          </a:xfrm>
          <a:custGeom>
            <a:pathLst>
              <a:path w="548866" h="103006">
                <a:moveTo>
                  <a:pt x="0" y="103006"/>
                </a:moveTo>
                <a:lnTo>
                  <a:pt x="548866" y="103006"/>
                </a:lnTo>
                <a:lnTo>
                  <a:pt x="54886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2" name="Figure S1 (a–d) plot object 101">
            <a:extLst>
              <a:ext uri="{FF2B5EF4-FFF2-40B4-BE49-F238E27FC236}">
                <ns2:creationId id="{86C872B1-D5FF-46EE-B81F-764C0602DFE1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3" name="Figure S1 (a–d) plot object 102">
            <a:extLst>
              <a:ext uri="{FF2B5EF4-FFF2-40B4-BE49-F238E27FC236}">
                <ns2:creationId id="{A3C345E5-3009-4B21-B326-A7DA3B5A3C55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576105" cy="103006"/>
          </a:xfrm>
          <a:custGeom>
            <a:pathLst>
              <a:path w="576105" h="103006">
                <a:moveTo>
                  <a:pt x="0" y="103006"/>
                </a:moveTo>
                <a:lnTo>
                  <a:pt x="576105" y="103006"/>
                </a:lnTo>
                <a:lnTo>
                  <a:pt x="57610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4" name="Figure S1 (a–d) plot object 103">
            <a:extLst>
              <a:ext uri="{FF2B5EF4-FFF2-40B4-BE49-F238E27FC236}">
                <ns2:creationId id="{FF0E4FD7-988E-49FD-A9CE-5C46D6FDF379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5" name="Figure S1 (a–d) plot object 104">
            <a:extLst>
              <a:ext uri="{FF2B5EF4-FFF2-40B4-BE49-F238E27FC236}">
                <ns2:creationId id="{CAB49761-BD01-4FAF-B1EA-09108CCADF16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696466" cy="103006"/>
          </a:xfrm>
          <a:custGeom>
            <a:pathLst>
              <a:path w="696466" h="103006">
                <a:moveTo>
                  <a:pt x="0" y="103006"/>
                </a:moveTo>
                <a:lnTo>
                  <a:pt x="696466" y="103006"/>
                </a:lnTo>
                <a:lnTo>
                  <a:pt x="69646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6" name="Figure S1 (a–d) plot object 105">
            <a:extLst>
              <a:ext uri="{FF2B5EF4-FFF2-40B4-BE49-F238E27FC236}">
                <ns2:creationId id="{D30D6CD2-B6A1-4BA9-BCFB-ABED51D83407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7" name="Figure S1 (a–d) plot object 106">
            <a:extLst>
              <a:ext uri="{FF2B5EF4-FFF2-40B4-BE49-F238E27FC236}">
                <ns2:creationId id="{2EC32B1C-88ED-41C1-834A-5E77250D4648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342113" cy="103006"/>
          </a:xfrm>
          <a:custGeom>
            <a:pathLst>
              <a:path w="342113" h="103006">
                <a:moveTo>
                  <a:pt x="0" y="103006"/>
                </a:moveTo>
                <a:lnTo>
                  <a:pt x="342113" y="103006"/>
                </a:lnTo>
                <a:lnTo>
                  <a:pt x="342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8" name="Figure S1 (a–d) plot object 107">
            <a:extLst>
              <a:ext uri="{FF2B5EF4-FFF2-40B4-BE49-F238E27FC236}">
                <ns2:creationId id="{99AF9F37-7904-42E4-8259-B401872D0988}"/>
              </a:ext>
            </a:extLst>
          </p:cNvPr>
          <p:cNvSpPr>
            <a:spLocks noGrp="1"/>
          </p:cNvSpPr>
          <p:nvPr/>
        </p:nvSpPr>
        <p:spPr>
          <a:xfrm>
            <a:off x="4155177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09" name="Figure S1 (a–d) plot object 108">
            <a:extLst>
              <a:ext uri="{FF2B5EF4-FFF2-40B4-BE49-F238E27FC236}">
                <ns2:creationId id="{A5DBE1EC-7086-47AC-AF95-90D1D04BC2C4}"/>
              </a:ext>
            </a:extLst>
          </p:cNvPr>
          <p:cNvSpPr>
            <a:spLocks noGrp="1"/>
          </p:cNvSpPr>
          <p:nvPr/>
        </p:nvSpPr>
        <p:spPr>
          <a:xfrm>
            <a:off x="6534136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10" name="Figure S1 (a–d) plot object 109">
            <a:extLst>
              <a:ext uri="{FF2B5EF4-FFF2-40B4-BE49-F238E27FC236}">
                <ns2:creationId id="{C28588D0-6E36-453E-BDD2-08AE09958EDB}"/>
              </a:ext>
            </a:extLst>
          </p:cNvPr>
          <p:cNvSpPr>
            <a:spLocks noGrp="1"/>
          </p:cNvSpPr>
          <p:nvPr/>
        </p:nvSpPr>
        <p:spPr>
          <a:xfrm>
            <a:off x="8913095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11" name="Figure S1 (a–d) plot object 110">
            <a:extLst>
              <a:ext uri="{FF2B5EF4-FFF2-40B4-BE49-F238E27FC236}">
                <ns2:creationId id="{087F9D98-5100-4D00-81F0-EF390335CD66}"/>
              </a:ext>
            </a:extLst>
          </p:cNvPr>
          <p:cNvSpPr>
            <a:spLocks noGrp="1"/>
          </p:cNvSpPr>
          <p:nvPr/>
        </p:nvSpPr>
        <p:spPr>
          <a:xfrm>
            <a:off x="2880735" y="509955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12" name="b">
            <a:extLst>
              <a:ext uri="{FF2B5EF4-FFF2-40B4-BE49-F238E27FC236}">
                <ns2:creationId id="{87EC7B63-6ACC-48FE-A782-13AA2824803C}"/>
              </a:ext>
            </a:extLst>
          </p:cNvPr>
          <p:cNvSpPr>
            <a:spLocks noGrp="1"/>
          </p:cNvSpPr>
          <p:nvPr/>
        </p:nvSpPr>
        <p:spPr>
          <a:xfrm rot="0">
            <a:off x="2880735" y="3148208"/>
            <a:ext cx="236794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13" name="Electrochemistry / discovery / 24">
            <a:extLst>
              <a:ext uri="{FF2B5EF4-FFF2-40B4-BE49-F238E27FC236}">
                <ns2:creationId id="{879C4B6D-9566-4EBE-A6F0-990C7844D62B}"/>
              </a:ext>
            </a:extLst>
          </p:cNvPr>
          <p:cNvSpPr>
            <a:spLocks noGrp="1"/>
          </p:cNvSpPr>
          <p:nvPr/>
        </p:nvSpPr>
        <p:spPr>
          <a:xfrm rot="0">
            <a:off x="3305549" y="3181196"/>
            <a:ext cx="31959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Electrochemistry / discovery / 24</a:t>
            </a:r>
          </a:p>
        </p:txBody>
      </p:sp>
      <p:sp>
        <p:nvSpPr>
          <p:cNvPr id="114" name="Score MAE  0-0.31">
            <a:extLst>
              <a:ext uri="{FF2B5EF4-FFF2-40B4-BE49-F238E27FC236}">
                <ns2:creationId id="{BB77349F-5585-4BB8-973D-01DC22B363CC}"/>
              </a:ext>
            </a:extLst>
          </p:cNvPr>
          <p:cNvSpPr>
            <a:spLocks noGrp="1"/>
          </p:cNvSpPr>
          <p:nvPr/>
        </p:nvSpPr>
        <p:spPr>
          <a:xfrm rot="0">
            <a:off x="9996314" y="3195343"/>
            <a:ext cx="1282263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Score MAE  0-0.31</a:t>
            </a:r>
          </a:p>
        </p:txBody>
      </p:sp>
      <p:sp>
        <p:nvSpPr>
          <p:cNvPr id="115" name="Opaque">
            <a:extLst>
              <a:ext uri="{FF2B5EF4-FFF2-40B4-BE49-F238E27FC236}">
                <ns2:creationId id="{F05D75C1-2071-4B4B-9DEC-071663E6DE0F}"/>
              </a:ext>
            </a:extLst>
          </p:cNvPr>
          <p:cNvSpPr>
            <a:spLocks noGrp="1"/>
          </p:cNvSpPr>
          <p:nvPr/>
        </p:nvSpPr>
        <p:spPr>
          <a:xfrm rot="0">
            <a:off x="4155177" y="3508847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16" name="Aligned">
            <a:extLst>
              <a:ext uri="{FF2B5EF4-FFF2-40B4-BE49-F238E27FC236}">
                <ns2:creationId id="{55C16B47-A61E-484A-BDF1-3ABA6C68929E}"/>
              </a:ext>
            </a:extLst>
          </p:cNvPr>
          <p:cNvSpPr>
            <a:spLocks noGrp="1"/>
          </p:cNvSpPr>
          <p:nvPr/>
        </p:nvSpPr>
        <p:spPr>
          <a:xfrm rot="0">
            <a:off x="6534136" y="3506970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17" name="MisIndexed">
            <a:extLst>
              <a:ext uri="{FF2B5EF4-FFF2-40B4-BE49-F238E27FC236}">
                <ns2:creationId id="{FE674182-B11B-41E2-9827-F04EB90EBAC7}"/>
              </a:ext>
            </a:extLst>
          </p:cNvPr>
          <p:cNvSpPr>
            <a:spLocks noGrp="1"/>
          </p:cNvSpPr>
          <p:nvPr/>
        </p:nvSpPr>
        <p:spPr>
          <a:xfrm rot="0">
            <a:off x="8913095" y="3507943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18" name="W01">
            <a:extLst>
              <a:ext uri="{FF2B5EF4-FFF2-40B4-BE49-F238E27FC236}">
                <ns2:creationId id="{09F1C4C1-B795-4256-805D-4025E697E150}"/>
              </a:ext>
            </a:extLst>
          </p:cNvPr>
          <p:cNvSpPr>
            <a:spLocks noGrp="1"/>
          </p:cNvSpPr>
          <p:nvPr/>
        </p:nvSpPr>
        <p:spPr>
          <a:xfrm rot="0">
            <a:off x="2965698" y="382269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19" name="0.0707">
            <a:extLst>
              <a:ext uri="{FF2B5EF4-FFF2-40B4-BE49-F238E27FC236}">
                <ns2:creationId id="{55B9842E-7639-4450-A9CB-01215F513674}"/>
              </a:ext>
            </a:extLst>
          </p:cNvPr>
          <p:cNvSpPr>
            <a:spLocks noGrp="1"/>
          </p:cNvSpPr>
          <p:nvPr/>
        </p:nvSpPr>
        <p:spPr>
          <a:xfrm rot="0">
            <a:off x="5693004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0.0707</a:t>
            </a:r>
          </a:p>
        </p:txBody>
      </p:sp>
      <p:sp>
        <p:nvSpPr>
          <p:cNvPr id="120" name="0.2325">
            <a:extLst>
              <a:ext uri="{FF2B5EF4-FFF2-40B4-BE49-F238E27FC236}">
                <ns2:creationId id="{17DE9436-6489-44BD-8527-D8E7329B806E}"/>
              </a:ext>
            </a:extLst>
          </p:cNvPr>
          <p:cNvSpPr>
            <a:spLocks noGrp="1"/>
          </p:cNvSpPr>
          <p:nvPr/>
        </p:nvSpPr>
        <p:spPr>
          <a:xfrm rot="0">
            <a:off x="8071963" y="3831565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0.2325</a:t>
            </a:r>
          </a:p>
        </p:txBody>
      </p:sp>
      <p:sp>
        <p:nvSpPr>
          <p:cNvPr id="121" name="0.0368">
            <a:extLst>
              <a:ext uri="{FF2B5EF4-FFF2-40B4-BE49-F238E27FC236}">
                <ns2:creationId id="{0C04C18B-A08F-40E8-B178-D62868E696A3}"/>
              </a:ext>
            </a:extLst>
          </p:cNvPr>
          <p:cNvSpPr>
            <a:spLocks noGrp="1"/>
          </p:cNvSpPr>
          <p:nvPr/>
        </p:nvSpPr>
        <p:spPr>
          <a:xfrm rot="0">
            <a:off x="10450921" y="3831565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0.0368</a:t>
            </a:r>
          </a:p>
        </p:txBody>
      </p:sp>
      <p:sp>
        <p:nvSpPr>
          <p:cNvPr id="122" name="W02">
            <a:extLst>
              <a:ext uri="{FF2B5EF4-FFF2-40B4-BE49-F238E27FC236}">
                <ns2:creationId id="{B65BE1A3-F224-4779-ADF4-A50C95BD3725}"/>
              </a:ext>
            </a:extLst>
          </p:cNvPr>
          <p:cNvSpPr>
            <a:spLocks noGrp="1"/>
          </p:cNvSpPr>
          <p:nvPr/>
        </p:nvSpPr>
        <p:spPr>
          <a:xfrm rot="0">
            <a:off x="2965698" y="408021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23" name="0.1366">
            <a:extLst>
              <a:ext uri="{FF2B5EF4-FFF2-40B4-BE49-F238E27FC236}">
                <ns2:creationId id="{FE4404BC-C89C-4258-B900-F3727E3751F9}"/>
              </a:ext>
            </a:extLst>
          </p:cNvPr>
          <p:cNvSpPr>
            <a:spLocks noGrp="1"/>
          </p:cNvSpPr>
          <p:nvPr/>
        </p:nvSpPr>
        <p:spPr>
          <a:xfrm rot="0">
            <a:off x="5693004" y="408908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0.1366</a:t>
            </a:r>
          </a:p>
        </p:txBody>
      </p:sp>
      <p:sp>
        <p:nvSpPr>
          <p:cNvPr id="124" name="0.0486">
            <a:extLst>
              <a:ext uri="{FF2B5EF4-FFF2-40B4-BE49-F238E27FC236}">
                <ns2:creationId id="{508D7AB1-23F0-4730-A692-303C0E3C1837}"/>
              </a:ext>
            </a:extLst>
          </p:cNvPr>
          <p:cNvSpPr>
            <a:spLocks noGrp="1"/>
          </p:cNvSpPr>
          <p:nvPr/>
        </p:nvSpPr>
        <p:spPr>
          <a:xfrm rot="0">
            <a:off x="8071963" y="408908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0.0486</a:t>
            </a:r>
          </a:p>
        </p:txBody>
      </p:sp>
      <p:sp>
        <p:nvSpPr>
          <p:cNvPr id="125" name="0.0631">
            <a:extLst>
              <a:ext uri="{FF2B5EF4-FFF2-40B4-BE49-F238E27FC236}">
                <ns2:creationId id="{59E65B14-09D1-4D18-8BDB-0246F6EDA990}"/>
              </a:ext>
            </a:extLst>
          </p:cNvPr>
          <p:cNvSpPr>
            <a:spLocks noGrp="1"/>
          </p:cNvSpPr>
          <p:nvPr/>
        </p:nvSpPr>
        <p:spPr>
          <a:xfrm rot="0">
            <a:off x="10450921" y="408908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0.0631</a:t>
            </a:r>
          </a:p>
        </p:txBody>
      </p:sp>
      <p:sp>
        <p:nvSpPr>
          <p:cNvPr id="126" name="W03">
            <a:extLst>
              <a:ext uri="{FF2B5EF4-FFF2-40B4-BE49-F238E27FC236}">
                <ns2:creationId id="{FEC74A81-F952-4B37-9405-5D017339024F}"/>
              </a:ext>
            </a:extLst>
          </p:cNvPr>
          <p:cNvSpPr>
            <a:spLocks noGrp="1"/>
          </p:cNvSpPr>
          <p:nvPr/>
        </p:nvSpPr>
        <p:spPr>
          <a:xfrm rot="0">
            <a:off x="2965698" y="433773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27" name="0.1725">
            <a:extLst>
              <a:ext uri="{FF2B5EF4-FFF2-40B4-BE49-F238E27FC236}">
                <ns2:creationId id="{2BD33966-0C12-4BA5-AA85-93352B81D1D2}"/>
              </a:ext>
            </a:extLst>
          </p:cNvPr>
          <p:cNvSpPr>
            <a:spLocks noGrp="1"/>
          </p:cNvSpPr>
          <p:nvPr/>
        </p:nvSpPr>
        <p:spPr>
          <a:xfrm rot="0">
            <a:off x="5693004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0.1725</a:t>
            </a:r>
          </a:p>
        </p:txBody>
      </p:sp>
      <p:sp>
        <p:nvSpPr>
          <p:cNvPr id="128" name="0.0728">
            <a:extLst>
              <a:ext uri="{FF2B5EF4-FFF2-40B4-BE49-F238E27FC236}">
                <ns2:creationId id="{81FFD1A3-8B3C-498E-AF8B-403CAF3D3889}"/>
              </a:ext>
            </a:extLst>
          </p:cNvPr>
          <p:cNvSpPr>
            <a:spLocks noGrp="1"/>
          </p:cNvSpPr>
          <p:nvPr/>
        </p:nvSpPr>
        <p:spPr>
          <a:xfrm rot="0">
            <a:off x="8071963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0.0728</a:t>
            </a:r>
          </a:p>
        </p:txBody>
      </p:sp>
      <p:sp>
        <p:nvSpPr>
          <p:cNvPr id="129" name="0.0756">
            <a:extLst>
              <a:ext uri="{FF2B5EF4-FFF2-40B4-BE49-F238E27FC236}">
                <ns2:creationId id="{3B02088C-68AD-4E51-BF78-3CCF44A4DF7B}"/>
              </a:ext>
            </a:extLst>
          </p:cNvPr>
          <p:cNvSpPr>
            <a:spLocks noGrp="1"/>
          </p:cNvSpPr>
          <p:nvPr/>
        </p:nvSpPr>
        <p:spPr>
          <a:xfrm rot="0">
            <a:off x="10450921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0.0756</a:t>
            </a:r>
          </a:p>
        </p:txBody>
      </p:sp>
      <p:sp>
        <p:nvSpPr>
          <p:cNvPr id="130" name="W04">
            <a:extLst>
              <a:ext uri="{FF2B5EF4-FFF2-40B4-BE49-F238E27FC236}">
                <ns2:creationId id="{74339C3D-003B-45C0-B450-6093DA0551B9}"/>
              </a:ext>
            </a:extLst>
          </p:cNvPr>
          <p:cNvSpPr>
            <a:spLocks noGrp="1"/>
          </p:cNvSpPr>
          <p:nvPr/>
        </p:nvSpPr>
        <p:spPr>
          <a:xfrm rot="0">
            <a:off x="2965698" y="459524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131" name="0.1084">
            <a:extLst>
              <a:ext uri="{FF2B5EF4-FFF2-40B4-BE49-F238E27FC236}">
                <ns2:creationId id="{B3003859-A63D-4AC3-8594-6559CA432A16}"/>
              </a:ext>
            </a:extLst>
          </p:cNvPr>
          <p:cNvSpPr>
            <a:spLocks noGrp="1"/>
          </p:cNvSpPr>
          <p:nvPr/>
        </p:nvSpPr>
        <p:spPr>
          <a:xfrm rot="0">
            <a:off x="5693004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0.1084</a:t>
            </a:r>
          </a:p>
        </p:txBody>
      </p:sp>
      <p:sp>
        <p:nvSpPr>
          <p:cNvPr id="132" name="0.0776">
            <a:extLst>
              <a:ext uri="{FF2B5EF4-FFF2-40B4-BE49-F238E27FC236}">
                <ns2:creationId id="{F50D33C7-966C-4A96-882B-8D1086A9C3F8}"/>
              </a:ext>
            </a:extLst>
          </p:cNvPr>
          <p:cNvSpPr>
            <a:spLocks noGrp="1"/>
          </p:cNvSpPr>
          <p:nvPr/>
        </p:nvSpPr>
        <p:spPr>
          <a:xfrm rot="0">
            <a:off x="8071963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0.0776</a:t>
            </a:r>
          </a:p>
        </p:txBody>
      </p:sp>
      <p:sp>
        <p:nvSpPr>
          <p:cNvPr id="133" name="0.0668">
            <a:extLst>
              <a:ext uri="{FF2B5EF4-FFF2-40B4-BE49-F238E27FC236}">
                <ns2:creationId id="{A7DB1B5B-E4E9-4140-82A7-223EF65DB1B2}"/>
              </a:ext>
            </a:extLst>
          </p:cNvPr>
          <p:cNvSpPr>
            <a:spLocks noGrp="1"/>
          </p:cNvSpPr>
          <p:nvPr/>
        </p:nvSpPr>
        <p:spPr>
          <a:xfrm rot="0">
            <a:off x="10450921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0.0668</a:t>
            </a:r>
          </a:p>
        </p:txBody>
      </p:sp>
      <p:sp>
        <p:nvSpPr>
          <p:cNvPr id="134" name="W05">
            <a:extLst>
              <a:ext uri="{FF2B5EF4-FFF2-40B4-BE49-F238E27FC236}">
                <ns2:creationId id="{947A215A-52C8-47F0-A9FC-00C83EE39494}"/>
              </a:ext>
            </a:extLst>
          </p:cNvPr>
          <p:cNvSpPr>
            <a:spLocks noGrp="1"/>
          </p:cNvSpPr>
          <p:nvPr/>
        </p:nvSpPr>
        <p:spPr>
          <a:xfrm rot="0">
            <a:off x="2965698" y="4852762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135" name="0.1124">
            <a:extLst>
              <a:ext uri="{FF2B5EF4-FFF2-40B4-BE49-F238E27FC236}">
                <ns2:creationId id="{45FE72F8-AABC-4E72-8345-DFDDF3F3B4E5}"/>
              </a:ext>
            </a:extLst>
          </p:cNvPr>
          <p:cNvSpPr>
            <a:spLocks noGrp="1"/>
          </p:cNvSpPr>
          <p:nvPr/>
        </p:nvSpPr>
        <p:spPr>
          <a:xfrm rot="0">
            <a:off x="5693004" y="4861628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0.1124</a:t>
            </a:r>
          </a:p>
        </p:txBody>
      </p:sp>
      <p:sp>
        <p:nvSpPr>
          <p:cNvPr id="136" name="0.2945">
            <a:extLst>
              <a:ext uri="{FF2B5EF4-FFF2-40B4-BE49-F238E27FC236}">
                <ns2:creationId id="{946F8B5E-3260-41C6-AFCE-06AD7246290D}"/>
              </a:ext>
            </a:extLst>
          </p:cNvPr>
          <p:cNvSpPr>
            <a:spLocks noGrp="1"/>
          </p:cNvSpPr>
          <p:nvPr/>
        </p:nvSpPr>
        <p:spPr>
          <a:xfrm rot="0">
            <a:off x="8071963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0.2945</a:t>
            </a:r>
          </a:p>
        </p:txBody>
      </p:sp>
      <p:sp>
        <p:nvSpPr>
          <p:cNvPr id="137" name="0.1144">
            <a:extLst>
              <a:ext uri="{FF2B5EF4-FFF2-40B4-BE49-F238E27FC236}">
                <ns2:creationId id="{F94C7255-DCEB-40C2-9A8E-58F6EE467087}"/>
              </a:ext>
            </a:extLst>
          </p:cNvPr>
          <p:cNvSpPr>
            <a:spLocks noGrp="1"/>
          </p:cNvSpPr>
          <p:nvPr/>
        </p:nvSpPr>
        <p:spPr>
          <a:xfrm rot="0">
            <a:off x="10450921" y="4861628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0.1144</a:t>
            </a:r>
          </a:p>
        </p:txBody>
      </p:sp>
      <p:sp>
        <p:nvSpPr>
          <p:cNvPr id="138" name="Mean">
            <a:extLst>
              <a:ext uri="{FF2B5EF4-FFF2-40B4-BE49-F238E27FC236}">
                <ns2:creationId id="{47E846C4-65E9-47CF-84F6-DECECFEFA169}"/>
              </a:ext>
            </a:extLst>
          </p:cNvPr>
          <p:cNvSpPr>
            <a:spLocks noGrp="1"/>
          </p:cNvSpPr>
          <p:nvPr/>
        </p:nvSpPr>
        <p:spPr>
          <a:xfrm rot="0">
            <a:off x="2965698" y="5192320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39" name="0.1201">
            <a:extLst>
              <a:ext uri="{FF2B5EF4-FFF2-40B4-BE49-F238E27FC236}">
                <ns2:creationId id="{4675D466-147B-49BF-A00C-93CAC2487A56}"/>
              </a:ext>
            </a:extLst>
          </p:cNvPr>
          <p:cNvSpPr>
            <a:spLocks noGrp="1"/>
          </p:cNvSpPr>
          <p:nvPr/>
        </p:nvSpPr>
        <p:spPr>
          <a:xfrm rot="0">
            <a:off x="5693004" y="5201177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0.1201</a:t>
            </a:r>
          </a:p>
        </p:txBody>
      </p:sp>
      <p:sp>
        <p:nvSpPr>
          <p:cNvPr id="140" name="0.1452">
            <a:extLst>
              <a:ext uri="{FF2B5EF4-FFF2-40B4-BE49-F238E27FC236}">
                <ns2:creationId id="{44A2743D-4702-4A0C-920A-EAB8A57680E8}"/>
              </a:ext>
            </a:extLst>
          </p:cNvPr>
          <p:cNvSpPr>
            <a:spLocks noGrp="1"/>
          </p:cNvSpPr>
          <p:nvPr/>
        </p:nvSpPr>
        <p:spPr>
          <a:xfrm rot="0">
            <a:off x="8071963" y="520117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0.1452</a:t>
            </a:r>
          </a:p>
        </p:txBody>
      </p:sp>
      <p:sp>
        <p:nvSpPr>
          <p:cNvPr id="141" name="0.0713">
            <a:extLst>
              <a:ext uri="{FF2B5EF4-FFF2-40B4-BE49-F238E27FC236}">
                <ns2:creationId id="{0ED99F10-48F5-4B20-8818-9B97C6D2620A}"/>
              </a:ext>
            </a:extLst>
          </p:cNvPr>
          <p:cNvSpPr>
            <a:spLocks noGrp="1"/>
          </p:cNvSpPr>
          <p:nvPr/>
        </p:nvSpPr>
        <p:spPr>
          <a:xfrm rot="0">
            <a:off x="10450921" y="5201177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0.0713</a:t>
            </a:r>
          </a:p>
        </p:txBody>
      </p:sp>
      <p:sp>
        <p:nvSpPr>
          <p:cNvPr id="142" name="Figure S1 (a–d) plot object 141">
            <a:extLst>
              <a:ext uri="{FF2B5EF4-FFF2-40B4-BE49-F238E27FC236}">
                <ns2:creationId id="{D7FF4AF9-9368-4ED9-8CEA-08DEAC64A218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3" name="Figure S1 (a–d) plot object 142">
            <a:extLst>
              <a:ext uri="{FF2B5EF4-FFF2-40B4-BE49-F238E27FC236}">
                <ns2:creationId id="{83516288-6176-49DD-B8C2-9258C56FA72E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1100256" cy="103006"/>
          </a:xfrm>
          <a:custGeom>
            <a:pathLst>
              <a:path w="1100256" h="103006">
                <a:moveTo>
                  <a:pt x="0" y="103006"/>
                </a:moveTo>
                <a:lnTo>
                  <a:pt x="1100256" y="103006"/>
                </a:lnTo>
                <a:lnTo>
                  <a:pt x="1100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44" name="Figure S1 (a–d) plot object 143">
            <a:extLst>
              <a:ext uri="{FF2B5EF4-FFF2-40B4-BE49-F238E27FC236}">
                <ns2:creationId id="{95763B48-F7EE-4EF4-A512-7955A3F7B3F8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5" name="Figure S1 (a–d) plot object 144">
            <a:extLst>
              <a:ext uri="{FF2B5EF4-FFF2-40B4-BE49-F238E27FC236}">
                <ns2:creationId id="{C88CB5B8-B0FD-4FFF-852E-FE544F99EFB8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274502" cy="103006"/>
          </a:xfrm>
          <a:custGeom>
            <a:pathLst>
              <a:path w="274502" h="103006">
                <a:moveTo>
                  <a:pt x="0" y="103006"/>
                </a:moveTo>
                <a:lnTo>
                  <a:pt x="274502" y="103006"/>
                </a:lnTo>
                <a:lnTo>
                  <a:pt x="27450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46" name="Figure S1 (a–d) plot object 145">
            <a:extLst>
              <a:ext uri="{FF2B5EF4-FFF2-40B4-BE49-F238E27FC236}">
                <ns2:creationId id="{C3E80B31-4CD0-4858-9309-B37FB2307A36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7" name="Figure S1 (a–d) plot object 146">
            <a:extLst>
              <a:ext uri="{FF2B5EF4-FFF2-40B4-BE49-F238E27FC236}">
                <ns2:creationId id="{DA48590B-0560-4B2F-9621-9DC77F91E1D6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797071" cy="103006"/>
          </a:xfrm>
          <a:custGeom>
            <a:pathLst>
              <a:path w="797071" h="103006">
                <a:moveTo>
                  <a:pt x="0" y="103006"/>
                </a:moveTo>
                <a:lnTo>
                  <a:pt x="797071" y="103006"/>
                </a:lnTo>
                <a:lnTo>
                  <a:pt x="7970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8" name="Figure S1 (a–d) plot object 147">
            <a:extLst>
              <a:ext uri="{FF2B5EF4-FFF2-40B4-BE49-F238E27FC236}">
                <ns2:creationId id="{88EAF659-6857-4182-8FB9-8ACBBB5A11D4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9" name="Figure S1 (a–d) plot object 148">
            <a:extLst>
              <a:ext uri="{FF2B5EF4-FFF2-40B4-BE49-F238E27FC236}">
                <ns2:creationId id="{843716CE-974D-4BFB-8B05-A901FF126E34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229439" cy="103006"/>
          </a:xfrm>
          <a:custGeom>
            <a:pathLst>
              <a:path w="229439" h="103006">
                <a:moveTo>
                  <a:pt x="0" y="103006"/>
                </a:moveTo>
                <a:lnTo>
                  <a:pt x="229439" y="103006"/>
                </a:lnTo>
                <a:lnTo>
                  <a:pt x="22943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0" name="Figure S1 (a–d) plot object 149">
            <a:extLst>
              <a:ext uri="{FF2B5EF4-FFF2-40B4-BE49-F238E27FC236}">
                <ns2:creationId id="{428D1F52-51B0-4B9A-B740-BBF895A79374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1" name="Figure S1 (a–d) plot object 150">
            <a:extLst>
              <a:ext uri="{FF2B5EF4-FFF2-40B4-BE49-F238E27FC236}">
                <ns2:creationId id="{990D0F3D-DA6F-453B-BC69-82512C60787F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355480" cy="103006"/>
          </a:xfrm>
          <a:custGeom>
            <a:pathLst>
              <a:path w="355480" h="103006">
                <a:moveTo>
                  <a:pt x="0" y="103006"/>
                </a:moveTo>
                <a:lnTo>
                  <a:pt x="355480" y="103006"/>
                </a:lnTo>
                <a:lnTo>
                  <a:pt x="35548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2" name="Figure S1 (a–d) plot object 151">
            <a:extLst>
              <a:ext uri="{FF2B5EF4-FFF2-40B4-BE49-F238E27FC236}">
                <ns2:creationId id="{6E459833-EBDB-41AA-8F68-DA13E6484598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3" name="Figure S1 (a–d) plot object 152">
            <a:extLst>
              <a:ext uri="{FF2B5EF4-FFF2-40B4-BE49-F238E27FC236}">
                <ns2:creationId id="{BFC5403B-7F1F-4293-870D-4D600A9D3294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666140" cy="103006"/>
          </a:xfrm>
          <a:custGeom>
            <a:pathLst>
              <a:path w="666140" h="103006">
                <a:moveTo>
                  <a:pt x="0" y="103006"/>
                </a:moveTo>
                <a:lnTo>
                  <a:pt x="666140" y="103006"/>
                </a:lnTo>
                <a:lnTo>
                  <a:pt x="66614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54" name="Figure S1 (a–d) plot object 153">
            <a:extLst>
              <a:ext uri="{FF2B5EF4-FFF2-40B4-BE49-F238E27FC236}">
                <ns2:creationId id="{A264AD15-47D8-4C35-9FE5-6A4DB5A61D9E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5" name="Figure S1 (a–d) plot object 154">
            <a:extLst>
              <a:ext uri="{FF2B5EF4-FFF2-40B4-BE49-F238E27FC236}">
                <ns2:creationId id="{BF1AD150-130C-48DE-8FF9-D384055CD123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1178209" cy="103006"/>
          </a:xfrm>
          <a:custGeom>
            <a:pathLst>
              <a:path w="1178209" h="103006">
                <a:moveTo>
                  <a:pt x="0" y="103006"/>
                </a:moveTo>
                <a:lnTo>
                  <a:pt x="1178209" y="103006"/>
                </a:lnTo>
                <a:lnTo>
                  <a:pt x="117820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6" name="Figure S1 (a–d) plot object 155">
            <a:extLst>
              <a:ext uri="{FF2B5EF4-FFF2-40B4-BE49-F238E27FC236}">
                <ns2:creationId id="{483EB402-B265-4D01-A5F7-043E7E45BE42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7" name="Figure S1 (a–d) plot object 156">
            <a:extLst>
              <a:ext uri="{FF2B5EF4-FFF2-40B4-BE49-F238E27FC236}">
                <ns2:creationId id="{042F94E0-6CBA-4715-8258-5C3CA823B469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1179852" cy="103006"/>
          </a:xfrm>
          <a:custGeom>
            <a:pathLst>
              <a:path w="1179852" h="103006">
                <a:moveTo>
                  <a:pt x="0" y="103006"/>
                </a:moveTo>
                <a:lnTo>
                  <a:pt x="1179852" y="103006"/>
                </a:lnTo>
                <a:lnTo>
                  <a:pt x="117985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8" name="Figure S1 (a–d) plot object 157">
            <a:extLst>
              <a:ext uri="{FF2B5EF4-FFF2-40B4-BE49-F238E27FC236}">
                <ns2:creationId id="{7603F6FC-1EE5-467B-BB3B-2E4F38C11FC9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9" name="Figure S1 (a–d) plot object 158">
            <a:extLst>
              <a:ext uri="{FF2B5EF4-FFF2-40B4-BE49-F238E27FC236}">
                <ns2:creationId id="{05C31E58-933F-480F-8B8E-7FA07C759E4D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589416" cy="103006"/>
          </a:xfrm>
          <a:custGeom>
            <a:pathLst>
              <a:path w="589416" h="103006">
                <a:moveTo>
                  <a:pt x="0" y="103006"/>
                </a:moveTo>
                <a:lnTo>
                  <a:pt x="589416" y="103006"/>
                </a:lnTo>
                <a:lnTo>
                  <a:pt x="58941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0" name="Figure S1 (a–d) plot object 159">
            <a:extLst>
              <a:ext uri="{FF2B5EF4-FFF2-40B4-BE49-F238E27FC236}">
                <ns2:creationId id="{B6F9D33E-AC4E-4BC4-9589-C1B3DAC8949E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1" name="Figure S1 (a–d) plot object 160">
            <a:extLst>
              <a:ext uri="{FF2B5EF4-FFF2-40B4-BE49-F238E27FC236}">
                <ns2:creationId id="{6614951B-84BF-458D-887F-0E025C36D790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742647" cy="103006"/>
          </a:xfrm>
          <a:custGeom>
            <a:pathLst>
              <a:path w="742647" h="103006">
                <a:moveTo>
                  <a:pt x="0" y="103006"/>
                </a:moveTo>
                <a:lnTo>
                  <a:pt x="742647" y="103006"/>
                </a:lnTo>
                <a:lnTo>
                  <a:pt x="74264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2" name="Figure S1 (a–d) plot object 161">
            <a:extLst>
              <a:ext uri="{FF2B5EF4-FFF2-40B4-BE49-F238E27FC236}">
                <ns2:creationId id="{1D714E1E-87FB-44AD-9C33-12BD3BDB9337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3" name="Figure S1 (a–d) plot object 162">
            <a:extLst>
              <a:ext uri="{FF2B5EF4-FFF2-40B4-BE49-F238E27FC236}">
                <ns2:creationId id="{F7BFC390-0CF9-4BB6-88D0-40268B376F40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880600" cy="103006"/>
          </a:xfrm>
          <a:custGeom>
            <a:pathLst>
              <a:path w="880600" h="103006">
                <a:moveTo>
                  <a:pt x="0" y="103006"/>
                </a:moveTo>
                <a:lnTo>
                  <a:pt x="880600" y="103006"/>
                </a:lnTo>
                <a:lnTo>
                  <a:pt x="880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64" name="Figure S1 (a–d) plot object 163">
            <a:extLst>
              <a:ext uri="{FF2B5EF4-FFF2-40B4-BE49-F238E27FC236}">
                <ns2:creationId id="{1BECCD9F-B702-4AE9-8EE8-A361D76D5512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5" name="Figure S1 (a–d) plot object 164">
            <a:extLst>
              <a:ext uri="{FF2B5EF4-FFF2-40B4-BE49-F238E27FC236}">
                <ns2:creationId id="{8758F3B6-09F6-45B2-B6CB-9A48A1E66430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258143" cy="103006"/>
          </a:xfrm>
          <a:custGeom>
            <a:pathLst>
              <a:path w="1258143" h="103006">
                <a:moveTo>
                  <a:pt x="0" y="103006"/>
                </a:moveTo>
                <a:lnTo>
                  <a:pt x="1258143" y="103006"/>
                </a:lnTo>
                <a:lnTo>
                  <a:pt x="1258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6" name="Figure S1 (a–d) plot object 165">
            <a:extLst>
              <a:ext uri="{FF2B5EF4-FFF2-40B4-BE49-F238E27FC236}">
                <ns2:creationId id="{1CC9C5E6-EE68-4980-8410-2A51C9C52DCA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7" name="Figure S1 (a–d) plot object 166">
            <a:extLst>
              <a:ext uri="{FF2B5EF4-FFF2-40B4-BE49-F238E27FC236}">
                <ns2:creationId id="{88859E20-1D7D-4CFC-A2EF-5181B92B3DF7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1419475" cy="103006"/>
          </a:xfrm>
          <a:custGeom>
            <a:pathLst>
              <a:path w="1419475" h="103006">
                <a:moveTo>
                  <a:pt x="0" y="103006"/>
                </a:moveTo>
                <a:lnTo>
                  <a:pt x="1419475" y="103006"/>
                </a:lnTo>
                <a:lnTo>
                  <a:pt x="14194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8" name="Figure S1 (a–d) plot object 167">
            <a:extLst>
              <a:ext uri="{FF2B5EF4-FFF2-40B4-BE49-F238E27FC236}">
                <ns2:creationId id="{25C6A280-239C-45F6-AE2D-B44FD3B11528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9" name="Figure S1 (a–d) plot object 168">
            <a:extLst>
              <a:ext uri="{FF2B5EF4-FFF2-40B4-BE49-F238E27FC236}">
                <ns2:creationId id="{3A294170-B8C3-4615-875A-8DD2A5E15C61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1053468" cy="103006"/>
          </a:xfrm>
          <a:custGeom>
            <a:pathLst>
              <a:path w="1053468" h="103006">
                <a:moveTo>
                  <a:pt x="0" y="103006"/>
                </a:moveTo>
                <a:lnTo>
                  <a:pt x="1053468" y="103006"/>
                </a:lnTo>
                <a:lnTo>
                  <a:pt x="105346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0" name="Figure S1 (a–d) plot object 169">
            <a:extLst>
              <a:ext uri="{FF2B5EF4-FFF2-40B4-BE49-F238E27FC236}">
                <ns2:creationId id="{71AE7542-8B2F-44E4-B617-1E89B8A52191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1" name="Figure S1 (a–d) plot object 170">
            <a:extLst>
              <a:ext uri="{FF2B5EF4-FFF2-40B4-BE49-F238E27FC236}">
                <ns2:creationId id="{2D5E6202-8272-47A6-BF7D-57071889BDA0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1089602" cy="103006"/>
          </a:xfrm>
          <a:custGeom>
            <a:pathLst>
              <a:path w="1089602" h="103006">
                <a:moveTo>
                  <a:pt x="0" y="103006"/>
                </a:moveTo>
                <a:lnTo>
                  <a:pt x="1089602" y="103006"/>
                </a:lnTo>
                <a:lnTo>
                  <a:pt x="10896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2" name="Figure S1 (a–d) plot object 171">
            <a:extLst>
              <a:ext uri="{FF2B5EF4-FFF2-40B4-BE49-F238E27FC236}">
                <ns2:creationId id="{E8A01960-F41E-47E3-92F2-521F8BE039CB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3" name="Figure S1 (a–d) plot object 172">
            <a:extLst>
              <a:ext uri="{FF2B5EF4-FFF2-40B4-BE49-F238E27FC236}">
                <ns2:creationId id="{AB4A4D81-A4C7-488E-870F-ED2046E455CC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934005" cy="103006"/>
          </a:xfrm>
          <a:custGeom>
            <a:pathLst>
              <a:path w="934005" h="103006">
                <a:moveTo>
                  <a:pt x="0" y="103006"/>
                </a:moveTo>
                <a:lnTo>
                  <a:pt x="934005" y="103006"/>
                </a:lnTo>
                <a:lnTo>
                  <a:pt x="93400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74" name="Figure S1 (a–d) plot object 173">
            <a:extLst>
              <a:ext uri="{FF2B5EF4-FFF2-40B4-BE49-F238E27FC236}">
                <ns2:creationId id="{37A6191D-5F76-47C3-A06A-238D4D029CE7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5" name="Figure S1 (a–d) plot object 174">
            <a:extLst>
              <a:ext uri="{FF2B5EF4-FFF2-40B4-BE49-F238E27FC236}">
                <ns2:creationId id="{6D3DD7A1-18C9-4B46-8990-ED4B8F075D16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748780" cy="103006"/>
          </a:xfrm>
          <a:custGeom>
            <a:pathLst>
              <a:path w="748780" h="103006">
                <a:moveTo>
                  <a:pt x="0" y="103006"/>
                </a:moveTo>
                <a:lnTo>
                  <a:pt x="748780" y="103006"/>
                </a:lnTo>
                <a:lnTo>
                  <a:pt x="74878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6" name="Figure S1 (a–d) plot object 175">
            <a:extLst>
              <a:ext uri="{FF2B5EF4-FFF2-40B4-BE49-F238E27FC236}">
                <ns2:creationId id="{079E25E2-95C0-489A-BCC9-6C6D9B2AD44C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7" name="Figure S1 (a–d) plot object 176">
            <a:extLst>
              <a:ext uri="{FF2B5EF4-FFF2-40B4-BE49-F238E27FC236}">
                <ns2:creationId id="{A5B0DC10-36D2-4160-BEA7-45EFCDA82C74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880074" cy="103006"/>
          </a:xfrm>
          <a:custGeom>
            <a:pathLst>
              <a:path w="880074" h="103006">
                <a:moveTo>
                  <a:pt x="0" y="103006"/>
                </a:moveTo>
                <a:lnTo>
                  <a:pt x="880074" y="103006"/>
                </a:lnTo>
                <a:lnTo>
                  <a:pt x="8800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8" name="Figure S1 (a–d) plot object 177">
            <a:extLst>
              <a:ext uri="{FF2B5EF4-FFF2-40B4-BE49-F238E27FC236}">
                <ns2:creationId id="{D3536E0B-3926-4DBF-9CD0-93BCBF8E33CB}"/>
              </a:ext>
            </a:extLst>
          </p:cNvPr>
          <p:cNvSpPr>
            <a:spLocks noGrp="1"/>
          </p:cNvSpPr>
          <p:nvPr/>
        </p:nvSpPr>
        <p:spPr>
          <a:xfrm>
            <a:off x="4155177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79" name="Figure S1 (a–d) plot object 178">
            <a:extLst>
              <a:ext uri="{FF2B5EF4-FFF2-40B4-BE49-F238E27FC236}">
                <ns2:creationId id="{6B39EB91-ED08-452E-8EB1-9E99558C5C4F}"/>
              </a:ext>
            </a:extLst>
          </p:cNvPr>
          <p:cNvSpPr>
            <a:spLocks noGrp="1"/>
          </p:cNvSpPr>
          <p:nvPr/>
        </p:nvSpPr>
        <p:spPr>
          <a:xfrm>
            <a:off x="6534136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80" name="Figure S1 (a–d) plot object 179">
            <a:extLst>
              <a:ext uri="{FF2B5EF4-FFF2-40B4-BE49-F238E27FC236}">
                <ns2:creationId id="{671C2528-EB0B-4894-A5F4-990F9E651E9F}"/>
              </a:ext>
            </a:extLst>
          </p:cNvPr>
          <p:cNvSpPr>
            <a:spLocks noGrp="1"/>
          </p:cNvSpPr>
          <p:nvPr/>
        </p:nvSpPr>
        <p:spPr>
          <a:xfrm>
            <a:off x="8913095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81" name="Figure S1 (a–d) plot object 180">
            <a:extLst>
              <a:ext uri="{FF2B5EF4-FFF2-40B4-BE49-F238E27FC236}">
                <ns2:creationId id="{48411B93-8FD6-4F9C-87B7-5327896ADE9B}"/>
              </a:ext>
            </a:extLst>
          </p:cNvPr>
          <p:cNvSpPr>
            <a:spLocks noGrp="1"/>
          </p:cNvSpPr>
          <p:nvPr/>
        </p:nvSpPr>
        <p:spPr>
          <a:xfrm>
            <a:off x="2880735" y="7721529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82" name="c">
            <a:extLst>
              <a:ext uri="{FF2B5EF4-FFF2-40B4-BE49-F238E27FC236}">
                <ns2:creationId id="{40909354-C921-4476-B93C-FBD743AB0783}"/>
              </a:ext>
            </a:extLst>
          </p:cNvPr>
          <p:cNvSpPr>
            <a:spLocks noGrp="1"/>
          </p:cNvSpPr>
          <p:nvPr/>
        </p:nvSpPr>
        <p:spPr>
          <a:xfrm rot="0">
            <a:off x="2880735" y="5770187"/>
            <a:ext cx="22562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83" name="Electrochemistry / optimization / 12">
            <a:extLst>
              <a:ext uri="{FF2B5EF4-FFF2-40B4-BE49-F238E27FC236}">
                <ns2:creationId id="{2FE7481F-93A9-4491-93E9-38180A1AE96C}"/>
              </a:ext>
            </a:extLst>
          </p:cNvPr>
          <p:cNvSpPr>
            <a:spLocks noGrp="1"/>
          </p:cNvSpPr>
          <p:nvPr/>
        </p:nvSpPr>
        <p:spPr>
          <a:xfrm rot="0">
            <a:off x="3305549" y="5803175"/>
            <a:ext cx="35007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Electrochemistry / optimization / 12</a:t>
            </a:r>
          </a:p>
        </p:txBody>
      </p:sp>
      <p:sp>
        <p:nvSpPr>
          <p:cNvPr id="184" name="Score MAE  0-0.31">
            <a:extLst>
              <a:ext uri="{FF2B5EF4-FFF2-40B4-BE49-F238E27FC236}">
                <ns2:creationId id="{B371BD57-314D-40E0-840A-ECA3B3D37BCC}"/>
              </a:ext>
            </a:extLst>
          </p:cNvPr>
          <p:cNvSpPr>
            <a:spLocks noGrp="1"/>
          </p:cNvSpPr>
          <p:nvPr/>
        </p:nvSpPr>
        <p:spPr>
          <a:xfrm rot="0">
            <a:off x="9996314" y="5817322"/>
            <a:ext cx="1282263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Score MAE  0-0.31</a:t>
            </a:r>
          </a:p>
        </p:txBody>
      </p:sp>
      <p:sp>
        <p:nvSpPr>
          <p:cNvPr id="185" name="Opaque">
            <a:extLst>
              <a:ext uri="{FF2B5EF4-FFF2-40B4-BE49-F238E27FC236}">
                <ns2:creationId id="{72A37C0E-2959-4AA6-938A-7E2FE69338C1}"/>
              </a:ext>
            </a:extLst>
          </p:cNvPr>
          <p:cNvSpPr>
            <a:spLocks noGrp="1"/>
          </p:cNvSpPr>
          <p:nvPr/>
        </p:nvSpPr>
        <p:spPr>
          <a:xfrm rot="0">
            <a:off x="4155177" y="6130826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86" name="Aligned">
            <a:extLst>
              <a:ext uri="{FF2B5EF4-FFF2-40B4-BE49-F238E27FC236}">
                <ns2:creationId id="{F5C07EB7-1A51-4C1F-9B5D-715AA0FD3F38}"/>
              </a:ext>
            </a:extLst>
          </p:cNvPr>
          <p:cNvSpPr>
            <a:spLocks noGrp="1"/>
          </p:cNvSpPr>
          <p:nvPr/>
        </p:nvSpPr>
        <p:spPr>
          <a:xfrm rot="0">
            <a:off x="6534136" y="6128949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87" name="MisIndexed">
            <a:extLst>
              <a:ext uri="{FF2B5EF4-FFF2-40B4-BE49-F238E27FC236}">
                <ns2:creationId id="{CC432655-2A70-4CD5-BA87-18A898C7580D}"/>
              </a:ext>
            </a:extLst>
          </p:cNvPr>
          <p:cNvSpPr>
            <a:spLocks noGrp="1"/>
          </p:cNvSpPr>
          <p:nvPr/>
        </p:nvSpPr>
        <p:spPr>
          <a:xfrm rot="0">
            <a:off x="8913095" y="6129922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88" name="W01">
            <a:extLst>
              <a:ext uri="{FF2B5EF4-FFF2-40B4-BE49-F238E27FC236}">
                <ns2:creationId id="{332CC244-B314-4B31-9133-F0A8B86DF2FC}"/>
              </a:ext>
            </a:extLst>
          </p:cNvPr>
          <p:cNvSpPr>
            <a:spLocks noGrp="1"/>
          </p:cNvSpPr>
          <p:nvPr/>
        </p:nvSpPr>
        <p:spPr>
          <a:xfrm rot="0">
            <a:off x="2965698" y="6444678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89" name="0.2294">
            <a:extLst>
              <a:ext uri="{FF2B5EF4-FFF2-40B4-BE49-F238E27FC236}">
                <ns2:creationId id="{2B42982D-A622-4234-B86C-3043A3D2F883}"/>
              </a:ext>
            </a:extLst>
          </p:cNvPr>
          <p:cNvSpPr>
            <a:spLocks noGrp="1"/>
          </p:cNvSpPr>
          <p:nvPr/>
        </p:nvSpPr>
        <p:spPr>
          <a:xfrm rot="0">
            <a:off x="5693004" y="6453544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0.2294</a:t>
            </a:r>
          </a:p>
        </p:txBody>
      </p:sp>
      <p:sp>
        <p:nvSpPr>
          <p:cNvPr id="190" name="0.0572">
            <a:extLst>
              <a:ext uri="{FF2B5EF4-FFF2-40B4-BE49-F238E27FC236}">
                <ns2:creationId id="{9227DAFC-409E-4F6B-A2E5-C2E4F659739A}"/>
              </a:ext>
            </a:extLst>
          </p:cNvPr>
          <p:cNvSpPr>
            <a:spLocks noGrp="1"/>
          </p:cNvSpPr>
          <p:nvPr/>
        </p:nvSpPr>
        <p:spPr>
          <a:xfrm rot="0">
            <a:off x="8071963" y="6453544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0.0572</a:t>
            </a:r>
          </a:p>
        </p:txBody>
      </p:sp>
      <p:sp>
        <p:nvSpPr>
          <p:cNvPr id="191" name="0.1662">
            <a:extLst>
              <a:ext uri="{FF2B5EF4-FFF2-40B4-BE49-F238E27FC236}">
                <ns2:creationId id="{DA347112-8AD3-4250-ABC2-CBBA0F0C7DFC}"/>
              </a:ext>
            </a:extLst>
          </p:cNvPr>
          <p:cNvSpPr>
            <a:spLocks noGrp="1"/>
          </p:cNvSpPr>
          <p:nvPr/>
        </p:nvSpPr>
        <p:spPr>
          <a:xfrm rot="0">
            <a:off x="10450921" y="6453544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0.1662</a:t>
            </a:r>
          </a:p>
        </p:txBody>
      </p:sp>
      <p:sp>
        <p:nvSpPr>
          <p:cNvPr id="192" name="W02">
            <a:extLst>
              <a:ext uri="{FF2B5EF4-FFF2-40B4-BE49-F238E27FC236}">
                <ns2:creationId id="{DC0FB098-8C9F-44D4-B5A4-ABCE710B98F9}"/>
              </a:ext>
            </a:extLst>
          </p:cNvPr>
          <p:cNvSpPr>
            <a:spLocks noGrp="1"/>
          </p:cNvSpPr>
          <p:nvPr/>
        </p:nvSpPr>
        <p:spPr>
          <a:xfrm rot="0">
            <a:off x="2965698" y="6702194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93" name="0.0478">
            <a:extLst>
              <a:ext uri="{FF2B5EF4-FFF2-40B4-BE49-F238E27FC236}">
                <ns2:creationId id="{78637EB5-8826-4ED6-AEE3-6A1FE48060E8}"/>
              </a:ext>
            </a:extLst>
          </p:cNvPr>
          <p:cNvSpPr>
            <a:spLocks noGrp="1"/>
          </p:cNvSpPr>
          <p:nvPr/>
        </p:nvSpPr>
        <p:spPr>
          <a:xfrm rot="0">
            <a:off x="5693004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0.0478</a:t>
            </a:r>
          </a:p>
        </p:txBody>
      </p:sp>
      <p:sp>
        <p:nvSpPr>
          <p:cNvPr id="194" name="0.0741">
            <a:extLst>
              <a:ext uri="{FF2B5EF4-FFF2-40B4-BE49-F238E27FC236}">
                <ns2:creationId id="{74A0F014-C742-4D78-AA7F-6B38F55FB1CC}"/>
              </a:ext>
            </a:extLst>
          </p:cNvPr>
          <p:cNvSpPr>
            <a:spLocks noGrp="1"/>
          </p:cNvSpPr>
          <p:nvPr/>
        </p:nvSpPr>
        <p:spPr>
          <a:xfrm rot="0">
            <a:off x="8071963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0.0741</a:t>
            </a:r>
          </a:p>
        </p:txBody>
      </p:sp>
      <p:sp>
        <p:nvSpPr>
          <p:cNvPr id="195" name="0.1389">
            <a:extLst>
              <a:ext uri="{FF2B5EF4-FFF2-40B4-BE49-F238E27FC236}">
                <ns2:creationId id="{6659C1F8-799B-49FF-9BE9-B9E436252323}"/>
              </a:ext>
            </a:extLst>
          </p:cNvPr>
          <p:cNvSpPr>
            <a:spLocks noGrp="1"/>
          </p:cNvSpPr>
          <p:nvPr/>
        </p:nvSpPr>
        <p:spPr>
          <a:xfrm rot="0">
            <a:off x="10450921" y="6711060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0.1389</a:t>
            </a:r>
          </a:p>
        </p:txBody>
      </p:sp>
      <p:sp>
        <p:nvSpPr>
          <p:cNvPr id="196" name="W03">
            <a:extLst>
              <a:ext uri="{FF2B5EF4-FFF2-40B4-BE49-F238E27FC236}">
                <ns2:creationId id="{52B2C474-2BD0-4C1D-A5AA-77DF543BD423}"/>
              </a:ext>
            </a:extLst>
          </p:cNvPr>
          <p:cNvSpPr>
            <a:spLocks noGrp="1"/>
          </p:cNvSpPr>
          <p:nvPr/>
        </p:nvSpPr>
        <p:spPr>
          <a:xfrm rot="0">
            <a:off x="2965698" y="695971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97" name="0.2457">
            <a:extLst>
              <a:ext uri="{FF2B5EF4-FFF2-40B4-BE49-F238E27FC236}">
                <ns2:creationId id="{4F10DCA3-2E37-426A-9114-3653CE1774B6}"/>
              </a:ext>
            </a:extLst>
          </p:cNvPr>
          <p:cNvSpPr>
            <a:spLocks noGrp="1"/>
          </p:cNvSpPr>
          <p:nvPr/>
        </p:nvSpPr>
        <p:spPr>
          <a:xfrm rot="0">
            <a:off x="5693004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0.2457</a:t>
            </a:r>
          </a:p>
        </p:txBody>
      </p:sp>
      <p:sp>
        <p:nvSpPr>
          <p:cNvPr id="198" name="0.2460">
            <a:extLst>
              <a:ext uri="{FF2B5EF4-FFF2-40B4-BE49-F238E27FC236}">
                <ns2:creationId id="{53F73049-BDFF-4849-A7F3-35203EE88F04}"/>
              </a:ext>
            </a:extLst>
          </p:cNvPr>
          <p:cNvSpPr>
            <a:spLocks noGrp="1"/>
          </p:cNvSpPr>
          <p:nvPr/>
        </p:nvSpPr>
        <p:spPr>
          <a:xfrm rot="0">
            <a:off x="8071963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0.2460</a:t>
            </a:r>
          </a:p>
        </p:txBody>
      </p:sp>
      <p:sp>
        <p:nvSpPr>
          <p:cNvPr id="199" name="0.1229">
            <a:extLst>
              <a:ext uri="{FF2B5EF4-FFF2-40B4-BE49-F238E27FC236}">
                <ns2:creationId id="{76548BBE-EC7B-480D-B100-7981E46A9B3D}"/>
              </a:ext>
            </a:extLst>
          </p:cNvPr>
          <p:cNvSpPr>
            <a:spLocks noGrp="1"/>
          </p:cNvSpPr>
          <p:nvPr/>
        </p:nvSpPr>
        <p:spPr>
          <a:xfrm rot="0">
            <a:off x="10450921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0.1229</a:t>
            </a:r>
          </a:p>
        </p:txBody>
      </p:sp>
      <p:sp>
        <p:nvSpPr>
          <p:cNvPr id="200" name="W04">
            <a:extLst>
              <a:ext uri="{FF2B5EF4-FFF2-40B4-BE49-F238E27FC236}">
                <ns2:creationId id="{CE8CBEDA-4E7A-43D0-9EAC-A650B19843DC}"/>
              </a:ext>
            </a:extLst>
          </p:cNvPr>
          <p:cNvSpPr>
            <a:spLocks noGrp="1"/>
          </p:cNvSpPr>
          <p:nvPr/>
        </p:nvSpPr>
        <p:spPr>
          <a:xfrm rot="0">
            <a:off x="2965698" y="721722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01" name="0.1548">
            <a:extLst>
              <a:ext uri="{FF2B5EF4-FFF2-40B4-BE49-F238E27FC236}">
                <ns2:creationId id="{F0CC9049-C89F-4313-968F-D3064D5428D8}"/>
              </a:ext>
            </a:extLst>
          </p:cNvPr>
          <p:cNvSpPr>
            <a:spLocks noGrp="1"/>
          </p:cNvSpPr>
          <p:nvPr/>
        </p:nvSpPr>
        <p:spPr>
          <a:xfrm rot="0">
            <a:off x="5693004" y="722609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0.1548</a:t>
            </a:r>
          </a:p>
        </p:txBody>
      </p:sp>
      <p:sp>
        <p:nvSpPr>
          <p:cNvPr id="202" name="0.1836">
            <a:extLst>
              <a:ext uri="{FF2B5EF4-FFF2-40B4-BE49-F238E27FC236}">
                <ns2:creationId id="{DDAB5E05-BE0B-4274-A2DE-313B2A6D5365}"/>
              </a:ext>
            </a:extLst>
          </p:cNvPr>
          <p:cNvSpPr>
            <a:spLocks noGrp="1"/>
          </p:cNvSpPr>
          <p:nvPr/>
        </p:nvSpPr>
        <p:spPr>
          <a:xfrm rot="0">
            <a:off x="8071963" y="722609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0.1836</a:t>
            </a:r>
          </a:p>
        </p:txBody>
      </p:sp>
      <p:sp>
        <p:nvSpPr>
          <p:cNvPr id="203" name="0.2623">
            <a:extLst>
              <a:ext uri="{FF2B5EF4-FFF2-40B4-BE49-F238E27FC236}">
                <ns2:creationId id="{6914063F-6EF5-4E92-9FD2-D368A997F9DB}"/>
              </a:ext>
            </a:extLst>
          </p:cNvPr>
          <p:cNvSpPr>
            <a:spLocks noGrp="1"/>
          </p:cNvSpPr>
          <p:nvPr/>
        </p:nvSpPr>
        <p:spPr>
          <a:xfrm rot="0">
            <a:off x="10450921" y="722609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0.2623</a:t>
            </a:r>
          </a:p>
        </p:txBody>
      </p:sp>
      <p:sp>
        <p:nvSpPr>
          <p:cNvPr id="204" name="W05">
            <a:extLst>
              <a:ext uri="{FF2B5EF4-FFF2-40B4-BE49-F238E27FC236}">
                <ns2:creationId id="{8FF8366C-AE09-4ED0-A391-79A4EC1D4AC3}"/>
              </a:ext>
            </a:extLst>
          </p:cNvPr>
          <p:cNvSpPr>
            <a:spLocks noGrp="1"/>
          </p:cNvSpPr>
          <p:nvPr/>
        </p:nvSpPr>
        <p:spPr>
          <a:xfrm rot="0">
            <a:off x="2965698" y="747474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05" name="0.2960">
            <a:extLst>
              <a:ext uri="{FF2B5EF4-FFF2-40B4-BE49-F238E27FC236}">
                <ns2:creationId id="{D4864488-8AFB-4C10-95F3-AB1C7EB2DA6E}"/>
              </a:ext>
            </a:extLst>
          </p:cNvPr>
          <p:cNvSpPr>
            <a:spLocks noGrp="1"/>
          </p:cNvSpPr>
          <p:nvPr/>
        </p:nvSpPr>
        <p:spPr>
          <a:xfrm rot="0">
            <a:off x="5693004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0.2960</a:t>
            </a:r>
          </a:p>
        </p:txBody>
      </p:sp>
      <p:sp>
        <p:nvSpPr>
          <p:cNvPr id="206" name="0.2196">
            <a:extLst>
              <a:ext uri="{FF2B5EF4-FFF2-40B4-BE49-F238E27FC236}">
                <ns2:creationId id="{64B867E7-43DC-4ECD-AE4C-577E728A62E1}"/>
              </a:ext>
            </a:extLst>
          </p:cNvPr>
          <p:cNvSpPr>
            <a:spLocks noGrp="1"/>
          </p:cNvSpPr>
          <p:nvPr/>
        </p:nvSpPr>
        <p:spPr>
          <a:xfrm rot="0">
            <a:off x="8071963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0.2196</a:t>
            </a:r>
          </a:p>
        </p:txBody>
      </p:sp>
      <p:sp>
        <p:nvSpPr>
          <p:cNvPr id="207" name="0.2272">
            <a:extLst>
              <a:ext uri="{FF2B5EF4-FFF2-40B4-BE49-F238E27FC236}">
                <ns2:creationId id="{1E8A2064-F524-4270-92CA-F470D7FB8D3B}"/>
              </a:ext>
            </a:extLst>
          </p:cNvPr>
          <p:cNvSpPr>
            <a:spLocks noGrp="1"/>
          </p:cNvSpPr>
          <p:nvPr/>
        </p:nvSpPr>
        <p:spPr>
          <a:xfrm rot="0">
            <a:off x="10450921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0.2272</a:t>
            </a:r>
          </a:p>
        </p:txBody>
      </p:sp>
      <p:sp>
        <p:nvSpPr>
          <p:cNvPr id="208" name="Mean">
            <a:extLst>
              <a:ext uri="{FF2B5EF4-FFF2-40B4-BE49-F238E27FC236}">
                <ns2:creationId id="{82742784-DA31-4CCE-8C61-02344C25502C}"/>
              </a:ext>
            </a:extLst>
          </p:cNvPr>
          <p:cNvSpPr>
            <a:spLocks noGrp="1"/>
          </p:cNvSpPr>
          <p:nvPr/>
        </p:nvSpPr>
        <p:spPr>
          <a:xfrm rot="0">
            <a:off x="2965698" y="781429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09" name="0.1947">
            <a:extLst>
              <a:ext uri="{FF2B5EF4-FFF2-40B4-BE49-F238E27FC236}">
                <ns2:creationId id="{90305A3F-E735-41A3-A2D1-E787F14002B5}"/>
              </a:ext>
            </a:extLst>
          </p:cNvPr>
          <p:cNvSpPr>
            <a:spLocks noGrp="1"/>
          </p:cNvSpPr>
          <p:nvPr/>
        </p:nvSpPr>
        <p:spPr>
          <a:xfrm rot="0">
            <a:off x="5693004" y="7823156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0.1947</a:t>
            </a:r>
          </a:p>
        </p:txBody>
      </p:sp>
      <p:sp>
        <p:nvSpPr>
          <p:cNvPr id="210" name="0.1561">
            <a:extLst>
              <a:ext uri="{FF2B5EF4-FFF2-40B4-BE49-F238E27FC236}">
                <ns2:creationId id="{462DDED6-1005-4581-AFC4-BF30911ADCD4}"/>
              </a:ext>
            </a:extLst>
          </p:cNvPr>
          <p:cNvSpPr>
            <a:spLocks noGrp="1"/>
          </p:cNvSpPr>
          <p:nvPr/>
        </p:nvSpPr>
        <p:spPr>
          <a:xfrm rot="0">
            <a:off x="8071963" y="7823156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0.1561</a:t>
            </a:r>
          </a:p>
        </p:txBody>
      </p:sp>
      <p:sp>
        <p:nvSpPr>
          <p:cNvPr id="211" name="0.1835">
            <a:extLst>
              <a:ext uri="{FF2B5EF4-FFF2-40B4-BE49-F238E27FC236}">
                <ns2:creationId id="{3128C926-D76D-4723-AD87-A0CF6FEB8FEF}"/>
              </a:ext>
            </a:extLst>
          </p:cNvPr>
          <p:cNvSpPr>
            <a:spLocks noGrp="1"/>
          </p:cNvSpPr>
          <p:nvPr/>
        </p:nvSpPr>
        <p:spPr>
          <a:xfrm rot="0">
            <a:off x="10450921" y="782315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0.1835</a:t>
            </a:r>
          </a:p>
        </p:txBody>
      </p:sp>
      <p:sp>
        <p:nvSpPr>
          <p:cNvPr id="212" name="Figure S1 (a–d) plot object 211">
            <a:extLst>
              <a:ext uri="{FF2B5EF4-FFF2-40B4-BE49-F238E27FC236}">
                <ns2:creationId id="{F0D71462-505A-4ABF-8701-A335A7851EF0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3" name="Figure S1 (a–d) plot object 212">
            <a:extLst>
              <a:ext uri="{FF2B5EF4-FFF2-40B4-BE49-F238E27FC236}">
                <ns2:creationId id="{163CF19B-1C81-4EB2-B201-58DED6662189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591447" cy="103006"/>
          </a:xfrm>
          <a:custGeom>
            <a:pathLst>
              <a:path w="591447" h="103006">
                <a:moveTo>
                  <a:pt x="0" y="103006"/>
                </a:moveTo>
                <a:lnTo>
                  <a:pt x="591447" y="103006"/>
                </a:lnTo>
                <a:lnTo>
                  <a:pt x="59144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14" name="Figure S1 (a–d) plot object 213">
            <a:extLst>
              <a:ext uri="{FF2B5EF4-FFF2-40B4-BE49-F238E27FC236}">
                <ns2:creationId id="{FFA9E085-53E8-4C5C-A9AE-F149D6E06480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5" name="Figure S1 (a–d) plot object 214">
            <a:extLst>
              <a:ext uri="{FF2B5EF4-FFF2-40B4-BE49-F238E27FC236}">
                <ns2:creationId id="{05C5643C-B4D6-4EA6-98DA-168F0FC8B074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859327" cy="103006"/>
          </a:xfrm>
          <a:custGeom>
            <a:pathLst>
              <a:path w="859327" h="103006">
                <a:moveTo>
                  <a:pt x="0" y="103006"/>
                </a:moveTo>
                <a:lnTo>
                  <a:pt x="859327" y="103006"/>
                </a:lnTo>
                <a:lnTo>
                  <a:pt x="85932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16" name="Figure S1 (a–d) plot object 215">
            <a:extLst>
              <a:ext uri="{FF2B5EF4-FFF2-40B4-BE49-F238E27FC236}">
                <ns2:creationId id="{2FF02F29-B18C-40D8-AD87-86C5A6F2C0FD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7" name="Figure S1 (a–d) plot object 216">
            <a:extLst>
              <a:ext uri="{FF2B5EF4-FFF2-40B4-BE49-F238E27FC236}">
                <ns2:creationId id="{A7C7F51C-4D38-499A-8EFC-02F6F14FA7F2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920827" cy="103006"/>
          </a:xfrm>
          <a:custGeom>
            <a:pathLst>
              <a:path w="920827" h="103006">
                <a:moveTo>
                  <a:pt x="0" y="103006"/>
                </a:moveTo>
                <a:lnTo>
                  <a:pt x="920827" y="103006"/>
                </a:lnTo>
                <a:lnTo>
                  <a:pt x="92082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18" name="Figure S1 (a–d) plot object 217">
            <a:extLst>
              <a:ext uri="{FF2B5EF4-FFF2-40B4-BE49-F238E27FC236}">
                <ns2:creationId id="{C7AE406E-3649-488C-AA5B-48941A36F410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9" name="Figure S1 (a–d) plot object 218">
            <a:extLst>
              <a:ext uri="{FF2B5EF4-FFF2-40B4-BE49-F238E27FC236}">
                <ns2:creationId id="{43E2B40A-1573-42E3-BAE0-F0F5C799D633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256556" cy="103006"/>
          </a:xfrm>
          <a:custGeom>
            <a:pathLst>
              <a:path w="256556" h="103006">
                <a:moveTo>
                  <a:pt x="0" y="103006"/>
                </a:moveTo>
                <a:lnTo>
                  <a:pt x="256556" y="103006"/>
                </a:lnTo>
                <a:lnTo>
                  <a:pt x="256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0" name="Figure S1 (a–d) plot object 219">
            <a:extLst>
              <a:ext uri="{FF2B5EF4-FFF2-40B4-BE49-F238E27FC236}">
                <ns2:creationId id="{54F58153-FFF8-4DB8-AD33-D4B2887805D4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1" name="Figure S1 (a–d) plot object 220">
            <a:extLst>
              <a:ext uri="{FF2B5EF4-FFF2-40B4-BE49-F238E27FC236}">
                <ns2:creationId id="{65BAF189-D351-4D16-98B5-E213793549BB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179895" cy="103006"/>
          </a:xfrm>
          <a:custGeom>
            <a:pathLst>
              <a:path w="179895" h="103006">
                <a:moveTo>
                  <a:pt x="0" y="103006"/>
                </a:moveTo>
                <a:lnTo>
                  <a:pt x="179895" y="103006"/>
                </a:lnTo>
                <a:lnTo>
                  <a:pt x="17989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2" name="Figure S1 (a–d) plot object 221">
            <a:extLst>
              <a:ext uri="{FF2B5EF4-FFF2-40B4-BE49-F238E27FC236}">
                <ns2:creationId id="{AB487D3D-107F-44BD-A6ED-9CBEBE6EFAAA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3" name="Figure S1 (a–d) plot object 222">
            <a:extLst>
              <a:ext uri="{FF2B5EF4-FFF2-40B4-BE49-F238E27FC236}">
                <ns2:creationId id="{73A8DF02-A5EB-4367-9BD9-0DA88C635E78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261891" cy="103006"/>
          </a:xfrm>
          <a:custGeom>
            <a:pathLst>
              <a:path w="261891" h="103006">
                <a:moveTo>
                  <a:pt x="0" y="103006"/>
                </a:moveTo>
                <a:lnTo>
                  <a:pt x="261891" y="103006"/>
                </a:lnTo>
                <a:lnTo>
                  <a:pt x="26189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24" name="Figure S1 (a–d) plot object 223">
            <a:extLst>
              <a:ext uri="{FF2B5EF4-FFF2-40B4-BE49-F238E27FC236}">
                <ns2:creationId id="{E10AE642-617D-4423-80D1-E0EBD4D1EE8A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5" name="Figure S1 (a–d) plot object 224">
            <a:extLst>
              <a:ext uri="{FF2B5EF4-FFF2-40B4-BE49-F238E27FC236}">
                <ns2:creationId id="{0647E358-2D0D-47DA-A0DD-075ED6697A41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403027" cy="103006"/>
          </a:xfrm>
          <a:custGeom>
            <a:pathLst>
              <a:path w="403027" h="103006">
                <a:moveTo>
                  <a:pt x="0" y="103006"/>
                </a:moveTo>
                <a:lnTo>
                  <a:pt x="403027" y="103006"/>
                </a:lnTo>
                <a:lnTo>
                  <a:pt x="40302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6" name="Figure S1 (a–d) plot object 225">
            <a:extLst>
              <a:ext uri="{FF2B5EF4-FFF2-40B4-BE49-F238E27FC236}">
                <ns2:creationId id="{41A0BB4B-3416-4E7A-BF7E-92C1FCDCD9B9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7" name="Figure S1 (a–d) plot object 226">
            <a:extLst>
              <a:ext uri="{FF2B5EF4-FFF2-40B4-BE49-F238E27FC236}">
                <ns2:creationId id="{59D53649-3065-4E4F-A105-65DCA96CBF5D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279248" cy="103006"/>
          </a:xfrm>
          <a:custGeom>
            <a:pathLst>
              <a:path w="279248" h="103006">
                <a:moveTo>
                  <a:pt x="0" y="103006"/>
                </a:moveTo>
                <a:lnTo>
                  <a:pt x="279248" y="103006"/>
                </a:lnTo>
                <a:lnTo>
                  <a:pt x="279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8" name="Figure S1 (a–d) plot object 227">
            <a:extLst>
              <a:ext uri="{FF2B5EF4-FFF2-40B4-BE49-F238E27FC236}">
                <ns2:creationId id="{4397516C-5F68-43AA-9263-4528178FE26E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9" name="Figure S1 (a–d) plot object 228">
            <a:extLst>
              <a:ext uri="{FF2B5EF4-FFF2-40B4-BE49-F238E27FC236}">
                <ns2:creationId id="{87841BA7-317D-4B98-8284-FB77D614952D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442836" cy="103006"/>
          </a:xfrm>
          <a:custGeom>
            <a:pathLst>
              <a:path w="442836" h="103006">
                <a:moveTo>
                  <a:pt x="0" y="103006"/>
                </a:moveTo>
                <a:lnTo>
                  <a:pt x="442836" y="103006"/>
                </a:lnTo>
                <a:lnTo>
                  <a:pt x="4428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0" name="Figure S1 (a–d) plot object 229">
            <a:extLst>
              <a:ext uri="{FF2B5EF4-FFF2-40B4-BE49-F238E27FC236}">
                <ns2:creationId id="{CA91BDC4-179D-4F27-AB0D-8B882EFDC963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1" name="Figure S1 (a–d) plot object 230">
            <a:extLst>
              <a:ext uri="{FF2B5EF4-FFF2-40B4-BE49-F238E27FC236}">
                <ns2:creationId id="{BD7460AF-2D71-47C5-91E3-394BAF89DE5D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207165" cy="103006"/>
          </a:xfrm>
          <a:custGeom>
            <a:pathLst>
              <a:path w="207165" h="103006">
                <a:moveTo>
                  <a:pt x="0" y="103006"/>
                </a:moveTo>
                <a:lnTo>
                  <a:pt x="207165" y="103006"/>
                </a:lnTo>
                <a:lnTo>
                  <a:pt x="20716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2" name="Figure S1 (a–d) plot object 231">
            <a:extLst>
              <a:ext uri="{FF2B5EF4-FFF2-40B4-BE49-F238E27FC236}">
                <ns2:creationId id="{98318FB2-7870-4E8A-88E9-8E460254FC4F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3" name="Figure S1 (a–d) plot object 232">
            <a:extLst>
              <a:ext uri="{FF2B5EF4-FFF2-40B4-BE49-F238E27FC236}">
                <ns2:creationId id="{C27F3F9E-5EFF-4C49-A4C8-2AC83CE153D2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579672" cy="103006"/>
          </a:xfrm>
          <a:custGeom>
            <a:pathLst>
              <a:path w="579672" h="103006">
                <a:moveTo>
                  <a:pt x="0" y="103006"/>
                </a:moveTo>
                <a:lnTo>
                  <a:pt x="579672" y="103006"/>
                </a:lnTo>
                <a:lnTo>
                  <a:pt x="5796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34" name="Figure S1 (a–d) plot object 233">
            <a:extLst>
              <a:ext uri="{FF2B5EF4-FFF2-40B4-BE49-F238E27FC236}">
                <ns2:creationId id="{45BB7FE3-4DE2-4F75-A3F3-C7D76187C2E8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5" name="Figure S1 (a–d) plot object 234">
            <a:extLst>
              <a:ext uri="{FF2B5EF4-FFF2-40B4-BE49-F238E27FC236}">
                <ns2:creationId id="{95054858-6D8A-447F-B8F1-C8253613923B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869736" cy="103006"/>
          </a:xfrm>
          <a:custGeom>
            <a:pathLst>
              <a:path w="869736" h="103006">
                <a:moveTo>
                  <a:pt x="0" y="103006"/>
                </a:moveTo>
                <a:lnTo>
                  <a:pt x="869736" y="103006"/>
                </a:lnTo>
                <a:lnTo>
                  <a:pt x="869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6" name="Figure S1 (a–d) plot object 235">
            <a:extLst>
              <a:ext uri="{FF2B5EF4-FFF2-40B4-BE49-F238E27FC236}">
                <ns2:creationId id="{63C3D8A3-462B-4EA2-9CA0-DEFEFC7D227C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7" name="Figure S1 (a–d) plot object 236">
            <a:extLst>
              <a:ext uri="{FF2B5EF4-FFF2-40B4-BE49-F238E27FC236}">
                <ns2:creationId id="{A6789F82-8763-42CF-90DC-53E231095B5D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1210197" cy="103006"/>
          </a:xfrm>
          <a:custGeom>
            <a:pathLst>
              <a:path w="1210197" h="103006">
                <a:moveTo>
                  <a:pt x="0" y="103006"/>
                </a:moveTo>
                <a:lnTo>
                  <a:pt x="1210197" y="103006"/>
                </a:lnTo>
                <a:lnTo>
                  <a:pt x="121019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8" name="Figure S1 (a–d) plot object 237">
            <a:extLst>
              <a:ext uri="{FF2B5EF4-FFF2-40B4-BE49-F238E27FC236}">
                <ns2:creationId id="{FC770536-4E5C-449C-9E24-09CD4A0227E2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9" name="Figure S1 (a–d) plot object 238">
            <a:extLst>
              <a:ext uri="{FF2B5EF4-FFF2-40B4-BE49-F238E27FC236}">
                <ns2:creationId id="{4DB2BB08-445C-40CC-A14B-9E49489C1D78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490673" cy="103006"/>
          </a:xfrm>
          <a:custGeom>
            <a:pathLst>
              <a:path w="490673" h="103006">
                <a:moveTo>
                  <a:pt x="0" y="103006"/>
                </a:moveTo>
                <a:lnTo>
                  <a:pt x="490673" y="103006"/>
                </a:lnTo>
                <a:lnTo>
                  <a:pt x="49067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0" name="Figure S1 (a–d) plot object 239">
            <a:extLst>
              <a:ext uri="{FF2B5EF4-FFF2-40B4-BE49-F238E27FC236}">
                <ns2:creationId id="{1083AEF5-9FA8-44D7-8A85-A2A28B9E6047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1" name="Figure S1 (a–d) plot object 240">
            <a:extLst>
              <a:ext uri="{FF2B5EF4-FFF2-40B4-BE49-F238E27FC236}">
                <ns2:creationId id="{1A4435DE-1FC1-49A6-B091-3D246ADB29F2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230155" cy="103006"/>
          </a:xfrm>
          <a:custGeom>
            <a:pathLst>
              <a:path w="230155" h="103006">
                <a:moveTo>
                  <a:pt x="0" y="103006"/>
                </a:moveTo>
                <a:lnTo>
                  <a:pt x="230155" y="103006"/>
                </a:lnTo>
                <a:lnTo>
                  <a:pt x="23015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2" name="Figure S1 (a–d) plot object 241">
            <a:extLst>
              <a:ext uri="{FF2B5EF4-FFF2-40B4-BE49-F238E27FC236}">
                <ns2:creationId id="{8E0722B9-ED42-4633-9E39-B07280ADFF65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3" name="Figure S1 (a–d) plot object 242">
            <a:extLst>
              <a:ext uri="{FF2B5EF4-FFF2-40B4-BE49-F238E27FC236}">
                <ns2:creationId id="{BC215591-8B0A-4BF0-8775-ADEBE6FA370C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533678" cy="103006"/>
          </a:xfrm>
          <a:custGeom>
            <a:pathLst>
              <a:path w="533678" h="103006">
                <a:moveTo>
                  <a:pt x="0" y="103006"/>
                </a:moveTo>
                <a:lnTo>
                  <a:pt x="533678" y="103006"/>
                </a:lnTo>
                <a:lnTo>
                  <a:pt x="533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44" name="Figure S1 (a–d) plot object 243">
            <a:extLst>
              <a:ext uri="{FF2B5EF4-FFF2-40B4-BE49-F238E27FC236}">
                <ns2:creationId id="{CC898FF0-33AF-4697-93A5-DB20771495CA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5" name="Figure S1 (a–d) plot object 244">
            <a:extLst>
              <a:ext uri="{FF2B5EF4-FFF2-40B4-BE49-F238E27FC236}">
                <ns2:creationId id="{003F82C1-B3A6-4791-A86F-50551A62E7CD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477763" cy="103006"/>
          </a:xfrm>
          <a:custGeom>
            <a:pathLst>
              <a:path w="477763" h="103006">
                <a:moveTo>
                  <a:pt x="0" y="103006"/>
                </a:moveTo>
                <a:lnTo>
                  <a:pt x="477763" y="103006"/>
                </a:lnTo>
                <a:lnTo>
                  <a:pt x="47776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6" name="Figure S1 (a–d) plot object 245">
            <a:extLst>
              <a:ext uri="{FF2B5EF4-FFF2-40B4-BE49-F238E27FC236}">
                <ns2:creationId id="{83216E58-75E8-44AE-8A6D-462B157841E8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7" name="Figure S1 (a–d) plot object 246">
            <a:extLst>
              <a:ext uri="{FF2B5EF4-FFF2-40B4-BE49-F238E27FC236}">
                <ns2:creationId id="{1E672D0D-E363-4796-9F84-413A5A37D7FD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545089" cy="103006"/>
          </a:xfrm>
          <a:custGeom>
            <a:pathLst>
              <a:path w="545089" h="103006">
                <a:moveTo>
                  <a:pt x="0" y="103006"/>
                </a:moveTo>
                <a:lnTo>
                  <a:pt x="545089" y="103006"/>
                </a:lnTo>
                <a:lnTo>
                  <a:pt x="54508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8" name="Figure S1 (a–d) plot object 247">
            <a:extLst>
              <a:ext uri="{FF2B5EF4-FFF2-40B4-BE49-F238E27FC236}">
                <ns2:creationId id="{7876742E-4ECD-4A24-BA59-B0897A298021}"/>
              </a:ext>
            </a:extLst>
          </p:cNvPr>
          <p:cNvSpPr>
            <a:spLocks noGrp="1"/>
          </p:cNvSpPr>
          <p:nvPr/>
        </p:nvSpPr>
        <p:spPr>
          <a:xfrm>
            <a:off x="4155177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249" name="Figure S1 (a–d) plot object 248">
            <a:extLst>
              <a:ext uri="{FF2B5EF4-FFF2-40B4-BE49-F238E27FC236}">
                <ns2:creationId id="{1B372C2F-BEBC-4A5B-9276-DB031CF12B32}"/>
              </a:ext>
            </a:extLst>
          </p:cNvPr>
          <p:cNvSpPr>
            <a:spLocks noGrp="1"/>
          </p:cNvSpPr>
          <p:nvPr/>
        </p:nvSpPr>
        <p:spPr>
          <a:xfrm>
            <a:off x="6534136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250" name="Figure S1 (a–d) plot object 249">
            <a:extLst>
              <a:ext uri="{FF2B5EF4-FFF2-40B4-BE49-F238E27FC236}">
                <ns2:creationId id="{37EA41B2-4482-4EC8-8065-938D1EB70360}"/>
              </a:ext>
            </a:extLst>
          </p:cNvPr>
          <p:cNvSpPr>
            <a:spLocks noGrp="1"/>
          </p:cNvSpPr>
          <p:nvPr/>
        </p:nvSpPr>
        <p:spPr>
          <a:xfrm>
            <a:off x="8913095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251" name="Figure S1 (a–d) plot object 250">
            <a:extLst>
              <a:ext uri="{FF2B5EF4-FFF2-40B4-BE49-F238E27FC236}">
                <ns2:creationId id="{5B2B0C83-461C-46C9-AABC-1ABD3DB929F6}"/>
              </a:ext>
            </a:extLst>
          </p:cNvPr>
          <p:cNvSpPr>
            <a:spLocks noGrp="1"/>
          </p:cNvSpPr>
          <p:nvPr/>
        </p:nvSpPr>
        <p:spPr>
          <a:xfrm>
            <a:off x="2880735" y="10343508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252" name="d">
            <a:extLst>
              <a:ext uri="{FF2B5EF4-FFF2-40B4-BE49-F238E27FC236}">
                <ns2:creationId id="{57996B76-77BC-4E41-952B-C99DA56659B3}"/>
              </a:ext>
            </a:extLst>
          </p:cNvPr>
          <p:cNvSpPr>
            <a:spLocks noGrp="1"/>
          </p:cNvSpPr>
          <p:nvPr/>
        </p:nvSpPr>
        <p:spPr>
          <a:xfrm rot="0">
            <a:off x="2880735" y="8392166"/>
            <a:ext cx="239028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253" name="Electrochemistry / optimization / 24">
            <a:extLst>
              <a:ext uri="{FF2B5EF4-FFF2-40B4-BE49-F238E27FC236}">
                <ns2:creationId id="{CACDE963-FE33-4C9D-B27C-D596B09FD2BB}"/>
              </a:ext>
            </a:extLst>
          </p:cNvPr>
          <p:cNvSpPr>
            <a:spLocks noGrp="1"/>
          </p:cNvSpPr>
          <p:nvPr/>
        </p:nvSpPr>
        <p:spPr>
          <a:xfrm rot="0">
            <a:off x="3305549" y="8425154"/>
            <a:ext cx="35007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Electrochemistry / optimization / 24</a:t>
            </a:r>
          </a:p>
        </p:txBody>
      </p:sp>
      <p:sp>
        <p:nvSpPr>
          <p:cNvPr id="254" name="Score MAE  0-0.31">
            <a:extLst>
              <a:ext uri="{FF2B5EF4-FFF2-40B4-BE49-F238E27FC236}">
                <ns2:creationId id="{999EECF3-8EB5-4025-BB54-3858934FD301}"/>
              </a:ext>
            </a:extLst>
          </p:cNvPr>
          <p:cNvSpPr>
            <a:spLocks noGrp="1"/>
          </p:cNvSpPr>
          <p:nvPr/>
        </p:nvSpPr>
        <p:spPr>
          <a:xfrm rot="0">
            <a:off x="9996314" y="8439301"/>
            <a:ext cx="1282263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Score MAE  0-0.31</a:t>
            </a:r>
          </a:p>
        </p:txBody>
      </p:sp>
      <p:sp>
        <p:nvSpPr>
          <p:cNvPr id="255" name="Opaque">
            <a:extLst>
              <a:ext uri="{FF2B5EF4-FFF2-40B4-BE49-F238E27FC236}">
                <ns2:creationId id="{CD6E8661-1A1D-4737-AC1F-62624F8E9F64}"/>
              </a:ext>
            </a:extLst>
          </p:cNvPr>
          <p:cNvSpPr>
            <a:spLocks noGrp="1"/>
          </p:cNvSpPr>
          <p:nvPr/>
        </p:nvSpPr>
        <p:spPr>
          <a:xfrm rot="0">
            <a:off x="4155177" y="8752805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256" name="Aligned">
            <a:extLst>
              <a:ext uri="{FF2B5EF4-FFF2-40B4-BE49-F238E27FC236}">
                <ns2:creationId id="{BA9EB679-E078-44E6-8FB9-BD9C4DB0EC71}"/>
              </a:ext>
            </a:extLst>
          </p:cNvPr>
          <p:cNvSpPr>
            <a:spLocks noGrp="1"/>
          </p:cNvSpPr>
          <p:nvPr/>
        </p:nvSpPr>
        <p:spPr>
          <a:xfrm rot="0">
            <a:off x="6534136" y="8750928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257" name="MisIndexed">
            <a:extLst>
              <a:ext uri="{FF2B5EF4-FFF2-40B4-BE49-F238E27FC236}">
                <ns2:creationId id="{230809C3-0847-43CD-9962-B079EF6F172F}"/>
              </a:ext>
            </a:extLst>
          </p:cNvPr>
          <p:cNvSpPr>
            <a:spLocks noGrp="1"/>
          </p:cNvSpPr>
          <p:nvPr/>
        </p:nvSpPr>
        <p:spPr>
          <a:xfrm rot="0">
            <a:off x="8913095" y="8751901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258" name="W01">
            <a:extLst>
              <a:ext uri="{FF2B5EF4-FFF2-40B4-BE49-F238E27FC236}">
                <ns2:creationId id="{13155FF8-B91D-41E8-AFC6-04902C72D245}"/>
              </a:ext>
            </a:extLst>
          </p:cNvPr>
          <p:cNvSpPr>
            <a:spLocks noGrp="1"/>
          </p:cNvSpPr>
          <p:nvPr/>
        </p:nvSpPr>
        <p:spPr>
          <a:xfrm rot="0">
            <a:off x="2965698" y="9066657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259" name="0.1233">
            <a:extLst>
              <a:ext uri="{FF2B5EF4-FFF2-40B4-BE49-F238E27FC236}">
                <ns2:creationId id="{E483E24F-181E-4C1B-A204-2B1D008ECB52}"/>
              </a:ext>
            </a:extLst>
          </p:cNvPr>
          <p:cNvSpPr>
            <a:spLocks noGrp="1"/>
          </p:cNvSpPr>
          <p:nvPr/>
        </p:nvSpPr>
        <p:spPr>
          <a:xfrm rot="0">
            <a:off x="5693004" y="9075523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0.1233</a:t>
            </a:r>
          </a:p>
        </p:txBody>
      </p:sp>
      <p:sp>
        <p:nvSpPr>
          <p:cNvPr id="260" name="0.1792">
            <a:extLst>
              <a:ext uri="{FF2B5EF4-FFF2-40B4-BE49-F238E27FC236}">
                <ns2:creationId id="{B5A167CA-0B98-4374-BED8-5E47E2FFCE6E}"/>
              </a:ext>
            </a:extLst>
          </p:cNvPr>
          <p:cNvSpPr>
            <a:spLocks noGrp="1"/>
          </p:cNvSpPr>
          <p:nvPr/>
        </p:nvSpPr>
        <p:spPr>
          <a:xfrm rot="0">
            <a:off x="8071963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0.1792</a:t>
            </a:r>
          </a:p>
        </p:txBody>
      </p:sp>
      <p:sp>
        <p:nvSpPr>
          <p:cNvPr id="261" name="0.1920">
            <a:extLst>
              <a:ext uri="{FF2B5EF4-FFF2-40B4-BE49-F238E27FC236}">
                <ns2:creationId id="{E019BC68-F7D3-4540-A05A-3AF5563A2872}"/>
              </a:ext>
            </a:extLst>
          </p:cNvPr>
          <p:cNvSpPr>
            <a:spLocks noGrp="1"/>
          </p:cNvSpPr>
          <p:nvPr/>
        </p:nvSpPr>
        <p:spPr>
          <a:xfrm rot="0">
            <a:off x="10450921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0.1920</a:t>
            </a:r>
          </a:p>
        </p:txBody>
      </p:sp>
      <p:sp>
        <p:nvSpPr>
          <p:cNvPr id="262" name="W02">
            <a:extLst>
              <a:ext uri="{FF2B5EF4-FFF2-40B4-BE49-F238E27FC236}">
                <ns2:creationId id="{78034F4F-115D-410A-B7EB-9AC5C9B6A27A}"/>
              </a:ext>
            </a:extLst>
          </p:cNvPr>
          <p:cNvSpPr>
            <a:spLocks noGrp="1"/>
          </p:cNvSpPr>
          <p:nvPr/>
        </p:nvSpPr>
        <p:spPr>
          <a:xfrm rot="0">
            <a:off x="2965698" y="9324173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263" name="0.0535">
            <a:extLst>
              <a:ext uri="{FF2B5EF4-FFF2-40B4-BE49-F238E27FC236}">
                <ns2:creationId id="{BDD06AC0-0910-4045-960B-C0025881AF6D}"/>
              </a:ext>
            </a:extLst>
          </p:cNvPr>
          <p:cNvSpPr>
            <a:spLocks noGrp="1"/>
          </p:cNvSpPr>
          <p:nvPr/>
        </p:nvSpPr>
        <p:spPr>
          <a:xfrm rot="0">
            <a:off x="5693004" y="933303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0.0535</a:t>
            </a:r>
          </a:p>
        </p:txBody>
      </p:sp>
      <p:sp>
        <p:nvSpPr>
          <p:cNvPr id="264" name="0.0375">
            <a:extLst>
              <a:ext uri="{FF2B5EF4-FFF2-40B4-BE49-F238E27FC236}">
                <ns2:creationId id="{2BBF8320-2D49-4814-9D50-AA76A35E438F}"/>
              </a:ext>
            </a:extLst>
          </p:cNvPr>
          <p:cNvSpPr>
            <a:spLocks noGrp="1"/>
          </p:cNvSpPr>
          <p:nvPr/>
        </p:nvSpPr>
        <p:spPr>
          <a:xfrm rot="0">
            <a:off x="8071963" y="933303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0.0375</a:t>
            </a:r>
          </a:p>
        </p:txBody>
      </p:sp>
      <p:sp>
        <p:nvSpPr>
          <p:cNvPr id="265" name="0.0546">
            <a:extLst>
              <a:ext uri="{FF2B5EF4-FFF2-40B4-BE49-F238E27FC236}">
                <ns2:creationId id="{806CBFDA-896F-40C2-9974-358117D14806}"/>
              </a:ext>
            </a:extLst>
          </p:cNvPr>
          <p:cNvSpPr>
            <a:spLocks noGrp="1"/>
          </p:cNvSpPr>
          <p:nvPr/>
        </p:nvSpPr>
        <p:spPr>
          <a:xfrm rot="0">
            <a:off x="10450921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0.0546</a:t>
            </a:r>
          </a:p>
        </p:txBody>
      </p:sp>
      <p:sp>
        <p:nvSpPr>
          <p:cNvPr id="266" name="W03">
            <a:extLst>
              <a:ext uri="{FF2B5EF4-FFF2-40B4-BE49-F238E27FC236}">
                <ns2:creationId id="{07FDF113-BC39-4AE9-9B24-2B2AFFD40EDA}"/>
              </a:ext>
            </a:extLst>
          </p:cNvPr>
          <p:cNvSpPr>
            <a:spLocks noGrp="1"/>
          </p:cNvSpPr>
          <p:nvPr/>
        </p:nvSpPr>
        <p:spPr>
          <a:xfrm rot="0">
            <a:off x="2965698" y="958168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267" name="0.0840">
            <a:extLst>
              <a:ext uri="{FF2B5EF4-FFF2-40B4-BE49-F238E27FC236}">
                <ns2:creationId id="{98B32491-DEA3-4626-B9CE-780F4BEB2E0B}"/>
              </a:ext>
            </a:extLst>
          </p:cNvPr>
          <p:cNvSpPr>
            <a:spLocks noGrp="1"/>
          </p:cNvSpPr>
          <p:nvPr/>
        </p:nvSpPr>
        <p:spPr>
          <a:xfrm rot="0">
            <a:off x="5693004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0.0840</a:t>
            </a:r>
          </a:p>
        </p:txBody>
      </p:sp>
      <p:sp>
        <p:nvSpPr>
          <p:cNvPr id="268" name="0.0582">
            <a:extLst>
              <a:ext uri="{FF2B5EF4-FFF2-40B4-BE49-F238E27FC236}">
                <ns2:creationId id="{2FEB5659-634F-4AB5-B6FE-151E63821D6E}"/>
              </a:ext>
            </a:extLst>
          </p:cNvPr>
          <p:cNvSpPr>
            <a:spLocks noGrp="1"/>
          </p:cNvSpPr>
          <p:nvPr/>
        </p:nvSpPr>
        <p:spPr>
          <a:xfrm rot="0">
            <a:off x="8071963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0.0582</a:t>
            </a:r>
          </a:p>
        </p:txBody>
      </p:sp>
      <p:sp>
        <p:nvSpPr>
          <p:cNvPr id="269" name="0.0923">
            <a:extLst>
              <a:ext uri="{FF2B5EF4-FFF2-40B4-BE49-F238E27FC236}">
                <ns2:creationId id="{85C65ADC-A7F4-4A87-8347-92A4CAB3ECB0}"/>
              </a:ext>
            </a:extLst>
          </p:cNvPr>
          <p:cNvSpPr>
            <a:spLocks noGrp="1"/>
          </p:cNvSpPr>
          <p:nvPr/>
        </p:nvSpPr>
        <p:spPr>
          <a:xfrm rot="0">
            <a:off x="10450921" y="9590555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0.0923</a:t>
            </a:r>
          </a:p>
        </p:txBody>
      </p:sp>
      <p:sp>
        <p:nvSpPr>
          <p:cNvPr id="270" name="W04">
            <a:extLst>
              <a:ext uri="{FF2B5EF4-FFF2-40B4-BE49-F238E27FC236}">
                <ns2:creationId id="{B92375AF-795E-454E-A48F-03A6A2CEE1F6}"/>
              </a:ext>
            </a:extLst>
          </p:cNvPr>
          <p:cNvSpPr>
            <a:spLocks noGrp="1"/>
          </p:cNvSpPr>
          <p:nvPr/>
        </p:nvSpPr>
        <p:spPr>
          <a:xfrm rot="0">
            <a:off x="2965698" y="983920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71" name="0.0432">
            <a:extLst>
              <a:ext uri="{FF2B5EF4-FFF2-40B4-BE49-F238E27FC236}">
                <ns2:creationId id="{F7088812-89A7-49DE-A49A-18A09A2ABB77}"/>
              </a:ext>
            </a:extLst>
          </p:cNvPr>
          <p:cNvSpPr>
            <a:spLocks noGrp="1"/>
          </p:cNvSpPr>
          <p:nvPr/>
        </p:nvSpPr>
        <p:spPr>
          <a:xfrm rot="0">
            <a:off x="5693004" y="984807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0.0432</a:t>
            </a:r>
          </a:p>
        </p:txBody>
      </p:sp>
      <p:sp>
        <p:nvSpPr>
          <p:cNvPr id="272" name="0.1209">
            <a:extLst>
              <a:ext uri="{FF2B5EF4-FFF2-40B4-BE49-F238E27FC236}">
                <ns2:creationId id="{0509D9F1-96A3-44A3-A637-7B75CFE8DEEF}"/>
              </a:ext>
            </a:extLst>
          </p:cNvPr>
          <p:cNvSpPr>
            <a:spLocks noGrp="1"/>
          </p:cNvSpPr>
          <p:nvPr/>
        </p:nvSpPr>
        <p:spPr>
          <a:xfrm rot="0">
            <a:off x="8071963" y="984807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0.1209</a:t>
            </a:r>
          </a:p>
        </p:txBody>
      </p:sp>
      <p:sp>
        <p:nvSpPr>
          <p:cNvPr id="273" name="0.1813">
            <a:extLst>
              <a:ext uri="{FF2B5EF4-FFF2-40B4-BE49-F238E27FC236}">
                <ns2:creationId id="{1B9E882F-D2D5-47E7-A705-5E0C20FDF10C}"/>
              </a:ext>
            </a:extLst>
          </p:cNvPr>
          <p:cNvSpPr>
            <a:spLocks noGrp="1"/>
          </p:cNvSpPr>
          <p:nvPr/>
        </p:nvSpPr>
        <p:spPr>
          <a:xfrm rot="0">
            <a:off x="10450921" y="984807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0.1813</a:t>
            </a:r>
          </a:p>
        </p:txBody>
      </p:sp>
      <p:sp>
        <p:nvSpPr>
          <p:cNvPr id="274" name="W05">
            <a:extLst>
              <a:ext uri="{FF2B5EF4-FFF2-40B4-BE49-F238E27FC236}">
                <ns2:creationId id="{4672199D-54CC-425A-A473-D0C2B9020A15}"/>
              </a:ext>
            </a:extLst>
          </p:cNvPr>
          <p:cNvSpPr>
            <a:spLocks noGrp="1"/>
          </p:cNvSpPr>
          <p:nvPr/>
        </p:nvSpPr>
        <p:spPr>
          <a:xfrm rot="0">
            <a:off x="2965698" y="10096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75" name="0.2523">
            <a:extLst>
              <a:ext uri="{FF2B5EF4-FFF2-40B4-BE49-F238E27FC236}">
                <ns2:creationId id="{7F7BF12E-3A0E-4CEC-9FF7-7D436FD3DB2C}"/>
              </a:ext>
            </a:extLst>
          </p:cNvPr>
          <p:cNvSpPr>
            <a:spLocks noGrp="1"/>
          </p:cNvSpPr>
          <p:nvPr/>
        </p:nvSpPr>
        <p:spPr>
          <a:xfrm rot="0">
            <a:off x="5693004" y="10105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0.2523</a:t>
            </a:r>
          </a:p>
        </p:txBody>
      </p:sp>
      <p:sp>
        <p:nvSpPr>
          <p:cNvPr id="276" name="0.1023">
            <a:extLst>
              <a:ext uri="{FF2B5EF4-FFF2-40B4-BE49-F238E27FC236}">
                <ns2:creationId id="{5E194D63-9451-4FB5-A196-89843C09EA66}"/>
              </a:ext>
            </a:extLst>
          </p:cNvPr>
          <p:cNvSpPr>
            <a:spLocks noGrp="1"/>
          </p:cNvSpPr>
          <p:nvPr/>
        </p:nvSpPr>
        <p:spPr>
          <a:xfrm rot="0">
            <a:off x="8071963" y="10105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0.1023</a:t>
            </a:r>
          </a:p>
        </p:txBody>
      </p:sp>
      <p:sp>
        <p:nvSpPr>
          <p:cNvPr id="277" name="0.0480">
            <a:extLst>
              <a:ext uri="{FF2B5EF4-FFF2-40B4-BE49-F238E27FC236}">
                <ns2:creationId id="{D4823927-3589-4093-9A4A-464C56939498}"/>
              </a:ext>
            </a:extLst>
          </p:cNvPr>
          <p:cNvSpPr>
            <a:spLocks noGrp="1"/>
          </p:cNvSpPr>
          <p:nvPr/>
        </p:nvSpPr>
        <p:spPr>
          <a:xfrm rot="0">
            <a:off x="10450921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0.0480</a:t>
            </a:r>
          </a:p>
        </p:txBody>
      </p:sp>
      <p:sp>
        <p:nvSpPr>
          <p:cNvPr id="278" name="Mean">
            <a:extLst>
              <a:ext uri="{FF2B5EF4-FFF2-40B4-BE49-F238E27FC236}">
                <ns2:creationId id="{0D0B576E-272E-43AB-A6CB-C51C8A306CC9}"/>
              </a:ext>
            </a:extLst>
          </p:cNvPr>
          <p:cNvSpPr>
            <a:spLocks noGrp="1"/>
          </p:cNvSpPr>
          <p:nvPr/>
        </p:nvSpPr>
        <p:spPr>
          <a:xfrm rot="0">
            <a:off x="2965698" y="1043627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79" name="0.1113">
            <a:extLst>
              <a:ext uri="{FF2B5EF4-FFF2-40B4-BE49-F238E27FC236}">
                <ns2:creationId id="{3F98B71E-EA31-4D4C-8FE0-84208245ACFB}"/>
              </a:ext>
            </a:extLst>
          </p:cNvPr>
          <p:cNvSpPr>
            <a:spLocks noGrp="1"/>
          </p:cNvSpPr>
          <p:nvPr/>
        </p:nvSpPr>
        <p:spPr>
          <a:xfrm rot="0">
            <a:off x="5693004" y="10445135"/>
            <a:ext cx="47939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0.1113</a:t>
            </a:r>
          </a:p>
        </p:txBody>
      </p:sp>
      <p:sp>
        <p:nvSpPr>
          <p:cNvPr id="280" name="0.0996">
            <a:extLst>
              <a:ext uri="{FF2B5EF4-FFF2-40B4-BE49-F238E27FC236}">
                <ns2:creationId id="{9D318808-0AC3-42A8-8F27-35B726F7EE9D}"/>
              </a:ext>
            </a:extLst>
          </p:cNvPr>
          <p:cNvSpPr>
            <a:spLocks noGrp="1"/>
          </p:cNvSpPr>
          <p:nvPr/>
        </p:nvSpPr>
        <p:spPr>
          <a:xfrm rot="0">
            <a:off x="8071963" y="10445135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0.0996</a:t>
            </a:r>
          </a:p>
        </p:txBody>
      </p:sp>
      <p:sp>
        <p:nvSpPr>
          <p:cNvPr id="281" name="0.1136">
            <a:extLst>
              <a:ext uri="{FF2B5EF4-FFF2-40B4-BE49-F238E27FC236}">
                <ns2:creationId id="{9B3D9470-150F-4739-9B86-5F2E849BCF79}"/>
              </a:ext>
            </a:extLst>
          </p:cNvPr>
          <p:cNvSpPr>
            <a:spLocks noGrp="1"/>
          </p:cNvSpPr>
          <p:nvPr/>
        </p:nvSpPr>
        <p:spPr>
          <a:xfrm rot="0">
            <a:off x="10450921" y="1044513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0.1136</a:t>
            </a:r>
          </a:p>
        </p:txBody>
      </p:sp>
    </p:spTree>
    <p:extLst>
      <p:ext uri="{BB962C8B-B14F-4D97-AF65-F5344CB8AC3E}">
        <ns3:creationId val="1351681267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1 (e–h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2" name="Figure S1 (e–h) plot object 0">
            <a:extLst>
              <a:ext uri="{FF2B5EF4-FFF2-40B4-BE49-F238E27FC236}">
                <ns2:creationId id="{53F9E4C4-72EB-491C-9039-A8E4A65F2875}"/>
              </a:ext>
            </a:extLst>
          </p:cNvPr>
          <p:cNvSpPr>
            <a:spLocks noGrp="1"/>
          </p:cNvSpPr>
          <p:nvPr/>
        </p:nvSpPr>
        <p:spPr>
          <a:xfrm>
            <a:off x="2290107" y="342900"/>
            <a:ext cx="9135787" cy="10744200"/>
          </a:xfrm>
          <a:custGeom>
            <a:pathLst>
              <a:path w="9135787" h="10744200">
                <a:moveTo>
                  <a:pt x="0" y="10744200"/>
                </a:moveTo>
                <a:lnTo>
                  <a:pt x="9135787" y="10744200"/>
                </a:lnTo>
                <a:lnTo>
                  <a:pt x="91357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871">
            <a:noFill/>
            <a:prstDash val="solid"/>
          </a:ln>
        </p:spPr>
      </p:sp>
      <p:sp>
        <p:nvSpPr>
          <p:cNvPr id="2" name="Figure S1 (e–h) plot object 1">
            <a:extLst>
              <a:ext uri="{FF2B5EF4-FFF2-40B4-BE49-F238E27FC236}">
                <ns2:creationId id="{1A53A627-938B-4F2A-9226-08D6D8E195D8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" name="Figure S1 (e–h) plot object 2">
            <a:extLst>
              <a:ext uri="{FF2B5EF4-FFF2-40B4-BE49-F238E27FC236}">
                <ns2:creationId id="{E420E57D-5BB6-4193-AF19-1765ADB61523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326725" cy="103006"/>
          </a:xfrm>
          <a:custGeom>
            <a:pathLst>
              <a:path w="326725" h="103006">
                <a:moveTo>
                  <a:pt x="0" y="103006"/>
                </a:moveTo>
                <a:lnTo>
                  <a:pt x="326725" y="103006"/>
                </a:lnTo>
                <a:lnTo>
                  <a:pt x="326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4" name="Figure S1 (e–h) plot object 3">
            <a:extLst>
              <a:ext uri="{FF2B5EF4-FFF2-40B4-BE49-F238E27FC236}">
                <ns2:creationId id="{78F6856B-1C31-4745-BE1F-F26BC9BB4C6D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5" name="Figure S1 (e–h) plot object 4">
            <a:extLst>
              <a:ext uri="{FF2B5EF4-FFF2-40B4-BE49-F238E27FC236}">
                <ns2:creationId id="{49E6B78A-78E0-465F-9141-61A94C9AFCF7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452775" cy="103006"/>
          </a:xfrm>
          <a:custGeom>
            <a:pathLst>
              <a:path w="452775" h="103006">
                <a:moveTo>
                  <a:pt x="0" y="103006"/>
                </a:moveTo>
                <a:lnTo>
                  <a:pt x="452775" y="103006"/>
                </a:lnTo>
                <a:lnTo>
                  <a:pt x="452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6" name="Figure S1 (e–h) plot object 5">
            <a:extLst>
              <a:ext uri="{FF2B5EF4-FFF2-40B4-BE49-F238E27FC236}">
                <ns2:creationId id="{2A8B8BDE-BE8C-4EF1-8252-902FCC0363C5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" name="Figure S1 (e–h) plot object 6">
            <a:extLst>
              <a:ext uri="{FF2B5EF4-FFF2-40B4-BE49-F238E27FC236}">
                <ns2:creationId id="{4C0FBD88-44ED-4204-AB25-3E23642FDB37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354322" cy="103006"/>
          </a:xfrm>
          <a:custGeom>
            <a:pathLst>
              <a:path w="354322" h="103006">
                <a:moveTo>
                  <a:pt x="0" y="103006"/>
                </a:moveTo>
                <a:lnTo>
                  <a:pt x="354322" y="103006"/>
                </a:lnTo>
                <a:lnTo>
                  <a:pt x="35432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" name="Figure S1 (e–h) plot object 7">
            <a:extLst>
              <a:ext uri="{FF2B5EF4-FFF2-40B4-BE49-F238E27FC236}">
                <ns2:creationId id="{67FF82A2-EC1C-45F3-AF20-C664DAA8DFCF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" name="Figure S1 (e–h) plot object 8">
            <a:extLst>
              <a:ext uri="{FF2B5EF4-FFF2-40B4-BE49-F238E27FC236}">
                <ns2:creationId id="{8FC513E6-1990-49FD-B9D6-F37A406D6F66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743256" cy="103006"/>
          </a:xfrm>
          <a:custGeom>
            <a:pathLst>
              <a:path w="743256" h="103006">
                <a:moveTo>
                  <a:pt x="0" y="103006"/>
                </a:moveTo>
                <a:lnTo>
                  <a:pt x="743256" y="103006"/>
                </a:lnTo>
                <a:lnTo>
                  <a:pt x="74325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" name="Figure S1 (e–h) plot object 9">
            <a:extLst>
              <a:ext uri="{FF2B5EF4-FFF2-40B4-BE49-F238E27FC236}">
                <ns2:creationId id="{3261F051-DAE7-4D04-A8FE-FD3759BA3376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1" name="Figure S1 (e–h) plot object 10">
            <a:extLst>
              <a:ext uri="{FF2B5EF4-FFF2-40B4-BE49-F238E27FC236}">
                <ns2:creationId id="{E18E2BE3-7C1B-4143-944A-141CA292EAFC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225206" cy="103006"/>
          </a:xfrm>
          <a:custGeom>
            <a:pathLst>
              <a:path w="225206" h="103006">
                <a:moveTo>
                  <a:pt x="0" y="103006"/>
                </a:moveTo>
                <a:lnTo>
                  <a:pt x="225206" y="103006"/>
                </a:lnTo>
                <a:lnTo>
                  <a:pt x="22520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2" name="Figure S1 (e–h) plot object 11">
            <a:extLst>
              <a:ext uri="{FF2B5EF4-FFF2-40B4-BE49-F238E27FC236}">
                <ns2:creationId id="{F5C0682A-FC92-4381-9F4F-02E7A8DDFDCC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3" name="Figure S1 (e–h) plot object 12">
            <a:extLst>
              <a:ext uri="{FF2B5EF4-FFF2-40B4-BE49-F238E27FC236}">
                <ns2:creationId id="{37F51494-CBDF-4761-A68A-F9193D040632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880114" cy="103006"/>
          </a:xfrm>
          <a:custGeom>
            <a:pathLst>
              <a:path w="880114" h="103006">
                <a:moveTo>
                  <a:pt x="0" y="103006"/>
                </a:moveTo>
                <a:lnTo>
                  <a:pt x="880114" y="103006"/>
                </a:lnTo>
                <a:lnTo>
                  <a:pt x="880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" name="Figure S1 (e–h) plot object 13">
            <a:extLst>
              <a:ext uri="{FF2B5EF4-FFF2-40B4-BE49-F238E27FC236}">
                <ns2:creationId id="{54FB994C-1545-4D06-9517-07B094F80975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" name="Figure S1 (e–h) plot object 14">
            <a:extLst>
              <a:ext uri="{FF2B5EF4-FFF2-40B4-BE49-F238E27FC236}">
                <ns2:creationId id="{2E2DF297-36DC-4793-A0E8-A9D972C9D13E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664476" cy="103006"/>
          </a:xfrm>
          <a:custGeom>
            <a:pathLst>
              <a:path w="664476" h="103006">
                <a:moveTo>
                  <a:pt x="0" y="103006"/>
                </a:moveTo>
                <a:lnTo>
                  <a:pt x="664476" y="103006"/>
                </a:lnTo>
                <a:lnTo>
                  <a:pt x="66447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" name="Figure S1 (e–h) plot object 15">
            <a:extLst>
              <a:ext uri="{FF2B5EF4-FFF2-40B4-BE49-F238E27FC236}">
                <ns2:creationId id="{B4B2274D-94CE-4C66-AC7B-A42DA22E5EEB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" name="Figure S1 (e–h) plot object 16">
            <a:extLst>
              <a:ext uri="{FF2B5EF4-FFF2-40B4-BE49-F238E27FC236}">
                <ns2:creationId id="{0206B356-8B28-4C29-9205-997F31E26D4D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100475" cy="103006"/>
          </a:xfrm>
          <a:custGeom>
            <a:pathLst>
              <a:path w="100475" h="103006">
                <a:moveTo>
                  <a:pt x="0" y="103006"/>
                </a:moveTo>
                <a:lnTo>
                  <a:pt x="100475" y="103006"/>
                </a:lnTo>
                <a:lnTo>
                  <a:pt x="10047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8" name="Figure S1 (e–h) plot object 17">
            <a:extLst>
              <a:ext uri="{FF2B5EF4-FFF2-40B4-BE49-F238E27FC236}">
                <ns2:creationId id="{26233758-2646-4DB4-82A0-717C0BE14F35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9" name="Figure S1 (e–h) plot object 18">
            <a:extLst>
              <a:ext uri="{FF2B5EF4-FFF2-40B4-BE49-F238E27FC236}">
                <ns2:creationId id="{06B6E86B-0FB6-43E7-AEDE-8E1AA15352C5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648108" cy="103006"/>
          </a:xfrm>
          <a:custGeom>
            <a:pathLst>
              <a:path w="648108" h="103006">
                <a:moveTo>
                  <a:pt x="0" y="103006"/>
                </a:moveTo>
                <a:lnTo>
                  <a:pt x="648108" y="103006"/>
                </a:lnTo>
                <a:lnTo>
                  <a:pt x="64810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0" name="Figure S1 (e–h) plot object 19">
            <a:extLst>
              <a:ext uri="{FF2B5EF4-FFF2-40B4-BE49-F238E27FC236}">
                <ns2:creationId id="{DC68978A-AEBA-45E3-B8FD-B4039F1D46C3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" name="Figure S1 (e–h) plot object 20">
            <a:extLst>
              <a:ext uri="{FF2B5EF4-FFF2-40B4-BE49-F238E27FC236}">
                <ns2:creationId id="{2E19C5D6-5151-410A-8596-FBBC0685F6ED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1370919" cy="103006"/>
          </a:xfrm>
          <a:custGeom>
            <a:pathLst>
              <a:path w="1370919" h="103006">
                <a:moveTo>
                  <a:pt x="0" y="103006"/>
                </a:moveTo>
                <a:lnTo>
                  <a:pt x="1370919" y="103006"/>
                </a:lnTo>
                <a:lnTo>
                  <a:pt x="137091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" name="Figure S1 (e–h) plot object 21">
            <a:extLst>
              <a:ext uri="{FF2B5EF4-FFF2-40B4-BE49-F238E27FC236}">
                <ns2:creationId id="{AF0FB7C4-C493-47E6-849F-93267EEF92F6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" name="Figure S1 (e–h) plot object 22">
            <a:extLst>
              <a:ext uri="{FF2B5EF4-FFF2-40B4-BE49-F238E27FC236}">
                <ns2:creationId id="{937AC249-6BF8-40E9-A9E0-D866C305C9CC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1302434" cy="103006"/>
          </a:xfrm>
          <a:custGeom>
            <a:pathLst>
              <a:path w="1302434" h="103006">
                <a:moveTo>
                  <a:pt x="0" y="103006"/>
                </a:moveTo>
                <a:lnTo>
                  <a:pt x="1302434" y="103006"/>
                </a:lnTo>
                <a:lnTo>
                  <a:pt x="130243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" name="Figure S1 (e–h) plot object 23">
            <a:extLst>
              <a:ext uri="{FF2B5EF4-FFF2-40B4-BE49-F238E27FC236}">
                <ns2:creationId id="{4DBFE685-1187-4299-8023-D9FC2747D4EF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5" name="Figure S1 (e–h) plot object 24">
            <a:extLst>
              <a:ext uri="{FF2B5EF4-FFF2-40B4-BE49-F238E27FC236}">
                <ns2:creationId id="{08A9CCA8-C63C-4FE2-AACC-AD71B0D7A702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343929" cy="103006"/>
          </a:xfrm>
          <a:custGeom>
            <a:pathLst>
              <a:path w="343929" h="103006">
                <a:moveTo>
                  <a:pt x="0" y="103006"/>
                </a:moveTo>
                <a:lnTo>
                  <a:pt x="343929" y="103006"/>
                </a:lnTo>
                <a:lnTo>
                  <a:pt x="34392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6" name="Figure S1 (e–h) plot object 25">
            <a:extLst>
              <a:ext uri="{FF2B5EF4-FFF2-40B4-BE49-F238E27FC236}">
                <ns2:creationId id="{5D1FE314-3533-4830-B8F8-AA2FF453BE1F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7" name="Figure S1 (e–h) plot object 26">
            <a:extLst>
              <a:ext uri="{FF2B5EF4-FFF2-40B4-BE49-F238E27FC236}">
                <ns2:creationId id="{DD75305E-6192-4C06-B107-4685E333CEDF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235229" cy="103006"/>
          </a:xfrm>
          <a:custGeom>
            <a:pathLst>
              <a:path w="235229" h="103006">
                <a:moveTo>
                  <a:pt x="0" y="103006"/>
                </a:moveTo>
                <a:lnTo>
                  <a:pt x="235229" y="103006"/>
                </a:lnTo>
                <a:lnTo>
                  <a:pt x="23522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8" name="Figure S1 (e–h) plot object 27">
            <a:extLst>
              <a:ext uri="{FF2B5EF4-FFF2-40B4-BE49-F238E27FC236}">
                <ns2:creationId id="{18DDF5A8-D78C-4813-923A-693967F643EC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9" name="Figure S1 (e–h) plot object 28">
            <a:extLst>
              <a:ext uri="{FF2B5EF4-FFF2-40B4-BE49-F238E27FC236}">
                <ns2:creationId id="{5BC5988C-71CE-4AD9-B8FF-3FF94B5E4B88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326379" cy="103006"/>
          </a:xfrm>
          <a:custGeom>
            <a:pathLst>
              <a:path w="326379" h="103006">
                <a:moveTo>
                  <a:pt x="0" y="103006"/>
                </a:moveTo>
                <a:lnTo>
                  <a:pt x="326379" y="103006"/>
                </a:lnTo>
                <a:lnTo>
                  <a:pt x="326379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0" name="Figure S1 (e–h) plot object 29">
            <a:extLst>
              <a:ext uri="{FF2B5EF4-FFF2-40B4-BE49-F238E27FC236}">
                <ns2:creationId id="{F9F20C5F-FB83-43FB-B73A-6CE9546D97E6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1" name="Figure S1 (e–h) plot object 30">
            <a:extLst>
              <a:ext uri="{FF2B5EF4-FFF2-40B4-BE49-F238E27FC236}">
                <ns2:creationId id="{FF699E32-9711-4144-9469-D5D4C03A665E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430585" cy="103006"/>
          </a:xfrm>
          <a:custGeom>
            <a:pathLst>
              <a:path w="430585" h="103006">
                <a:moveTo>
                  <a:pt x="0" y="103006"/>
                </a:moveTo>
                <a:lnTo>
                  <a:pt x="430585" y="103006"/>
                </a:lnTo>
                <a:lnTo>
                  <a:pt x="43058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2" name="Figure S1 (e–h) plot object 31">
            <a:extLst>
              <a:ext uri="{FF2B5EF4-FFF2-40B4-BE49-F238E27FC236}">
                <ns2:creationId id="{93278428-E4F3-46A3-896E-1A22D5170997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3" name="Figure S1 (e–h) plot object 32">
            <a:extLst>
              <a:ext uri="{FF2B5EF4-FFF2-40B4-BE49-F238E27FC236}">
                <ns2:creationId id="{53B0A9C8-18DB-4A67-AC7C-195F70FF007F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668121" cy="103006"/>
          </a:xfrm>
          <a:custGeom>
            <a:pathLst>
              <a:path w="668121" h="103006">
                <a:moveTo>
                  <a:pt x="0" y="103006"/>
                </a:moveTo>
                <a:lnTo>
                  <a:pt x="668121" y="103006"/>
                </a:lnTo>
                <a:lnTo>
                  <a:pt x="66812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34" name="Figure S1 (e–h) plot object 33">
            <a:extLst>
              <a:ext uri="{FF2B5EF4-FFF2-40B4-BE49-F238E27FC236}">
                <ns2:creationId id="{407451F1-E9DC-4A77-904D-E9B796AEAF16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5" name="Figure S1 (e–h) plot object 34">
            <a:extLst>
              <a:ext uri="{FF2B5EF4-FFF2-40B4-BE49-F238E27FC236}">
                <ns2:creationId id="{2E0352C0-0F30-442E-AE96-D68F126F94F4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481454" cy="103006"/>
          </a:xfrm>
          <a:custGeom>
            <a:pathLst>
              <a:path w="481454" h="103006">
                <a:moveTo>
                  <a:pt x="0" y="103006"/>
                </a:moveTo>
                <a:lnTo>
                  <a:pt x="481454" y="103006"/>
                </a:lnTo>
                <a:lnTo>
                  <a:pt x="48145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6" name="Figure S1 (e–h) plot object 35">
            <a:extLst>
              <a:ext uri="{FF2B5EF4-FFF2-40B4-BE49-F238E27FC236}">
                <ns2:creationId id="{276F80AE-ACD5-44CF-91E8-07B4963E8C5B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7" name="Figure S1 (e–h) plot object 36">
            <a:extLst>
              <a:ext uri="{FF2B5EF4-FFF2-40B4-BE49-F238E27FC236}">
                <ns2:creationId id="{8A7E5555-3CC2-4F32-AE49-FE6EBAF99B78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531412" cy="103006"/>
          </a:xfrm>
          <a:custGeom>
            <a:pathLst>
              <a:path w="531412" h="103006">
                <a:moveTo>
                  <a:pt x="0" y="103006"/>
                </a:moveTo>
                <a:lnTo>
                  <a:pt x="531412" y="103006"/>
                </a:lnTo>
                <a:lnTo>
                  <a:pt x="53141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8" name="Figure S1 (e–h) plot object 37">
            <a:extLst>
              <a:ext uri="{FF2B5EF4-FFF2-40B4-BE49-F238E27FC236}">
                <ns2:creationId id="{A0300C7D-D3C1-4940-A101-70BAD91C6FEC}"/>
              </a:ext>
            </a:extLst>
          </p:cNvPr>
          <p:cNvSpPr>
            <a:spLocks noGrp="1"/>
          </p:cNvSpPr>
          <p:nvPr/>
        </p:nvSpPr>
        <p:spPr>
          <a:xfrm>
            <a:off x="4155177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39" name="Figure S1 (e–h) plot object 38">
            <a:extLst>
              <a:ext uri="{FF2B5EF4-FFF2-40B4-BE49-F238E27FC236}">
                <ns2:creationId id="{25835F1F-B03A-43EB-887E-821B9BFE4A86}"/>
              </a:ext>
            </a:extLst>
          </p:cNvPr>
          <p:cNvSpPr>
            <a:spLocks noGrp="1"/>
          </p:cNvSpPr>
          <p:nvPr/>
        </p:nvSpPr>
        <p:spPr>
          <a:xfrm>
            <a:off x="6534136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40" name="Figure S1 (e–h) plot object 39">
            <a:extLst>
              <a:ext uri="{FF2B5EF4-FFF2-40B4-BE49-F238E27FC236}">
                <ns2:creationId id="{A8562669-84A5-4072-89B9-2AB64BDF1404}"/>
              </a:ext>
            </a:extLst>
          </p:cNvPr>
          <p:cNvSpPr>
            <a:spLocks noGrp="1"/>
          </p:cNvSpPr>
          <p:nvPr/>
        </p:nvSpPr>
        <p:spPr>
          <a:xfrm>
            <a:off x="8913095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41" name="Figure S1 (e–h) plot object 40">
            <a:extLst>
              <a:ext uri="{FF2B5EF4-FFF2-40B4-BE49-F238E27FC236}">
                <ns2:creationId id="{E0047E2C-CA61-4DAE-99DB-07A12050DFCA}"/>
              </a:ext>
            </a:extLst>
          </p:cNvPr>
          <p:cNvSpPr>
            <a:spLocks noGrp="1"/>
          </p:cNvSpPr>
          <p:nvPr/>
        </p:nvSpPr>
        <p:spPr>
          <a:xfrm>
            <a:off x="2880735" y="247757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42" name="e">
            <a:extLst>
              <a:ext uri="{FF2B5EF4-FFF2-40B4-BE49-F238E27FC236}">
                <ns2:creationId id="{28C4D27C-4D7E-47C1-B125-939D7B2CBCAA}"/>
              </a:ext>
            </a:extLst>
          </p:cNvPr>
          <p:cNvSpPr>
            <a:spLocks noGrp="1"/>
          </p:cNvSpPr>
          <p:nvPr/>
        </p:nvSpPr>
        <p:spPr>
          <a:xfrm rot="0">
            <a:off x="2880735" y="526229"/>
            <a:ext cx="22562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43" name="Partitioning / 12">
            <a:extLst>
              <a:ext uri="{FF2B5EF4-FFF2-40B4-BE49-F238E27FC236}">
                <ns2:creationId id="{0B3CAF17-9A7F-49BB-8BA8-0507BCED65B9}"/>
              </a:ext>
            </a:extLst>
          </p:cNvPr>
          <p:cNvSpPr>
            <a:spLocks noGrp="1"/>
          </p:cNvSpPr>
          <p:nvPr/>
        </p:nvSpPr>
        <p:spPr>
          <a:xfrm rot="0">
            <a:off x="3305549" y="559217"/>
            <a:ext cx="1600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Partitioning / 12</a:t>
            </a:r>
          </a:p>
        </p:txBody>
      </p:sp>
      <p:sp>
        <p:nvSpPr>
          <p:cNvPr id="44" name="Organic-fraction MAE  0-0.22">
            <a:extLst>
              <a:ext uri="{FF2B5EF4-FFF2-40B4-BE49-F238E27FC236}">
                <ns2:creationId id="{0E5A5E4A-9712-466C-9EBC-615D89FE7F94}"/>
              </a:ext>
            </a:extLst>
          </p:cNvPr>
          <p:cNvSpPr>
            <a:spLocks noGrp="1"/>
          </p:cNvSpPr>
          <p:nvPr/>
        </p:nvSpPr>
        <p:spPr>
          <a:xfrm rot="0">
            <a:off x="9357416" y="573442"/>
            <a:ext cx="1921160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Organic-fraction MAE  0-0.22</a:t>
            </a:r>
          </a:p>
        </p:txBody>
      </p:sp>
      <p:sp>
        <p:nvSpPr>
          <p:cNvPr id="45" name="Opaque">
            <a:extLst>
              <a:ext uri="{FF2B5EF4-FFF2-40B4-BE49-F238E27FC236}">
                <ns2:creationId id="{5FAC8119-FB6C-4BE1-959A-C31C8DFD7D78}"/>
              </a:ext>
            </a:extLst>
          </p:cNvPr>
          <p:cNvSpPr>
            <a:spLocks noGrp="1"/>
          </p:cNvSpPr>
          <p:nvPr/>
        </p:nvSpPr>
        <p:spPr>
          <a:xfrm rot="0">
            <a:off x="4155177" y="886868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6" name="Aligned">
            <a:extLst>
              <a:ext uri="{FF2B5EF4-FFF2-40B4-BE49-F238E27FC236}">
                <ns2:creationId id="{56C950DB-E83E-4210-8419-D910FED1C60F}"/>
              </a:ext>
            </a:extLst>
          </p:cNvPr>
          <p:cNvSpPr>
            <a:spLocks noGrp="1"/>
          </p:cNvSpPr>
          <p:nvPr/>
        </p:nvSpPr>
        <p:spPr>
          <a:xfrm rot="0">
            <a:off x="6534136" y="884991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7" name="MisIndexed">
            <a:extLst>
              <a:ext uri="{FF2B5EF4-FFF2-40B4-BE49-F238E27FC236}">
                <ns2:creationId id="{36D3E98D-9E73-4110-9E7F-4FBCAD5BB411}"/>
              </a:ext>
            </a:extLst>
          </p:cNvPr>
          <p:cNvSpPr>
            <a:spLocks noGrp="1"/>
          </p:cNvSpPr>
          <p:nvPr/>
        </p:nvSpPr>
        <p:spPr>
          <a:xfrm rot="0">
            <a:off x="8913095" y="885964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48" name="W01">
            <a:extLst>
              <a:ext uri="{FF2B5EF4-FFF2-40B4-BE49-F238E27FC236}">
                <ns2:creationId id="{97559F7B-0434-40A4-AB70-17454DB1B96A}"/>
              </a:ext>
            </a:extLst>
          </p:cNvPr>
          <p:cNvSpPr>
            <a:spLocks noGrp="1"/>
          </p:cNvSpPr>
          <p:nvPr/>
        </p:nvSpPr>
        <p:spPr>
          <a:xfrm rot="0">
            <a:off x="2965698" y="1200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49" name="0.0483">
            <a:extLst>
              <a:ext uri="{FF2B5EF4-FFF2-40B4-BE49-F238E27FC236}">
                <ns2:creationId id="{5E91EFAB-27A0-4F3A-ABE2-39B637651BE0}"/>
              </a:ext>
            </a:extLst>
          </p:cNvPr>
          <p:cNvSpPr>
            <a:spLocks noGrp="1"/>
          </p:cNvSpPr>
          <p:nvPr/>
        </p:nvSpPr>
        <p:spPr>
          <a:xfrm rot="0">
            <a:off x="5693004" y="1209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0.0483</a:t>
            </a:r>
          </a:p>
        </p:txBody>
      </p:sp>
      <p:sp>
        <p:nvSpPr>
          <p:cNvPr id="50" name="0.0670">
            <a:extLst>
              <a:ext uri="{FF2B5EF4-FFF2-40B4-BE49-F238E27FC236}">
                <ns2:creationId id="{60C56B6E-6CF9-4DA7-BB72-09131BB4C8CE}"/>
              </a:ext>
            </a:extLst>
          </p:cNvPr>
          <p:cNvSpPr>
            <a:spLocks noGrp="1"/>
          </p:cNvSpPr>
          <p:nvPr/>
        </p:nvSpPr>
        <p:spPr>
          <a:xfrm rot="0">
            <a:off x="8071963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0.0670</a:t>
            </a:r>
          </a:p>
        </p:txBody>
      </p:sp>
      <p:sp>
        <p:nvSpPr>
          <p:cNvPr id="51" name="0.0524">
            <a:extLst>
              <a:ext uri="{FF2B5EF4-FFF2-40B4-BE49-F238E27FC236}">
                <ns2:creationId id="{4C70CB03-70D7-465A-93B2-0A0BA5F48C12}"/>
              </a:ext>
            </a:extLst>
          </p:cNvPr>
          <p:cNvSpPr>
            <a:spLocks noGrp="1"/>
          </p:cNvSpPr>
          <p:nvPr/>
        </p:nvSpPr>
        <p:spPr>
          <a:xfrm rot="0">
            <a:off x="10450921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0.0524</a:t>
            </a:r>
          </a:p>
        </p:txBody>
      </p:sp>
      <p:sp>
        <p:nvSpPr>
          <p:cNvPr id="52" name="W02">
            <a:extLst>
              <a:ext uri="{FF2B5EF4-FFF2-40B4-BE49-F238E27FC236}">
                <ns2:creationId id="{1501A318-2A82-4FCB-8C74-84AB348E9021}"/>
              </a:ext>
            </a:extLst>
          </p:cNvPr>
          <p:cNvSpPr>
            <a:spLocks noGrp="1"/>
          </p:cNvSpPr>
          <p:nvPr/>
        </p:nvSpPr>
        <p:spPr>
          <a:xfrm rot="0">
            <a:off x="2965698" y="145823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53" name="0.1100">
            <a:extLst>
              <a:ext uri="{FF2B5EF4-FFF2-40B4-BE49-F238E27FC236}">
                <ns2:creationId id="{805E36CD-3932-44C6-A0B8-03F759B098FD}"/>
              </a:ext>
            </a:extLst>
          </p:cNvPr>
          <p:cNvSpPr>
            <a:spLocks noGrp="1"/>
          </p:cNvSpPr>
          <p:nvPr/>
        </p:nvSpPr>
        <p:spPr>
          <a:xfrm rot="0">
            <a:off x="5693004" y="1467102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0.1100</a:t>
            </a:r>
          </a:p>
        </p:txBody>
      </p:sp>
      <p:sp>
        <p:nvSpPr>
          <p:cNvPr id="54" name="0.0333">
            <a:extLst>
              <a:ext uri="{FF2B5EF4-FFF2-40B4-BE49-F238E27FC236}">
                <ns2:creationId id="{5E7B3F7C-6BCE-4513-969E-26844AEC3934}"/>
              </a:ext>
            </a:extLst>
          </p:cNvPr>
          <p:cNvSpPr>
            <a:spLocks noGrp="1"/>
          </p:cNvSpPr>
          <p:nvPr/>
        </p:nvSpPr>
        <p:spPr>
          <a:xfrm rot="0">
            <a:off x="8071963" y="1467102"/>
            <a:ext cx="47939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0.0333</a:t>
            </a:r>
          </a:p>
        </p:txBody>
      </p:sp>
      <p:sp>
        <p:nvSpPr>
          <p:cNvPr id="55" name="0.1302">
            <a:extLst>
              <a:ext uri="{FF2B5EF4-FFF2-40B4-BE49-F238E27FC236}">
                <ns2:creationId id="{C192703F-FC4F-48F1-9E80-E00EC0D771DB}"/>
              </a:ext>
            </a:extLst>
          </p:cNvPr>
          <p:cNvSpPr>
            <a:spLocks noGrp="1"/>
          </p:cNvSpPr>
          <p:nvPr/>
        </p:nvSpPr>
        <p:spPr>
          <a:xfrm rot="0">
            <a:off x="10450921" y="146710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0.1302</a:t>
            </a:r>
          </a:p>
        </p:txBody>
      </p:sp>
      <p:sp>
        <p:nvSpPr>
          <p:cNvPr id="56" name="W03">
            <a:extLst>
              <a:ext uri="{FF2B5EF4-FFF2-40B4-BE49-F238E27FC236}">
                <ns2:creationId id="{4DE8884B-D1F8-4618-BDC5-B999A26F3E3E}"/>
              </a:ext>
            </a:extLst>
          </p:cNvPr>
          <p:cNvSpPr>
            <a:spLocks noGrp="1"/>
          </p:cNvSpPr>
          <p:nvPr/>
        </p:nvSpPr>
        <p:spPr>
          <a:xfrm rot="0">
            <a:off x="2965698" y="171575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57" name="0.0983">
            <a:extLst>
              <a:ext uri="{FF2B5EF4-FFF2-40B4-BE49-F238E27FC236}">
                <ns2:creationId id="{9D2BA116-AF25-4937-B0E5-52813EC9A738}"/>
              </a:ext>
            </a:extLst>
          </p:cNvPr>
          <p:cNvSpPr>
            <a:spLocks noGrp="1"/>
          </p:cNvSpPr>
          <p:nvPr/>
        </p:nvSpPr>
        <p:spPr>
          <a:xfrm rot="0">
            <a:off x="5693004" y="1724618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0.0983</a:t>
            </a:r>
          </a:p>
        </p:txBody>
      </p:sp>
      <p:sp>
        <p:nvSpPr>
          <p:cNvPr id="58" name="0.0149">
            <a:extLst>
              <a:ext uri="{FF2B5EF4-FFF2-40B4-BE49-F238E27FC236}">
                <ns2:creationId id="{B2359DF2-17E4-4A16-90BD-09755ED2B314}"/>
              </a:ext>
            </a:extLst>
          </p:cNvPr>
          <p:cNvSpPr>
            <a:spLocks noGrp="1"/>
          </p:cNvSpPr>
          <p:nvPr/>
        </p:nvSpPr>
        <p:spPr>
          <a:xfrm rot="0">
            <a:off x="8071963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0.0149</a:t>
            </a:r>
          </a:p>
        </p:txBody>
      </p:sp>
      <p:sp>
        <p:nvSpPr>
          <p:cNvPr id="59" name="0.0959">
            <a:extLst>
              <a:ext uri="{FF2B5EF4-FFF2-40B4-BE49-F238E27FC236}">
                <ns2:creationId id="{85905DE1-EC19-475D-BEAE-A36BF478381E}"/>
              </a:ext>
            </a:extLst>
          </p:cNvPr>
          <p:cNvSpPr>
            <a:spLocks noGrp="1"/>
          </p:cNvSpPr>
          <p:nvPr/>
        </p:nvSpPr>
        <p:spPr>
          <a:xfrm rot="0">
            <a:off x="10450921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0.0959</a:t>
            </a:r>
          </a:p>
        </p:txBody>
      </p:sp>
      <p:sp>
        <p:nvSpPr>
          <p:cNvPr id="60" name="W04">
            <a:extLst>
              <a:ext uri="{FF2B5EF4-FFF2-40B4-BE49-F238E27FC236}">
                <ns2:creationId id="{4D8EB577-F2D3-4B31-BC69-1C15580B7DD4}"/>
              </a:ext>
            </a:extLst>
          </p:cNvPr>
          <p:cNvSpPr>
            <a:spLocks noGrp="1"/>
          </p:cNvSpPr>
          <p:nvPr/>
        </p:nvSpPr>
        <p:spPr>
          <a:xfrm rot="0">
            <a:off x="2965698" y="1973267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61" name="0.2028">
            <a:extLst>
              <a:ext uri="{FF2B5EF4-FFF2-40B4-BE49-F238E27FC236}">
                <ns2:creationId id="{4F21E52D-32C4-4026-B72D-06B3936F05F7}"/>
              </a:ext>
            </a:extLst>
          </p:cNvPr>
          <p:cNvSpPr>
            <a:spLocks noGrp="1"/>
          </p:cNvSpPr>
          <p:nvPr/>
        </p:nvSpPr>
        <p:spPr>
          <a:xfrm rot="0">
            <a:off x="5693004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0.2028</a:t>
            </a:r>
          </a:p>
        </p:txBody>
      </p:sp>
      <p:sp>
        <p:nvSpPr>
          <p:cNvPr id="62" name="0.1927">
            <a:extLst>
              <a:ext uri="{FF2B5EF4-FFF2-40B4-BE49-F238E27FC236}">
                <ns2:creationId id="{745BAEFA-BC5A-453B-ADE1-BB1E3FD24A52}"/>
              </a:ext>
            </a:extLst>
          </p:cNvPr>
          <p:cNvSpPr>
            <a:spLocks noGrp="1"/>
          </p:cNvSpPr>
          <p:nvPr/>
        </p:nvSpPr>
        <p:spPr>
          <a:xfrm rot="0">
            <a:off x="8071963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0.1927</a:t>
            </a:r>
          </a:p>
        </p:txBody>
      </p:sp>
      <p:sp>
        <p:nvSpPr>
          <p:cNvPr id="63" name="0.0509">
            <a:extLst>
              <a:ext uri="{FF2B5EF4-FFF2-40B4-BE49-F238E27FC236}">
                <ns2:creationId id="{801F688F-1EEB-451F-8EFE-E8AEE709D5C3}"/>
              </a:ext>
            </a:extLst>
          </p:cNvPr>
          <p:cNvSpPr>
            <a:spLocks noGrp="1"/>
          </p:cNvSpPr>
          <p:nvPr/>
        </p:nvSpPr>
        <p:spPr>
          <a:xfrm rot="0">
            <a:off x="10450921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0.0509</a:t>
            </a:r>
          </a:p>
        </p:txBody>
      </p:sp>
      <p:sp>
        <p:nvSpPr>
          <p:cNvPr id="64" name="W05">
            <a:extLst>
              <a:ext uri="{FF2B5EF4-FFF2-40B4-BE49-F238E27FC236}">
                <ns2:creationId id="{AE378A56-70C9-4D10-B917-CF621B4CA1AC}"/>
              </a:ext>
            </a:extLst>
          </p:cNvPr>
          <p:cNvSpPr>
            <a:spLocks noGrp="1"/>
          </p:cNvSpPr>
          <p:nvPr/>
        </p:nvSpPr>
        <p:spPr>
          <a:xfrm rot="0">
            <a:off x="2965698" y="2230783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65" name="0.0348">
            <a:extLst>
              <a:ext uri="{FF2B5EF4-FFF2-40B4-BE49-F238E27FC236}">
                <ns2:creationId id="{CAE476FC-FF08-4BE0-B493-8D427EFAA32E}"/>
              </a:ext>
            </a:extLst>
          </p:cNvPr>
          <p:cNvSpPr>
            <a:spLocks noGrp="1"/>
          </p:cNvSpPr>
          <p:nvPr/>
        </p:nvSpPr>
        <p:spPr>
          <a:xfrm rot="0">
            <a:off x="5693004" y="223964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0.0348</a:t>
            </a:r>
          </a:p>
        </p:txBody>
      </p:sp>
      <p:sp>
        <p:nvSpPr>
          <p:cNvPr id="66" name="0.0483">
            <a:extLst>
              <a:ext uri="{FF2B5EF4-FFF2-40B4-BE49-F238E27FC236}">
                <ns2:creationId id="{B25931B8-69F6-42FA-8506-BE4AF80543E7}"/>
              </a:ext>
            </a:extLst>
          </p:cNvPr>
          <p:cNvSpPr>
            <a:spLocks noGrp="1"/>
          </p:cNvSpPr>
          <p:nvPr/>
        </p:nvSpPr>
        <p:spPr>
          <a:xfrm rot="0">
            <a:off x="8071963" y="223964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0.0483</a:t>
            </a:r>
          </a:p>
        </p:txBody>
      </p:sp>
      <p:sp>
        <p:nvSpPr>
          <p:cNvPr id="67" name="0.0637">
            <a:extLst>
              <a:ext uri="{FF2B5EF4-FFF2-40B4-BE49-F238E27FC236}">
                <ns2:creationId id="{FE64B322-AA04-429F-B6E6-2074EE1AEAB2}"/>
              </a:ext>
            </a:extLst>
          </p:cNvPr>
          <p:cNvSpPr>
            <a:spLocks noGrp="1"/>
          </p:cNvSpPr>
          <p:nvPr/>
        </p:nvSpPr>
        <p:spPr>
          <a:xfrm rot="0">
            <a:off x="10450921" y="223964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0.0637</a:t>
            </a:r>
          </a:p>
        </p:txBody>
      </p:sp>
      <p:sp>
        <p:nvSpPr>
          <p:cNvPr id="68" name="Mean">
            <a:extLst>
              <a:ext uri="{FF2B5EF4-FFF2-40B4-BE49-F238E27FC236}">
                <ns2:creationId id="{5C20679C-F36B-4413-BB7A-0DF155B422C6}"/>
              </a:ext>
            </a:extLst>
          </p:cNvPr>
          <p:cNvSpPr>
            <a:spLocks noGrp="1"/>
          </p:cNvSpPr>
          <p:nvPr/>
        </p:nvSpPr>
        <p:spPr>
          <a:xfrm rot="0">
            <a:off x="2965698" y="2570341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69" name="0.0989">
            <a:extLst>
              <a:ext uri="{FF2B5EF4-FFF2-40B4-BE49-F238E27FC236}">
                <ns2:creationId id="{70383131-F05B-46C7-B1BB-30EB92255F80}"/>
              </a:ext>
            </a:extLst>
          </p:cNvPr>
          <p:cNvSpPr>
            <a:spLocks noGrp="1"/>
          </p:cNvSpPr>
          <p:nvPr/>
        </p:nvSpPr>
        <p:spPr>
          <a:xfrm rot="0">
            <a:off x="5693004" y="257919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0.0989</a:t>
            </a:r>
          </a:p>
        </p:txBody>
      </p:sp>
      <p:sp>
        <p:nvSpPr>
          <p:cNvPr id="70" name="0.0712">
            <a:extLst>
              <a:ext uri="{FF2B5EF4-FFF2-40B4-BE49-F238E27FC236}">
                <ns2:creationId id="{5C49F234-3AD0-4831-890A-2CD2E3EC0D25}"/>
              </a:ext>
            </a:extLst>
          </p:cNvPr>
          <p:cNvSpPr>
            <a:spLocks noGrp="1"/>
          </p:cNvSpPr>
          <p:nvPr/>
        </p:nvSpPr>
        <p:spPr>
          <a:xfrm rot="0">
            <a:off x="8071963" y="2579198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0.0712</a:t>
            </a:r>
          </a:p>
        </p:txBody>
      </p:sp>
      <p:sp>
        <p:nvSpPr>
          <p:cNvPr id="71" name="0.0786">
            <a:extLst>
              <a:ext uri="{FF2B5EF4-FFF2-40B4-BE49-F238E27FC236}">
                <ns2:creationId id="{2CFB8114-E0B3-4A61-9E94-ECD4A6EAAB78}"/>
              </a:ext>
            </a:extLst>
          </p:cNvPr>
          <p:cNvSpPr>
            <a:spLocks noGrp="1"/>
          </p:cNvSpPr>
          <p:nvPr/>
        </p:nvSpPr>
        <p:spPr>
          <a:xfrm rot="0">
            <a:off x="10450921" y="2579198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0.0786</a:t>
            </a:r>
          </a:p>
        </p:txBody>
      </p:sp>
      <p:sp>
        <p:nvSpPr>
          <p:cNvPr id="72" name="Figure S1 (e–h) plot object 71">
            <a:extLst>
              <a:ext uri="{FF2B5EF4-FFF2-40B4-BE49-F238E27FC236}">
                <ns2:creationId id="{D2357075-C4ED-43EC-9B20-DEC769927B40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3" name="Figure S1 (e–h) plot object 72">
            <a:extLst>
              <a:ext uri="{FF2B5EF4-FFF2-40B4-BE49-F238E27FC236}">
                <ns2:creationId id="{9ED06F8F-EEE7-4612-A3E8-0F33ECC81729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87436" cy="103006"/>
          </a:xfrm>
          <a:custGeom>
            <a:pathLst>
              <a:path w="87436" h="103006">
                <a:moveTo>
                  <a:pt x="0" y="103006"/>
                </a:moveTo>
                <a:lnTo>
                  <a:pt x="87436" y="103006"/>
                </a:lnTo>
                <a:lnTo>
                  <a:pt x="8743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74" name="Figure S1 (e–h) plot object 73">
            <a:extLst>
              <a:ext uri="{FF2B5EF4-FFF2-40B4-BE49-F238E27FC236}">
                <ns2:creationId id="{7CC0BC4F-7932-415E-847F-AEF13E4BE14C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5" name="Figure S1 (e–h) plot object 74">
            <a:extLst>
              <a:ext uri="{FF2B5EF4-FFF2-40B4-BE49-F238E27FC236}">
                <ns2:creationId id="{D98EAB38-E33A-4591-89D0-DE53D53FF3EF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46138" cy="103006"/>
          </a:xfrm>
          <a:custGeom>
            <a:pathLst>
              <a:path w="46138" h="103006">
                <a:moveTo>
                  <a:pt x="0" y="103006"/>
                </a:moveTo>
                <a:lnTo>
                  <a:pt x="46138" y="103006"/>
                </a:lnTo>
                <a:lnTo>
                  <a:pt x="4613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76" name="Figure S1 (e–h) plot object 75">
            <a:extLst>
              <a:ext uri="{FF2B5EF4-FFF2-40B4-BE49-F238E27FC236}">
                <ns2:creationId id="{9278D057-CD6D-4564-9D7A-D6AEC03E092A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7" name="Figure S1 (e–h) plot object 76">
            <a:extLst>
              <a:ext uri="{FF2B5EF4-FFF2-40B4-BE49-F238E27FC236}">
                <ns2:creationId id="{74899A82-36F7-4A84-AE37-0B390ED5F535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146501" cy="103006"/>
          </a:xfrm>
          <a:custGeom>
            <a:pathLst>
              <a:path w="146501" h="103006">
                <a:moveTo>
                  <a:pt x="0" y="103006"/>
                </a:moveTo>
                <a:lnTo>
                  <a:pt x="146501" y="103006"/>
                </a:lnTo>
                <a:lnTo>
                  <a:pt x="14650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78" name="Figure S1 (e–h) plot object 77">
            <a:extLst>
              <a:ext uri="{FF2B5EF4-FFF2-40B4-BE49-F238E27FC236}">
                <ns2:creationId id="{2185B0B0-0E60-47BE-B7D0-F95B044D3C50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9" name="Figure S1 (e–h) plot object 78">
            <a:extLst>
              <a:ext uri="{FF2B5EF4-FFF2-40B4-BE49-F238E27FC236}">
                <ns2:creationId id="{565D461B-43AB-4FF1-AF50-B5AFBC83F77B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60048" cy="103006"/>
          </a:xfrm>
          <a:custGeom>
            <a:pathLst>
              <a:path w="60048" h="103006">
                <a:moveTo>
                  <a:pt x="0" y="103006"/>
                </a:moveTo>
                <a:lnTo>
                  <a:pt x="60048" y="103006"/>
                </a:lnTo>
                <a:lnTo>
                  <a:pt x="6004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0" name="Figure S1 (e–h) plot object 79">
            <a:extLst>
              <a:ext uri="{FF2B5EF4-FFF2-40B4-BE49-F238E27FC236}">
                <ns2:creationId id="{CC1F0824-25C7-42D5-A5FE-69ECEE8ADAF4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1" name="Figure S1 (e–h) plot object 80">
            <a:extLst>
              <a:ext uri="{FF2B5EF4-FFF2-40B4-BE49-F238E27FC236}">
                <ns2:creationId id="{DA90FA78-C301-4AF2-A2F1-1820D54DB21B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235912" cy="103006"/>
          </a:xfrm>
          <a:custGeom>
            <a:pathLst>
              <a:path w="235912" h="103006">
                <a:moveTo>
                  <a:pt x="0" y="103006"/>
                </a:moveTo>
                <a:lnTo>
                  <a:pt x="235912" y="103006"/>
                </a:lnTo>
                <a:lnTo>
                  <a:pt x="23591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2" name="Figure S1 (e–h) plot object 81">
            <a:extLst>
              <a:ext uri="{FF2B5EF4-FFF2-40B4-BE49-F238E27FC236}">
                <ns2:creationId id="{A9E07EC9-64E9-4D15-AA14-257E04C0993C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3" name="Figure S1 (e–h) plot object 82">
            <a:extLst>
              <a:ext uri="{FF2B5EF4-FFF2-40B4-BE49-F238E27FC236}">
                <ns2:creationId id="{9B139E85-86C4-40D6-A95B-CE64A6B97846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130168" cy="103006"/>
          </a:xfrm>
          <a:custGeom>
            <a:pathLst>
              <a:path w="130168" h="103006">
                <a:moveTo>
                  <a:pt x="0" y="103006"/>
                </a:moveTo>
                <a:lnTo>
                  <a:pt x="130168" y="103006"/>
                </a:lnTo>
                <a:lnTo>
                  <a:pt x="130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4" name="Figure S1 (e–h) plot object 83">
            <a:extLst>
              <a:ext uri="{FF2B5EF4-FFF2-40B4-BE49-F238E27FC236}">
                <ns2:creationId id="{DEFCC692-7CED-4395-90C0-164A584699C7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5" name="Figure S1 (e–h) plot object 84">
            <a:extLst>
              <a:ext uri="{FF2B5EF4-FFF2-40B4-BE49-F238E27FC236}">
                <ns2:creationId id="{6FEF42BF-FFE8-4C44-B277-1ADD7120D6B3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180341" cy="103006"/>
          </a:xfrm>
          <a:custGeom>
            <a:pathLst>
              <a:path w="180341" h="103006">
                <a:moveTo>
                  <a:pt x="0" y="103006"/>
                </a:moveTo>
                <a:lnTo>
                  <a:pt x="180341" y="103006"/>
                </a:lnTo>
                <a:lnTo>
                  <a:pt x="18034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6" name="Figure S1 (e–h) plot object 85">
            <a:extLst>
              <a:ext uri="{FF2B5EF4-FFF2-40B4-BE49-F238E27FC236}">
                <ns2:creationId id="{B905B647-FFCB-48F3-B84B-E87A2AA45115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7" name="Figure S1 (e–h) plot object 86">
            <a:extLst>
              <a:ext uri="{FF2B5EF4-FFF2-40B4-BE49-F238E27FC236}">
                <ns2:creationId id="{5DF66B3F-2773-4CA8-8761-1B64E10C83FB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86770" cy="103006"/>
          </a:xfrm>
          <a:custGeom>
            <a:pathLst>
              <a:path w="86770" h="103006">
                <a:moveTo>
                  <a:pt x="0" y="103006"/>
                </a:moveTo>
                <a:lnTo>
                  <a:pt x="86770" y="103006"/>
                </a:lnTo>
                <a:lnTo>
                  <a:pt x="86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8" name="Figure S1 (e–h) plot object 87">
            <a:extLst>
              <a:ext uri="{FF2B5EF4-FFF2-40B4-BE49-F238E27FC236}">
                <ns2:creationId id="{113E4B5E-847B-498A-B3DC-45CADFBC70ED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9" name="Figure S1 (e–h) plot object 88">
            <a:extLst>
              <a:ext uri="{FF2B5EF4-FFF2-40B4-BE49-F238E27FC236}">
                <ns2:creationId id="{4CDB0178-FD04-4843-B61C-EFC9A9CFF1C1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119623" cy="103006"/>
          </a:xfrm>
          <a:custGeom>
            <a:pathLst>
              <a:path w="119623" h="103006">
                <a:moveTo>
                  <a:pt x="0" y="103006"/>
                </a:moveTo>
                <a:lnTo>
                  <a:pt x="119623" y="103006"/>
                </a:lnTo>
                <a:lnTo>
                  <a:pt x="119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0" name="Figure S1 (e–h) plot object 89">
            <a:extLst>
              <a:ext uri="{FF2B5EF4-FFF2-40B4-BE49-F238E27FC236}">
                <ns2:creationId id="{0B408824-C876-4673-B573-F3D88DF3BE12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1" name="Figure S1 (e–h) plot object 90">
            <a:extLst>
              <a:ext uri="{FF2B5EF4-FFF2-40B4-BE49-F238E27FC236}">
                <ns2:creationId id="{81CCD722-8EB1-4CD9-9801-3BD2661C7D1E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193719" cy="103006"/>
          </a:xfrm>
          <a:custGeom>
            <a:pathLst>
              <a:path w="193719" h="103006">
                <a:moveTo>
                  <a:pt x="0" y="103006"/>
                </a:moveTo>
                <a:lnTo>
                  <a:pt x="193719" y="103006"/>
                </a:lnTo>
                <a:lnTo>
                  <a:pt x="19371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2" name="Figure S1 (e–h) plot object 91">
            <a:extLst>
              <a:ext uri="{FF2B5EF4-FFF2-40B4-BE49-F238E27FC236}">
                <ns2:creationId id="{A2AF95C0-5048-4C01-A6FB-383328F86423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3" name="Figure S1 (e–h) plot object 92">
            <a:extLst>
              <a:ext uri="{FF2B5EF4-FFF2-40B4-BE49-F238E27FC236}">
                <ns2:creationId id="{892FAF31-1522-42D5-94E1-CC49DEBC3867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74091" cy="103006"/>
          </a:xfrm>
          <a:custGeom>
            <a:pathLst>
              <a:path w="74091" h="103006">
                <a:moveTo>
                  <a:pt x="0" y="103006"/>
                </a:moveTo>
                <a:lnTo>
                  <a:pt x="74091" y="103006"/>
                </a:lnTo>
                <a:lnTo>
                  <a:pt x="7409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94" name="Figure S1 (e–h) plot object 93">
            <a:extLst>
              <a:ext uri="{FF2B5EF4-FFF2-40B4-BE49-F238E27FC236}">
                <ns2:creationId id="{EBC03C99-3E4F-40A2-BE18-B06305FE1906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5" name="Figure S1 (e–h) plot object 94">
            <a:extLst>
              <a:ext uri="{FF2B5EF4-FFF2-40B4-BE49-F238E27FC236}">
                <ns2:creationId id="{6DF9B81E-2463-4D12-A070-4AFFBBE6524A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133158" cy="103006"/>
          </a:xfrm>
          <a:custGeom>
            <a:pathLst>
              <a:path w="133158" h="103006">
                <a:moveTo>
                  <a:pt x="0" y="103006"/>
                </a:moveTo>
                <a:lnTo>
                  <a:pt x="133158" y="103006"/>
                </a:lnTo>
                <a:lnTo>
                  <a:pt x="13315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6" name="Figure S1 (e–h) plot object 95">
            <a:extLst>
              <a:ext uri="{FF2B5EF4-FFF2-40B4-BE49-F238E27FC236}">
                <ns2:creationId id="{6B4C941E-158B-4B58-A569-E3988136E8BC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7" name="Figure S1 (e–h) plot object 96">
            <a:extLst>
              <a:ext uri="{FF2B5EF4-FFF2-40B4-BE49-F238E27FC236}">
                <ns2:creationId id="{F68F47F6-60F6-4F39-A677-CCE762FAE201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189948" cy="103006"/>
          </a:xfrm>
          <a:custGeom>
            <a:pathLst>
              <a:path w="189948" h="103006">
                <a:moveTo>
                  <a:pt x="0" y="103006"/>
                </a:moveTo>
                <a:lnTo>
                  <a:pt x="189948" y="103006"/>
                </a:lnTo>
                <a:lnTo>
                  <a:pt x="18994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8" name="Figure S1 (e–h) plot object 97">
            <a:extLst>
              <a:ext uri="{FF2B5EF4-FFF2-40B4-BE49-F238E27FC236}">
                <ns2:creationId id="{7CB3F561-B5BF-44D4-89A0-6F998019089C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9" name="Figure S1 (e–h) plot object 98">
            <a:extLst>
              <a:ext uri="{FF2B5EF4-FFF2-40B4-BE49-F238E27FC236}">
                <ns2:creationId id="{CD43E836-9E8B-4D18-B060-86F597B69360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557951" cy="103006"/>
          </a:xfrm>
          <a:custGeom>
            <a:pathLst>
              <a:path w="557951" h="103006">
                <a:moveTo>
                  <a:pt x="0" y="103006"/>
                </a:moveTo>
                <a:lnTo>
                  <a:pt x="557951" y="103006"/>
                </a:lnTo>
                <a:lnTo>
                  <a:pt x="55795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0" name="Figure S1 (e–h) plot object 99">
            <a:extLst>
              <a:ext uri="{FF2B5EF4-FFF2-40B4-BE49-F238E27FC236}">
                <ns2:creationId id="{F566C5C4-1629-46DE-93D0-430E5E56C79C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1" name="Figure S1 (e–h) plot object 100">
            <a:extLst>
              <a:ext uri="{FF2B5EF4-FFF2-40B4-BE49-F238E27FC236}">
                <ns2:creationId id="{732D7B4B-FECE-43A9-A54F-507EBB4E8DBC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170435" cy="103006"/>
          </a:xfrm>
          <a:custGeom>
            <a:pathLst>
              <a:path w="170435" h="103006">
                <a:moveTo>
                  <a:pt x="0" y="103006"/>
                </a:moveTo>
                <a:lnTo>
                  <a:pt x="170435" y="103006"/>
                </a:lnTo>
                <a:lnTo>
                  <a:pt x="17043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2" name="Figure S1 (e–h) plot object 101">
            <a:extLst>
              <a:ext uri="{FF2B5EF4-FFF2-40B4-BE49-F238E27FC236}">
                <ns2:creationId id="{59D11214-C6C5-4FED-919C-2B513A7F5A98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3" name="Figure S1 (e–h) plot object 102">
            <a:extLst>
              <a:ext uri="{FF2B5EF4-FFF2-40B4-BE49-F238E27FC236}">
                <ns2:creationId id="{FA030499-9B1C-414F-BC1E-BB86A739AFAC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142299" cy="103006"/>
          </a:xfrm>
          <a:custGeom>
            <a:pathLst>
              <a:path w="142299" h="103006">
                <a:moveTo>
                  <a:pt x="0" y="103006"/>
                </a:moveTo>
                <a:lnTo>
                  <a:pt x="142299" y="103006"/>
                </a:lnTo>
                <a:lnTo>
                  <a:pt x="14229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4" name="Figure S1 (e–h) plot object 103">
            <a:extLst>
              <a:ext uri="{FF2B5EF4-FFF2-40B4-BE49-F238E27FC236}">
                <ns2:creationId id="{43949456-DAF0-4378-A180-32C2A3B90841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5" name="Figure S1 (e–h) plot object 104">
            <a:extLst>
              <a:ext uri="{FF2B5EF4-FFF2-40B4-BE49-F238E27FC236}">
                <ns2:creationId id="{CA48383C-7356-4CE2-8DE0-E2E401FD96F2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200172" cy="103006"/>
          </a:xfrm>
          <a:custGeom>
            <a:pathLst>
              <a:path w="200172" h="103006">
                <a:moveTo>
                  <a:pt x="0" y="103006"/>
                </a:moveTo>
                <a:lnTo>
                  <a:pt x="200172" y="103006"/>
                </a:lnTo>
                <a:lnTo>
                  <a:pt x="20017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6" name="Figure S1 (e–h) plot object 105">
            <a:extLst>
              <a:ext uri="{FF2B5EF4-FFF2-40B4-BE49-F238E27FC236}">
                <ns2:creationId id="{8576CCC9-13DD-4347-8A51-508D595D9613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7" name="Figure S1 (e–h) plot object 106">
            <a:extLst>
              <a:ext uri="{FF2B5EF4-FFF2-40B4-BE49-F238E27FC236}">
                <ns2:creationId id="{9929F480-3ACB-4A98-93A0-32C799514CC1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139977" cy="103006"/>
          </a:xfrm>
          <a:custGeom>
            <a:pathLst>
              <a:path w="139977" h="103006">
                <a:moveTo>
                  <a:pt x="0" y="103006"/>
                </a:moveTo>
                <a:lnTo>
                  <a:pt x="139977" y="103006"/>
                </a:lnTo>
                <a:lnTo>
                  <a:pt x="13997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8" name="Figure S1 (e–h) plot object 107">
            <a:extLst>
              <a:ext uri="{FF2B5EF4-FFF2-40B4-BE49-F238E27FC236}">
                <ns2:creationId id="{B63891EE-9626-4096-921A-5B7BC11B471D}"/>
              </a:ext>
            </a:extLst>
          </p:cNvPr>
          <p:cNvSpPr>
            <a:spLocks noGrp="1"/>
          </p:cNvSpPr>
          <p:nvPr/>
        </p:nvSpPr>
        <p:spPr>
          <a:xfrm>
            <a:off x="4155177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09" name="Figure S1 (e–h) plot object 108">
            <a:extLst>
              <a:ext uri="{FF2B5EF4-FFF2-40B4-BE49-F238E27FC236}">
                <ns2:creationId id="{B86BA319-1C64-4132-A90D-18C7A633D1BA}"/>
              </a:ext>
            </a:extLst>
          </p:cNvPr>
          <p:cNvSpPr>
            <a:spLocks noGrp="1"/>
          </p:cNvSpPr>
          <p:nvPr/>
        </p:nvSpPr>
        <p:spPr>
          <a:xfrm>
            <a:off x="6534136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10" name="Figure S1 (e–h) plot object 109">
            <a:extLst>
              <a:ext uri="{FF2B5EF4-FFF2-40B4-BE49-F238E27FC236}">
                <ns2:creationId id="{2EB9611C-C596-4B59-AD29-043452AA12DF}"/>
              </a:ext>
            </a:extLst>
          </p:cNvPr>
          <p:cNvSpPr>
            <a:spLocks noGrp="1"/>
          </p:cNvSpPr>
          <p:nvPr/>
        </p:nvSpPr>
        <p:spPr>
          <a:xfrm>
            <a:off x="8913095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11" name="Figure S1 (e–h) plot object 110">
            <a:extLst>
              <a:ext uri="{FF2B5EF4-FFF2-40B4-BE49-F238E27FC236}">
                <ns2:creationId id="{C3BED007-A89D-4270-82A2-A92D639403FF}"/>
              </a:ext>
            </a:extLst>
          </p:cNvPr>
          <p:cNvSpPr>
            <a:spLocks noGrp="1"/>
          </p:cNvSpPr>
          <p:nvPr/>
        </p:nvSpPr>
        <p:spPr>
          <a:xfrm>
            <a:off x="2880735" y="509955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12" name="f">
            <a:extLst>
              <a:ext uri="{FF2B5EF4-FFF2-40B4-BE49-F238E27FC236}">
                <ns2:creationId id="{BA61C11D-4154-40DF-A096-D083BC5AA276}"/>
              </a:ext>
            </a:extLst>
          </p:cNvPr>
          <p:cNvSpPr>
            <a:spLocks noGrp="1"/>
          </p:cNvSpPr>
          <p:nvPr/>
        </p:nvSpPr>
        <p:spPr>
          <a:xfrm rot="0">
            <a:off x="2880735" y="3148208"/>
            <a:ext cx="178713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13" name="Partitioning / 24">
            <a:extLst>
              <a:ext uri="{FF2B5EF4-FFF2-40B4-BE49-F238E27FC236}">
                <ns2:creationId id="{070CE5F3-44A7-485F-B0AE-8AEF601F602A}"/>
              </a:ext>
            </a:extLst>
          </p:cNvPr>
          <p:cNvSpPr>
            <a:spLocks noGrp="1"/>
          </p:cNvSpPr>
          <p:nvPr/>
        </p:nvSpPr>
        <p:spPr>
          <a:xfrm rot="0">
            <a:off x="3305549" y="3181196"/>
            <a:ext cx="16002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Partitioning / 24</a:t>
            </a:r>
          </a:p>
        </p:txBody>
      </p:sp>
      <p:sp>
        <p:nvSpPr>
          <p:cNvPr id="114" name="Organic-fraction MAE  0-0.22">
            <a:extLst>
              <a:ext uri="{FF2B5EF4-FFF2-40B4-BE49-F238E27FC236}">
                <ns2:creationId id="{F3AD446C-A51F-409B-A363-BC793BA397FD}"/>
              </a:ext>
            </a:extLst>
          </p:cNvPr>
          <p:cNvSpPr>
            <a:spLocks noGrp="1"/>
          </p:cNvSpPr>
          <p:nvPr/>
        </p:nvSpPr>
        <p:spPr>
          <a:xfrm rot="0">
            <a:off x="9357416" y="3195421"/>
            <a:ext cx="1921160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Organic-fraction MAE  0-0.22</a:t>
            </a:r>
          </a:p>
        </p:txBody>
      </p:sp>
      <p:sp>
        <p:nvSpPr>
          <p:cNvPr id="115" name="Opaque">
            <a:extLst>
              <a:ext uri="{FF2B5EF4-FFF2-40B4-BE49-F238E27FC236}">
                <ns2:creationId id="{B0463CE7-6526-4742-BF2E-434496A71FD8}"/>
              </a:ext>
            </a:extLst>
          </p:cNvPr>
          <p:cNvSpPr>
            <a:spLocks noGrp="1"/>
          </p:cNvSpPr>
          <p:nvPr/>
        </p:nvSpPr>
        <p:spPr>
          <a:xfrm rot="0">
            <a:off x="4155177" y="3508847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16" name="Aligned">
            <a:extLst>
              <a:ext uri="{FF2B5EF4-FFF2-40B4-BE49-F238E27FC236}">
                <ns2:creationId id="{106AD3B1-6662-48B9-A3EC-8CF31A87B965}"/>
              </a:ext>
            </a:extLst>
          </p:cNvPr>
          <p:cNvSpPr>
            <a:spLocks noGrp="1"/>
          </p:cNvSpPr>
          <p:nvPr/>
        </p:nvSpPr>
        <p:spPr>
          <a:xfrm rot="0">
            <a:off x="6534136" y="3506970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17" name="MisIndexed">
            <a:extLst>
              <a:ext uri="{FF2B5EF4-FFF2-40B4-BE49-F238E27FC236}">
                <ns2:creationId id="{F123943D-CD2C-4DCA-99C4-28C4FC304830}"/>
              </a:ext>
            </a:extLst>
          </p:cNvPr>
          <p:cNvSpPr>
            <a:spLocks noGrp="1"/>
          </p:cNvSpPr>
          <p:nvPr/>
        </p:nvSpPr>
        <p:spPr>
          <a:xfrm rot="0">
            <a:off x="8913095" y="3507943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18" name="W01">
            <a:extLst>
              <a:ext uri="{FF2B5EF4-FFF2-40B4-BE49-F238E27FC236}">
                <ns2:creationId id="{7701581D-2D31-4D8E-B3C0-95115DA34662}"/>
              </a:ext>
            </a:extLst>
          </p:cNvPr>
          <p:cNvSpPr>
            <a:spLocks noGrp="1"/>
          </p:cNvSpPr>
          <p:nvPr/>
        </p:nvSpPr>
        <p:spPr>
          <a:xfrm rot="0">
            <a:off x="2965698" y="382269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19" name="0.0129">
            <a:extLst>
              <a:ext uri="{FF2B5EF4-FFF2-40B4-BE49-F238E27FC236}">
                <ns2:creationId id="{86BAD560-83B2-46EE-A480-F181584ECFC1}"/>
              </a:ext>
            </a:extLst>
          </p:cNvPr>
          <p:cNvSpPr>
            <a:spLocks noGrp="1"/>
          </p:cNvSpPr>
          <p:nvPr/>
        </p:nvSpPr>
        <p:spPr>
          <a:xfrm rot="0">
            <a:off x="5693004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0.0129</a:t>
            </a:r>
          </a:p>
        </p:txBody>
      </p:sp>
      <p:sp>
        <p:nvSpPr>
          <p:cNvPr id="120" name="0.0068">
            <a:extLst>
              <a:ext uri="{FF2B5EF4-FFF2-40B4-BE49-F238E27FC236}">
                <ns2:creationId id="{E08E4CE5-ED0F-4607-A697-528EE4CB2D41}"/>
              </a:ext>
            </a:extLst>
          </p:cNvPr>
          <p:cNvSpPr>
            <a:spLocks noGrp="1"/>
          </p:cNvSpPr>
          <p:nvPr/>
        </p:nvSpPr>
        <p:spPr>
          <a:xfrm rot="0">
            <a:off x="8071963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0.0068</a:t>
            </a:r>
          </a:p>
        </p:txBody>
      </p:sp>
      <p:sp>
        <p:nvSpPr>
          <p:cNvPr id="121" name="0.0217">
            <a:extLst>
              <a:ext uri="{FF2B5EF4-FFF2-40B4-BE49-F238E27FC236}">
                <ns2:creationId id="{2A710401-2E0F-4AF0-B4F1-77C6D68001BA}"/>
              </a:ext>
            </a:extLst>
          </p:cNvPr>
          <p:cNvSpPr>
            <a:spLocks noGrp="1"/>
          </p:cNvSpPr>
          <p:nvPr/>
        </p:nvSpPr>
        <p:spPr>
          <a:xfrm rot="0">
            <a:off x="10450921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0.0217</a:t>
            </a:r>
          </a:p>
        </p:txBody>
      </p:sp>
      <p:sp>
        <p:nvSpPr>
          <p:cNvPr id="122" name="W02">
            <a:extLst>
              <a:ext uri="{FF2B5EF4-FFF2-40B4-BE49-F238E27FC236}">
                <ns2:creationId id="{CE595022-2B49-477B-A436-D86FD4B0E4A2}"/>
              </a:ext>
            </a:extLst>
          </p:cNvPr>
          <p:cNvSpPr>
            <a:spLocks noGrp="1"/>
          </p:cNvSpPr>
          <p:nvPr/>
        </p:nvSpPr>
        <p:spPr>
          <a:xfrm rot="0">
            <a:off x="2965698" y="408021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23" name="0.0089">
            <a:extLst>
              <a:ext uri="{FF2B5EF4-FFF2-40B4-BE49-F238E27FC236}">
                <ns2:creationId id="{BECB6746-0C05-4EDB-9657-782D13A842E9}"/>
              </a:ext>
            </a:extLst>
          </p:cNvPr>
          <p:cNvSpPr>
            <a:spLocks noGrp="1"/>
          </p:cNvSpPr>
          <p:nvPr/>
        </p:nvSpPr>
        <p:spPr>
          <a:xfrm rot="0">
            <a:off x="5693004" y="408908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0.0089</a:t>
            </a:r>
          </a:p>
        </p:txBody>
      </p:sp>
      <p:sp>
        <p:nvSpPr>
          <p:cNvPr id="124" name="0.0349">
            <a:extLst>
              <a:ext uri="{FF2B5EF4-FFF2-40B4-BE49-F238E27FC236}">
                <ns2:creationId id="{A34DAF96-5688-4BF5-A423-9CDD229BCFDC}"/>
              </a:ext>
            </a:extLst>
          </p:cNvPr>
          <p:cNvSpPr>
            <a:spLocks noGrp="1"/>
          </p:cNvSpPr>
          <p:nvPr/>
        </p:nvSpPr>
        <p:spPr>
          <a:xfrm rot="0">
            <a:off x="8071963" y="408908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0.0349</a:t>
            </a:r>
          </a:p>
        </p:txBody>
      </p:sp>
      <p:sp>
        <p:nvSpPr>
          <p:cNvPr id="125" name="0.0193">
            <a:extLst>
              <a:ext uri="{FF2B5EF4-FFF2-40B4-BE49-F238E27FC236}">
                <ns2:creationId id="{5FA6212A-3619-4278-9891-3F4DD30DEACD}"/>
              </a:ext>
            </a:extLst>
          </p:cNvPr>
          <p:cNvSpPr>
            <a:spLocks noGrp="1"/>
          </p:cNvSpPr>
          <p:nvPr/>
        </p:nvSpPr>
        <p:spPr>
          <a:xfrm rot="0">
            <a:off x="10450921" y="408908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0.0193</a:t>
            </a:r>
          </a:p>
        </p:txBody>
      </p:sp>
      <p:sp>
        <p:nvSpPr>
          <p:cNvPr id="126" name="W03">
            <a:extLst>
              <a:ext uri="{FF2B5EF4-FFF2-40B4-BE49-F238E27FC236}">
                <ns2:creationId id="{1FCFAA5C-E606-4DB3-BB2D-ECAA3221D026}"/>
              </a:ext>
            </a:extLst>
          </p:cNvPr>
          <p:cNvSpPr>
            <a:spLocks noGrp="1"/>
          </p:cNvSpPr>
          <p:nvPr/>
        </p:nvSpPr>
        <p:spPr>
          <a:xfrm rot="0">
            <a:off x="2965698" y="433773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27" name="0.0267">
            <a:extLst>
              <a:ext uri="{FF2B5EF4-FFF2-40B4-BE49-F238E27FC236}">
                <ns2:creationId id="{48F59020-3D6B-4AC1-B7AE-812DDBC95705}"/>
              </a:ext>
            </a:extLst>
          </p:cNvPr>
          <p:cNvSpPr>
            <a:spLocks noGrp="1"/>
          </p:cNvSpPr>
          <p:nvPr/>
        </p:nvSpPr>
        <p:spPr>
          <a:xfrm rot="0">
            <a:off x="5693004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0.0267</a:t>
            </a:r>
          </a:p>
        </p:txBody>
      </p:sp>
      <p:sp>
        <p:nvSpPr>
          <p:cNvPr id="128" name="0.0128">
            <a:extLst>
              <a:ext uri="{FF2B5EF4-FFF2-40B4-BE49-F238E27FC236}">
                <ns2:creationId id="{B658EA5A-2661-468B-AEF2-E8A01649DA59}"/>
              </a:ext>
            </a:extLst>
          </p:cNvPr>
          <p:cNvSpPr>
            <a:spLocks noGrp="1"/>
          </p:cNvSpPr>
          <p:nvPr/>
        </p:nvSpPr>
        <p:spPr>
          <a:xfrm rot="0">
            <a:off x="8071963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0.0128</a:t>
            </a:r>
          </a:p>
        </p:txBody>
      </p:sp>
      <p:sp>
        <p:nvSpPr>
          <p:cNvPr id="129" name="0.0177">
            <a:extLst>
              <a:ext uri="{FF2B5EF4-FFF2-40B4-BE49-F238E27FC236}">
                <ns2:creationId id="{9963CA68-FBA9-42B3-8BCB-E513B7E89385}"/>
              </a:ext>
            </a:extLst>
          </p:cNvPr>
          <p:cNvSpPr>
            <a:spLocks noGrp="1"/>
          </p:cNvSpPr>
          <p:nvPr/>
        </p:nvSpPr>
        <p:spPr>
          <a:xfrm rot="0">
            <a:off x="10450921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0.0177</a:t>
            </a:r>
          </a:p>
        </p:txBody>
      </p:sp>
      <p:sp>
        <p:nvSpPr>
          <p:cNvPr id="130" name="W04">
            <a:extLst>
              <a:ext uri="{FF2B5EF4-FFF2-40B4-BE49-F238E27FC236}">
                <ns2:creationId id="{60401426-65C8-4539-9141-EBBABCBF2AF8}"/>
              </a:ext>
            </a:extLst>
          </p:cNvPr>
          <p:cNvSpPr>
            <a:spLocks noGrp="1"/>
          </p:cNvSpPr>
          <p:nvPr/>
        </p:nvSpPr>
        <p:spPr>
          <a:xfrm rot="0">
            <a:off x="2965698" y="459524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131" name="0.0287">
            <a:extLst>
              <a:ext uri="{FF2B5EF4-FFF2-40B4-BE49-F238E27FC236}">
                <ns2:creationId id="{B2950B63-926E-468C-8C12-BB9F2F0A0B80}"/>
              </a:ext>
            </a:extLst>
          </p:cNvPr>
          <p:cNvSpPr>
            <a:spLocks noGrp="1"/>
          </p:cNvSpPr>
          <p:nvPr/>
        </p:nvSpPr>
        <p:spPr>
          <a:xfrm rot="0">
            <a:off x="5693004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0.0287</a:t>
            </a:r>
          </a:p>
        </p:txBody>
      </p:sp>
      <p:sp>
        <p:nvSpPr>
          <p:cNvPr id="132" name="0.0110">
            <a:extLst>
              <a:ext uri="{FF2B5EF4-FFF2-40B4-BE49-F238E27FC236}">
                <ns2:creationId id="{C7AEBC77-C907-4C5B-8D9B-2A2C6F04F67C}"/>
              </a:ext>
            </a:extLst>
          </p:cNvPr>
          <p:cNvSpPr>
            <a:spLocks noGrp="1"/>
          </p:cNvSpPr>
          <p:nvPr/>
        </p:nvSpPr>
        <p:spPr>
          <a:xfrm rot="0">
            <a:off x="8071963" y="4604113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0.0110</a:t>
            </a:r>
          </a:p>
        </p:txBody>
      </p:sp>
      <p:sp>
        <p:nvSpPr>
          <p:cNvPr id="133" name="0.0197">
            <a:extLst>
              <a:ext uri="{FF2B5EF4-FFF2-40B4-BE49-F238E27FC236}">
                <ns2:creationId id="{B0FF4543-6F60-434F-B66A-C4C078FD6BE3}"/>
              </a:ext>
            </a:extLst>
          </p:cNvPr>
          <p:cNvSpPr>
            <a:spLocks noGrp="1"/>
          </p:cNvSpPr>
          <p:nvPr/>
        </p:nvSpPr>
        <p:spPr>
          <a:xfrm rot="0">
            <a:off x="10450921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0.0197</a:t>
            </a:r>
          </a:p>
        </p:txBody>
      </p:sp>
      <p:sp>
        <p:nvSpPr>
          <p:cNvPr id="134" name="W05">
            <a:extLst>
              <a:ext uri="{FF2B5EF4-FFF2-40B4-BE49-F238E27FC236}">
                <ns2:creationId id="{CCB8543F-EB3A-49C2-9286-19295CFDFCF7}"/>
              </a:ext>
            </a:extLst>
          </p:cNvPr>
          <p:cNvSpPr>
            <a:spLocks noGrp="1"/>
          </p:cNvSpPr>
          <p:nvPr/>
        </p:nvSpPr>
        <p:spPr>
          <a:xfrm rot="0">
            <a:off x="2965698" y="4852762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135" name="0.0281">
            <a:extLst>
              <a:ext uri="{FF2B5EF4-FFF2-40B4-BE49-F238E27FC236}">
                <ns2:creationId id="{71D1ACA9-14C3-4FA8-977C-252AD5601967}"/>
              </a:ext>
            </a:extLst>
          </p:cNvPr>
          <p:cNvSpPr>
            <a:spLocks noGrp="1"/>
          </p:cNvSpPr>
          <p:nvPr/>
        </p:nvSpPr>
        <p:spPr>
          <a:xfrm rot="0">
            <a:off x="5693004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0.0281</a:t>
            </a:r>
          </a:p>
        </p:txBody>
      </p:sp>
      <p:sp>
        <p:nvSpPr>
          <p:cNvPr id="136" name="0.0826">
            <a:extLst>
              <a:ext uri="{FF2B5EF4-FFF2-40B4-BE49-F238E27FC236}">
                <ns2:creationId id="{B66A0689-1507-4F5A-9B83-E2BFF3869DB1}"/>
              </a:ext>
            </a:extLst>
          </p:cNvPr>
          <p:cNvSpPr>
            <a:spLocks noGrp="1"/>
          </p:cNvSpPr>
          <p:nvPr/>
        </p:nvSpPr>
        <p:spPr>
          <a:xfrm rot="0">
            <a:off x="8071963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0.0826</a:t>
            </a:r>
          </a:p>
        </p:txBody>
      </p:sp>
      <p:sp>
        <p:nvSpPr>
          <p:cNvPr id="137" name="0.0252">
            <a:extLst>
              <a:ext uri="{FF2B5EF4-FFF2-40B4-BE49-F238E27FC236}">
                <ns2:creationId id="{15229CED-3C35-497C-ACB2-F27FD31B798E}"/>
              </a:ext>
            </a:extLst>
          </p:cNvPr>
          <p:cNvSpPr>
            <a:spLocks noGrp="1"/>
          </p:cNvSpPr>
          <p:nvPr/>
        </p:nvSpPr>
        <p:spPr>
          <a:xfrm rot="0">
            <a:off x="10450921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0.0252</a:t>
            </a:r>
          </a:p>
        </p:txBody>
      </p:sp>
      <p:sp>
        <p:nvSpPr>
          <p:cNvPr id="138" name="Mean">
            <a:extLst>
              <a:ext uri="{FF2B5EF4-FFF2-40B4-BE49-F238E27FC236}">
                <ns2:creationId id="{E98232C0-1C95-4330-8CE3-9A82F30AB834}"/>
              </a:ext>
            </a:extLst>
          </p:cNvPr>
          <p:cNvSpPr>
            <a:spLocks noGrp="1"/>
          </p:cNvSpPr>
          <p:nvPr/>
        </p:nvSpPr>
        <p:spPr>
          <a:xfrm rot="0">
            <a:off x="2965698" y="5192320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39" name="0.0211">
            <a:extLst>
              <a:ext uri="{FF2B5EF4-FFF2-40B4-BE49-F238E27FC236}">
                <ns2:creationId id="{79E13C07-BD39-4820-B263-D2C31CF9A7B1}"/>
              </a:ext>
            </a:extLst>
          </p:cNvPr>
          <p:cNvSpPr>
            <a:spLocks noGrp="1"/>
          </p:cNvSpPr>
          <p:nvPr/>
        </p:nvSpPr>
        <p:spPr>
          <a:xfrm rot="0">
            <a:off x="5693004" y="520117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0.0211</a:t>
            </a:r>
          </a:p>
        </p:txBody>
      </p:sp>
      <p:sp>
        <p:nvSpPr>
          <p:cNvPr id="140" name="0.0296">
            <a:extLst>
              <a:ext uri="{FF2B5EF4-FFF2-40B4-BE49-F238E27FC236}">
                <ns2:creationId id="{A8E392C3-8D0B-4A1F-B7DB-6C5952ACAFDC}"/>
              </a:ext>
            </a:extLst>
          </p:cNvPr>
          <p:cNvSpPr>
            <a:spLocks noGrp="1"/>
          </p:cNvSpPr>
          <p:nvPr/>
        </p:nvSpPr>
        <p:spPr>
          <a:xfrm rot="0">
            <a:off x="8071963" y="5201177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0.0296</a:t>
            </a:r>
          </a:p>
        </p:txBody>
      </p:sp>
      <p:sp>
        <p:nvSpPr>
          <p:cNvPr id="141" name="0.0207">
            <a:extLst>
              <a:ext uri="{FF2B5EF4-FFF2-40B4-BE49-F238E27FC236}">
                <ns2:creationId id="{7F9649E0-C9A7-4333-92C7-F44D4A35BD38}"/>
              </a:ext>
            </a:extLst>
          </p:cNvPr>
          <p:cNvSpPr>
            <a:spLocks noGrp="1"/>
          </p:cNvSpPr>
          <p:nvPr/>
        </p:nvSpPr>
        <p:spPr>
          <a:xfrm rot="0">
            <a:off x="10450921" y="520117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0.0207</a:t>
            </a:r>
          </a:p>
        </p:txBody>
      </p:sp>
      <p:sp>
        <p:nvSpPr>
          <p:cNvPr id="142" name="Figure S1 (e–h) plot object 141">
            <a:extLst>
              <a:ext uri="{FF2B5EF4-FFF2-40B4-BE49-F238E27FC236}">
                <ns2:creationId id="{61AA4519-6347-4E87-AB1F-A4333F8EEB6D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3" name="Figure S1 (e–h) plot object 142">
            <a:extLst>
              <a:ext uri="{FF2B5EF4-FFF2-40B4-BE49-F238E27FC236}">
                <ns2:creationId id="{3ABEAE7B-C366-472D-8CA0-B3D9725D9322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579966" cy="103006"/>
          </a:xfrm>
          <a:custGeom>
            <a:pathLst>
              <a:path w="579966" h="103006">
                <a:moveTo>
                  <a:pt x="0" y="103006"/>
                </a:moveTo>
                <a:lnTo>
                  <a:pt x="579966" y="103006"/>
                </a:lnTo>
                <a:lnTo>
                  <a:pt x="57996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44" name="Figure S1 (e–h) plot object 143">
            <a:extLst>
              <a:ext uri="{FF2B5EF4-FFF2-40B4-BE49-F238E27FC236}">
                <ns2:creationId id="{5C1509B0-0C5A-4BE0-9E05-C94C5B10E86D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5" name="Figure S1 (e–h) plot object 144">
            <a:extLst>
              <a:ext uri="{FF2B5EF4-FFF2-40B4-BE49-F238E27FC236}">
                <ns2:creationId id="{3608B234-73AD-402C-BFA9-ED3D5C8A613A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190847" cy="103006"/>
          </a:xfrm>
          <a:custGeom>
            <a:pathLst>
              <a:path w="190847" h="103006">
                <a:moveTo>
                  <a:pt x="0" y="103006"/>
                </a:moveTo>
                <a:lnTo>
                  <a:pt x="190847" y="103006"/>
                </a:lnTo>
                <a:lnTo>
                  <a:pt x="1908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46" name="Figure S1 (e–h) plot object 145">
            <a:extLst>
              <a:ext uri="{FF2B5EF4-FFF2-40B4-BE49-F238E27FC236}">
                <ns2:creationId id="{9414B31D-C888-4E6A-8480-9DF3B8B31AB0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7" name="Figure S1 (e–h) plot object 146">
            <a:extLst>
              <a:ext uri="{FF2B5EF4-FFF2-40B4-BE49-F238E27FC236}">
                <ns2:creationId id="{3AE0F6B1-C00B-4218-BF63-C0819C68EAA2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196281" cy="103006"/>
          </a:xfrm>
          <a:custGeom>
            <a:pathLst>
              <a:path w="196281" h="103006">
                <a:moveTo>
                  <a:pt x="0" y="103006"/>
                </a:moveTo>
                <a:lnTo>
                  <a:pt x="196281" y="103006"/>
                </a:lnTo>
                <a:lnTo>
                  <a:pt x="196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8" name="Figure S1 (e–h) plot object 147">
            <a:extLst>
              <a:ext uri="{FF2B5EF4-FFF2-40B4-BE49-F238E27FC236}">
                <ns2:creationId id="{9A63A2D8-53EF-4235-A2BA-23298BFBA14F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9" name="Figure S1 (e–h) plot object 148">
            <a:extLst>
              <a:ext uri="{FF2B5EF4-FFF2-40B4-BE49-F238E27FC236}">
                <ns2:creationId id="{5148C897-D6EB-418E-8D45-041B852AEE7F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726860" cy="103006"/>
          </a:xfrm>
          <a:custGeom>
            <a:pathLst>
              <a:path w="726860" h="103006">
                <a:moveTo>
                  <a:pt x="0" y="103006"/>
                </a:moveTo>
                <a:lnTo>
                  <a:pt x="726860" y="103006"/>
                </a:lnTo>
                <a:lnTo>
                  <a:pt x="72686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0" name="Figure S1 (e–h) plot object 149">
            <a:extLst>
              <a:ext uri="{FF2B5EF4-FFF2-40B4-BE49-F238E27FC236}">
                <ns2:creationId id="{A12B23B4-1C48-4D21-B773-5B25A627E123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1" name="Figure S1 (e–h) plot object 150">
            <a:extLst>
              <a:ext uri="{FF2B5EF4-FFF2-40B4-BE49-F238E27FC236}">
                <ns2:creationId id="{892011CE-6BC6-4602-A634-F29114189A27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171584" cy="103006"/>
          </a:xfrm>
          <a:custGeom>
            <a:pathLst>
              <a:path w="171584" h="103006">
                <a:moveTo>
                  <a:pt x="0" y="103006"/>
                </a:moveTo>
                <a:lnTo>
                  <a:pt x="171584" y="103006"/>
                </a:lnTo>
                <a:lnTo>
                  <a:pt x="17158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2" name="Figure S1 (e–h) plot object 151">
            <a:extLst>
              <a:ext uri="{FF2B5EF4-FFF2-40B4-BE49-F238E27FC236}">
                <ns2:creationId id="{53AE18C1-F496-4118-9E7D-53521F9F60D6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3" name="Figure S1 (e–h) plot object 152">
            <a:extLst>
              <a:ext uri="{FF2B5EF4-FFF2-40B4-BE49-F238E27FC236}">
                <ns2:creationId id="{9D685898-A970-4C2F-B55E-2983D9D3C077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241882" cy="103006"/>
          </a:xfrm>
          <a:custGeom>
            <a:pathLst>
              <a:path w="241882" h="103006">
                <a:moveTo>
                  <a:pt x="0" y="103006"/>
                </a:moveTo>
                <a:lnTo>
                  <a:pt x="241882" y="103006"/>
                </a:lnTo>
                <a:lnTo>
                  <a:pt x="2418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54" name="Figure S1 (e–h) plot object 153">
            <a:extLst>
              <a:ext uri="{FF2B5EF4-FFF2-40B4-BE49-F238E27FC236}">
                <ns2:creationId id="{4B848106-ACDA-46E9-BC4B-DADBCAB72157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5" name="Figure S1 (e–h) plot object 154">
            <a:extLst>
              <a:ext uri="{FF2B5EF4-FFF2-40B4-BE49-F238E27FC236}">
                <ns2:creationId id="{7E9E0653-35BE-4083-B08A-049760D41F22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780981" cy="103006"/>
          </a:xfrm>
          <a:custGeom>
            <a:pathLst>
              <a:path w="780981" h="103006">
                <a:moveTo>
                  <a:pt x="0" y="103006"/>
                </a:moveTo>
                <a:lnTo>
                  <a:pt x="780981" y="103006"/>
                </a:lnTo>
                <a:lnTo>
                  <a:pt x="78098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6" name="Figure S1 (e–h) plot object 155">
            <a:extLst>
              <a:ext uri="{FF2B5EF4-FFF2-40B4-BE49-F238E27FC236}">
                <ns2:creationId id="{B67E32CA-E63A-48AB-8F36-1A834D4C5172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7" name="Figure S1 (e–h) plot object 156">
            <a:extLst>
              <a:ext uri="{FF2B5EF4-FFF2-40B4-BE49-F238E27FC236}">
                <ns2:creationId id="{4CC83EBB-857D-49A1-82E2-0BD2D74B052D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825532" cy="103006"/>
          </a:xfrm>
          <a:custGeom>
            <a:pathLst>
              <a:path w="825532" h="103006">
                <a:moveTo>
                  <a:pt x="0" y="103006"/>
                </a:moveTo>
                <a:lnTo>
                  <a:pt x="825532" y="103006"/>
                </a:lnTo>
                <a:lnTo>
                  <a:pt x="825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8" name="Figure S1 (e–h) plot object 157">
            <a:extLst>
              <a:ext uri="{FF2B5EF4-FFF2-40B4-BE49-F238E27FC236}">
                <ns2:creationId id="{09722818-53D5-4E06-B60A-FBEE465769FB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9" name="Figure S1 (e–h) plot object 158">
            <a:extLst>
              <a:ext uri="{FF2B5EF4-FFF2-40B4-BE49-F238E27FC236}">
                <ns2:creationId id="{F01D239D-B61A-4E3A-AE76-899FC9ABB34B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728083" cy="103006"/>
          </a:xfrm>
          <a:custGeom>
            <a:pathLst>
              <a:path w="728083" h="103006">
                <a:moveTo>
                  <a:pt x="0" y="103006"/>
                </a:moveTo>
                <a:lnTo>
                  <a:pt x="728083" y="103006"/>
                </a:lnTo>
                <a:lnTo>
                  <a:pt x="72808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0" name="Figure S1 (e–h) plot object 159">
            <a:extLst>
              <a:ext uri="{FF2B5EF4-FFF2-40B4-BE49-F238E27FC236}">
                <ns2:creationId id="{4E934D34-35DE-48F8-B171-588EEDB0DF84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1" name="Figure S1 (e–h) plot object 160">
            <a:extLst>
              <a:ext uri="{FF2B5EF4-FFF2-40B4-BE49-F238E27FC236}">
                <ns2:creationId id="{C79DB290-47F7-4720-B61C-FA9D22DD02E7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453810" cy="103006"/>
          </a:xfrm>
          <a:custGeom>
            <a:pathLst>
              <a:path w="453810" h="103006">
                <a:moveTo>
                  <a:pt x="0" y="103006"/>
                </a:moveTo>
                <a:lnTo>
                  <a:pt x="453810" y="103006"/>
                </a:lnTo>
                <a:lnTo>
                  <a:pt x="45381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2" name="Figure S1 (e–h) plot object 161">
            <a:extLst>
              <a:ext uri="{FF2B5EF4-FFF2-40B4-BE49-F238E27FC236}">
                <ns2:creationId id="{256F6E77-C248-45D1-9028-6F0E09757C22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3" name="Figure S1 (e–h) plot object 162">
            <a:extLst>
              <a:ext uri="{FF2B5EF4-FFF2-40B4-BE49-F238E27FC236}">
                <ns2:creationId id="{D85D2590-87D9-4610-A9E8-8972DD3EE533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264918" cy="103006"/>
          </a:xfrm>
          <a:custGeom>
            <a:pathLst>
              <a:path w="264918" h="103006">
                <a:moveTo>
                  <a:pt x="0" y="103006"/>
                </a:moveTo>
                <a:lnTo>
                  <a:pt x="264918" y="103006"/>
                </a:lnTo>
                <a:lnTo>
                  <a:pt x="26491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64" name="Figure S1 (e–h) plot object 163">
            <a:extLst>
              <a:ext uri="{FF2B5EF4-FFF2-40B4-BE49-F238E27FC236}">
                <ns2:creationId id="{E4B74687-0102-4C18-92FB-496F4D0DAFC6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5" name="Figure S1 (e–h) plot object 164">
            <a:extLst>
              <a:ext uri="{FF2B5EF4-FFF2-40B4-BE49-F238E27FC236}">
                <ns2:creationId id="{B04BC660-06B3-4172-B042-C47D38E82344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93990" cy="103006"/>
          </a:xfrm>
          <a:custGeom>
            <a:pathLst>
              <a:path w="193990" h="103006">
                <a:moveTo>
                  <a:pt x="0" y="103006"/>
                </a:moveTo>
                <a:lnTo>
                  <a:pt x="193990" y="103006"/>
                </a:lnTo>
                <a:lnTo>
                  <a:pt x="19399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6" name="Figure S1 (e–h) plot object 165">
            <a:extLst>
              <a:ext uri="{FF2B5EF4-FFF2-40B4-BE49-F238E27FC236}">
                <ns2:creationId id="{4DEC25B1-9E98-411D-BB4E-0FF9DDC1DB43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7" name="Figure S1 (e–h) plot object 166">
            <a:extLst>
              <a:ext uri="{FF2B5EF4-FFF2-40B4-BE49-F238E27FC236}">
                <ns2:creationId id="{B3E40227-D172-4388-B874-CBF2897C5462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613613" cy="103006"/>
          </a:xfrm>
          <a:custGeom>
            <a:pathLst>
              <a:path w="613613" h="103006">
                <a:moveTo>
                  <a:pt x="0" y="103006"/>
                </a:moveTo>
                <a:lnTo>
                  <a:pt x="613613" y="103006"/>
                </a:lnTo>
                <a:lnTo>
                  <a:pt x="613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8" name="Figure S1 (e–h) plot object 167">
            <a:extLst>
              <a:ext uri="{FF2B5EF4-FFF2-40B4-BE49-F238E27FC236}">
                <ns2:creationId id="{511A36BE-CEE2-45B4-9B02-D59AA3B1B6A9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9" name="Figure S1 (e–h) plot object 168">
            <a:extLst>
              <a:ext uri="{FF2B5EF4-FFF2-40B4-BE49-F238E27FC236}">
                <ns2:creationId id="{9323D4C3-22BC-481D-9C1A-D0A09D6C7D13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312958" cy="103006"/>
          </a:xfrm>
          <a:custGeom>
            <a:pathLst>
              <a:path w="312958" h="103006">
                <a:moveTo>
                  <a:pt x="0" y="103006"/>
                </a:moveTo>
                <a:lnTo>
                  <a:pt x="312958" y="103006"/>
                </a:lnTo>
                <a:lnTo>
                  <a:pt x="31295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0" name="Figure S1 (e–h) plot object 169">
            <a:extLst>
              <a:ext uri="{FF2B5EF4-FFF2-40B4-BE49-F238E27FC236}">
                <ns2:creationId id="{2D880D56-41AB-467D-BDD8-FE5862B543F2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1" name="Figure S1 (e–h) plot object 170">
            <a:extLst>
              <a:ext uri="{FF2B5EF4-FFF2-40B4-BE49-F238E27FC236}">
                <ns2:creationId id="{206C3562-1C69-4AA8-A961-B2131A05F5BF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330119" cy="103006"/>
          </a:xfrm>
          <a:custGeom>
            <a:pathLst>
              <a:path w="330119" h="103006">
                <a:moveTo>
                  <a:pt x="0" y="103006"/>
                </a:moveTo>
                <a:lnTo>
                  <a:pt x="330119" y="103006"/>
                </a:lnTo>
                <a:lnTo>
                  <a:pt x="33011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2" name="Figure S1 (e–h) plot object 171">
            <a:extLst>
              <a:ext uri="{FF2B5EF4-FFF2-40B4-BE49-F238E27FC236}">
                <ns2:creationId id="{42042FE2-D9AA-47F7-BAEB-AA90824D20EB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3" name="Figure S1 (e–h) plot object 172">
            <a:extLst>
              <a:ext uri="{FF2B5EF4-FFF2-40B4-BE49-F238E27FC236}">
                <ns2:creationId id="{EBA63843-1767-4899-9954-261F9AFC43DE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631046" cy="103006"/>
          </a:xfrm>
          <a:custGeom>
            <a:pathLst>
              <a:path w="631046" h="103006">
                <a:moveTo>
                  <a:pt x="0" y="103006"/>
                </a:moveTo>
                <a:lnTo>
                  <a:pt x="631046" y="103006"/>
                </a:lnTo>
                <a:lnTo>
                  <a:pt x="63104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74" name="Figure S1 (e–h) plot object 173">
            <a:extLst>
              <a:ext uri="{FF2B5EF4-FFF2-40B4-BE49-F238E27FC236}">
                <ns2:creationId id="{78351948-32FB-4EB3-9DF0-D22BBE192A04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5" name="Figure S1 (e–h) plot object 174">
            <a:extLst>
              <a:ext uri="{FF2B5EF4-FFF2-40B4-BE49-F238E27FC236}">
                <ns2:creationId id="{AAB33D11-BFAA-4668-BD2A-834F0BA28E2F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353168" cy="103006"/>
          </a:xfrm>
          <a:custGeom>
            <a:pathLst>
              <a:path w="353168" h="103006">
                <a:moveTo>
                  <a:pt x="0" y="103006"/>
                </a:moveTo>
                <a:lnTo>
                  <a:pt x="353168" y="103006"/>
                </a:lnTo>
                <a:lnTo>
                  <a:pt x="35316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6" name="Figure S1 (e–h) plot object 175">
            <a:extLst>
              <a:ext uri="{FF2B5EF4-FFF2-40B4-BE49-F238E27FC236}">
                <ns2:creationId id="{3ED76726-9243-48F4-AD55-415ECBD6C525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7" name="Figure S1 (e–h) plot object 176">
            <a:extLst>
              <a:ext uri="{FF2B5EF4-FFF2-40B4-BE49-F238E27FC236}">
                <ns2:creationId id="{B4B564FE-6ADD-4CDF-A165-DD671E1D90C5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338071" cy="103006"/>
          </a:xfrm>
          <a:custGeom>
            <a:pathLst>
              <a:path w="338071" h="103006">
                <a:moveTo>
                  <a:pt x="0" y="103006"/>
                </a:moveTo>
                <a:lnTo>
                  <a:pt x="338071" y="103006"/>
                </a:lnTo>
                <a:lnTo>
                  <a:pt x="3380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8" name="Figure S1 (e–h) plot object 177">
            <a:extLst>
              <a:ext uri="{FF2B5EF4-FFF2-40B4-BE49-F238E27FC236}">
                <ns2:creationId id="{C5BBB72B-FB93-43E6-8D7F-0E0B659FA6A3}"/>
              </a:ext>
            </a:extLst>
          </p:cNvPr>
          <p:cNvSpPr>
            <a:spLocks noGrp="1"/>
          </p:cNvSpPr>
          <p:nvPr/>
        </p:nvSpPr>
        <p:spPr>
          <a:xfrm>
            <a:off x="4155177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79" name="Figure S1 (e–h) plot object 178">
            <a:extLst>
              <a:ext uri="{FF2B5EF4-FFF2-40B4-BE49-F238E27FC236}">
                <ns2:creationId id="{64A8D5B5-BF1F-4576-8D1C-23A364D4501A}"/>
              </a:ext>
            </a:extLst>
          </p:cNvPr>
          <p:cNvSpPr>
            <a:spLocks noGrp="1"/>
          </p:cNvSpPr>
          <p:nvPr/>
        </p:nvSpPr>
        <p:spPr>
          <a:xfrm>
            <a:off x="6534136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80" name="Figure S1 (e–h) plot object 179">
            <a:extLst>
              <a:ext uri="{FF2B5EF4-FFF2-40B4-BE49-F238E27FC236}">
                <ns2:creationId id="{2C257A30-BA46-4538-9033-C966ECA0791E}"/>
              </a:ext>
            </a:extLst>
          </p:cNvPr>
          <p:cNvSpPr>
            <a:spLocks noGrp="1"/>
          </p:cNvSpPr>
          <p:nvPr/>
        </p:nvSpPr>
        <p:spPr>
          <a:xfrm>
            <a:off x="8913095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81" name="Figure S1 (e–h) plot object 180">
            <a:extLst>
              <a:ext uri="{FF2B5EF4-FFF2-40B4-BE49-F238E27FC236}">
                <ns2:creationId id="{AF57A337-C560-4A52-A24A-D9DEB1B645BB}"/>
              </a:ext>
            </a:extLst>
          </p:cNvPr>
          <p:cNvSpPr>
            <a:spLocks noGrp="1"/>
          </p:cNvSpPr>
          <p:nvPr/>
        </p:nvSpPr>
        <p:spPr>
          <a:xfrm>
            <a:off x="2880735" y="7721529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82" name="g">
            <a:extLst>
              <a:ext uri="{FF2B5EF4-FFF2-40B4-BE49-F238E27FC236}">
                <ns2:creationId id="{08873FA3-674D-4D79-A89C-394E5D5F5144}"/>
              </a:ext>
            </a:extLst>
          </p:cNvPr>
          <p:cNvSpPr>
            <a:spLocks noGrp="1"/>
          </p:cNvSpPr>
          <p:nvPr/>
        </p:nvSpPr>
        <p:spPr>
          <a:xfrm rot="0">
            <a:off x="2880735" y="5767372"/>
            <a:ext cx="239028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83" name="Reaction / parameter / discovery">
            <a:extLst>
              <a:ext uri="{FF2B5EF4-FFF2-40B4-BE49-F238E27FC236}">
                <ns2:creationId id="{5C9958BA-2278-4BD0-AA84-F493D2B31599}"/>
              </a:ext>
            </a:extLst>
          </p:cNvPr>
          <p:cNvSpPr>
            <a:spLocks noGrp="1"/>
          </p:cNvSpPr>
          <p:nvPr/>
        </p:nvSpPr>
        <p:spPr>
          <a:xfrm rot="0">
            <a:off x="3305549" y="5803175"/>
            <a:ext cx="31832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Reaction / parameter / discovery</a:t>
            </a:r>
          </a:p>
        </p:txBody>
      </p:sp>
      <p:sp>
        <p:nvSpPr>
          <p:cNvPr id="184" name="Macro MAE  0-0.24">
            <a:extLst>
              <a:ext uri="{FF2B5EF4-FFF2-40B4-BE49-F238E27FC236}">
                <ns2:creationId id="{03F8CEFA-8EBD-4341-B720-1DF787D69DFF}"/>
              </a:ext>
            </a:extLst>
          </p:cNvPr>
          <p:cNvSpPr>
            <a:spLocks noGrp="1"/>
          </p:cNvSpPr>
          <p:nvPr/>
        </p:nvSpPr>
        <p:spPr>
          <a:xfrm rot="0">
            <a:off x="9971741" y="5817322"/>
            <a:ext cx="1306836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Macro MAE  0-0.24</a:t>
            </a:r>
          </a:p>
        </p:txBody>
      </p:sp>
      <p:sp>
        <p:nvSpPr>
          <p:cNvPr id="185" name="Opaque">
            <a:extLst>
              <a:ext uri="{FF2B5EF4-FFF2-40B4-BE49-F238E27FC236}">
                <ns2:creationId id="{D23604DF-6824-4291-B5D2-377668DB4F8A}"/>
              </a:ext>
            </a:extLst>
          </p:cNvPr>
          <p:cNvSpPr>
            <a:spLocks noGrp="1"/>
          </p:cNvSpPr>
          <p:nvPr/>
        </p:nvSpPr>
        <p:spPr>
          <a:xfrm rot="0">
            <a:off x="4155177" y="6130826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86" name="Aligned">
            <a:extLst>
              <a:ext uri="{FF2B5EF4-FFF2-40B4-BE49-F238E27FC236}">
                <ns2:creationId id="{8F5A3918-BA94-43CD-96FF-E3C5812558D6}"/>
              </a:ext>
            </a:extLst>
          </p:cNvPr>
          <p:cNvSpPr>
            <a:spLocks noGrp="1"/>
          </p:cNvSpPr>
          <p:nvPr/>
        </p:nvSpPr>
        <p:spPr>
          <a:xfrm rot="0">
            <a:off x="6534136" y="6128949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87" name="MisIndexed">
            <a:extLst>
              <a:ext uri="{FF2B5EF4-FFF2-40B4-BE49-F238E27FC236}">
                <ns2:creationId id="{E974D5E9-DF12-48DE-95BA-4583D54E5269}"/>
              </a:ext>
            </a:extLst>
          </p:cNvPr>
          <p:cNvSpPr>
            <a:spLocks noGrp="1"/>
          </p:cNvSpPr>
          <p:nvPr/>
        </p:nvSpPr>
        <p:spPr>
          <a:xfrm rot="0">
            <a:off x="8913095" y="6129922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88" name="W01">
            <a:extLst>
              <a:ext uri="{FF2B5EF4-FFF2-40B4-BE49-F238E27FC236}">
                <ns2:creationId id="{8097FB58-876B-4433-B926-034EC2BCD526}"/>
              </a:ext>
            </a:extLst>
          </p:cNvPr>
          <p:cNvSpPr>
            <a:spLocks noGrp="1"/>
          </p:cNvSpPr>
          <p:nvPr/>
        </p:nvSpPr>
        <p:spPr>
          <a:xfrm rot="0">
            <a:off x="2965698" y="6444678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89" name="0.0936">
            <a:extLst>
              <a:ext uri="{FF2B5EF4-FFF2-40B4-BE49-F238E27FC236}">
                <ns2:creationId id="{F2247D1E-D923-4179-8F7A-D8DA85AC9A3C}"/>
              </a:ext>
            </a:extLst>
          </p:cNvPr>
          <p:cNvSpPr>
            <a:spLocks noGrp="1"/>
          </p:cNvSpPr>
          <p:nvPr/>
        </p:nvSpPr>
        <p:spPr>
          <a:xfrm rot="0">
            <a:off x="5693004" y="6453544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0.0936</a:t>
            </a:r>
          </a:p>
        </p:txBody>
      </p:sp>
      <p:sp>
        <p:nvSpPr>
          <p:cNvPr id="190" name="0.0308">
            <a:extLst>
              <a:ext uri="{FF2B5EF4-FFF2-40B4-BE49-F238E27FC236}">
                <ns2:creationId id="{C2A49854-2FFA-453C-8678-EA6D1FDD337D}"/>
              </a:ext>
            </a:extLst>
          </p:cNvPr>
          <p:cNvSpPr>
            <a:spLocks noGrp="1"/>
          </p:cNvSpPr>
          <p:nvPr/>
        </p:nvSpPr>
        <p:spPr>
          <a:xfrm rot="0">
            <a:off x="8071963" y="6453544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0.0308</a:t>
            </a:r>
          </a:p>
        </p:txBody>
      </p:sp>
      <p:sp>
        <p:nvSpPr>
          <p:cNvPr id="191" name="0.0317">
            <a:extLst>
              <a:ext uri="{FF2B5EF4-FFF2-40B4-BE49-F238E27FC236}">
                <ns2:creationId id="{B88C5020-ED9D-4756-B6F3-5228A1A93494}"/>
              </a:ext>
            </a:extLst>
          </p:cNvPr>
          <p:cNvSpPr>
            <a:spLocks noGrp="1"/>
          </p:cNvSpPr>
          <p:nvPr/>
        </p:nvSpPr>
        <p:spPr>
          <a:xfrm rot="0">
            <a:off x="10450921" y="6453544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0.0317</a:t>
            </a:r>
          </a:p>
        </p:txBody>
      </p:sp>
      <p:sp>
        <p:nvSpPr>
          <p:cNvPr id="192" name="W02">
            <a:extLst>
              <a:ext uri="{FF2B5EF4-FFF2-40B4-BE49-F238E27FC236}">
                <ns2:creationId id="{081D4107-0A07-4F69-BC03-31AE4C375178}"/>
              </a:ext>
            </a:extLst>
          </p:cNvPr>
          <p:cNvSpPr>
            <a:spLocks noGrp="1"/>
          </p:cNvSpPr>
          <p:nvPr/>
        </p:nvSpPr>
        <p:spPr>
          <a:xfrm rot="0">
            <a:off x="2965698" y="6702194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93" name="0.1173">
            <a:extLst>
              <a:ext uri="{FF2B5EF4-FFF2-40B4-BE49-F238E27FC236}">
                <ns2:creationId id="{03B5A93F-F373-40D0-8879-D292B0DDEB86}"/>
              </a:ext>
            </a:extLst>
          </p:cNvPr>
          <p:cNvSpPr>
            <a:spLocks noGrp="1"/>
          </p:cNvSpPr>
          <p:nvPr/>
        </p:nvSpPr>
        <p:spPr>
          <a:xfrm rot="0">
            <a:off x="5693004" y="6711060"/>
            <a:ext cx="472695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0.1173</a:t>
            </a:r>
          </a:p>
        </p:txBody>
      </p:sp>
      <p:sp>
        <p:nvSpPr>
          <p:cNvPr id="194" name="0.0277">
            <a:extLst>
              <a:ext uri="{FF2B5EF4-FFF2-40B4-BE49-F238E27FC236}">
                <ns2:creationId id="{9353909D-D815-4417-8224-59A6423B15EF}"/>
              </a:ext>
            </a:extLst>
          </p:cNvPr>
          <p:cNvSpPr>
            <a:spLocks noGrp="1"/>
          </p:cNvSpPr>
          <p:nvPr/>
        </p:nvSpPr>
        <p:spPr>
          <a:xfrm rot="0">
            <a:off x="8071963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0.0277</a:t>
            </a:r>
          </a:p>
        </p:txBody>
      </p:sp>
      <p:sp>
        <p:nvSpPr>
          <p:cNvPr id="195" name="0.0390">
            <a:extLst>
              <a:ext uri="{FF2B5EF4-FFF2-40B4-BE49-F238E27FC236}">
                <ns2:creationId id="{6A3CDD0A-EF9C-43A3-BF9D-74C0E37ED98A}"/>
              </a:ext>
            </a:extLst>
          </p:cNvPr>
          <p:cNvSpPr>
            <a:spLocks noGrp="1"/>
          </p:cNvSpPr>
          <p:nvPr/>
        </p:nvSpPr>
        <p:spPr>
          <a:xfrm rot="0">
            <a:off x="10450921" y="6711060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0.0390</a:t>
            </a:r>
          </a:p>
        </p:txBody>
      </p:sp>
      <p:sp>
        <p:nvSpPr>
          <p:cNvPr id="196" name="W03">
            <a:extLst>
              <a:ext uri="{FF2B5EF4-FFF2-40B4-BE49-F238E27FC236}">
                <ns2:creationId id="{CBB52F80-2200-42E7-AC3C-2704D387ABF7}"/>
              </a:ext>
            </a:extLst>
          </p:cNvPr>
          <p:cNvSpPr>
            <a:spLocks noGrp="1"/>
          </p:cNvSpPr>
          <p:nvPr/>
        </p:nvSpPr>
        <p:spPr>
          <a:xfrm rot="0">
            <a:off x="2965698" y="695971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97" name="0.1261">
            <a:extLst>
              <a:ext uri="{FF2B5EF4-FFF2-40B4-BE49-F238E27FC236}">
                <ns2:creationId id="{FEAABEA7-F131-4A14-AEDF-B58E13A96990}"/>
              </a:ext>
            </a:extLst>
          </p:cNvPr>
          <p:cNvSpPr>
            <a:spLocks noGrp="1"/>
          </p:cNvSpPr>
          <p:nvPr/>
        </p:nvSpPr>
        <p:spPr>
          <a:xfrm rot="0">
            <a:off x="5693004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0.1261</a:t>
            </a:r>
          </a:p>
        </p:txBody>
      </p:sp>
      <p:sp>
        <p:nvSpPr>
          <p:cNvPr id="198" name="0.1333">
            <a:extLst>
              <a:ext uri="{FF2B5EF4-FFF2-40B4-BE49-F238E27FC236}">
                <ns2:creationId id="{815E159B-2145-47CE-9AEB-8A636AECFD76}"/>
              </a:ext>
            </a:extLst>
          </p:cNvPr>
          <p:cNvSpPr>
            <a:spLocks noGrp="1"/>
          </p:cNvSpPr>
          <p:nvPr/>
        </p:nvSpPr>
        <p:spPr>
          <a:xfrm rot="0">
            <a:off x="8071963" y="6968576"/>
            <a:ext cx="47939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0.1333</a:t>
            </a:r>
          </a:p>
        </p:txBody>
      </p:sp>
      <p:sp>
        <p:nvSpPr>
          <p:cNvPr id="199" name="0.1175">
            <a:extLst>
              <a:ext uri="{FF2B5EF4-FFF2-40B4-BE49-F238E27FC236}">
                <ns2:creationId id="{3D1EBF32-A86D-432E-A384-D5AAD605D256}"/>
              </a:ext>
            </a:extLst>
          </p:cNvPr>
          <p:cNvSpPr>
            <a:spLocks noGrp="1"/>
          </p:cNvSpPr>
          <p:nvPr/>
        </p:nvSpPr>
        <p:spPr>
          <a:xfrm rot="0">
            <a:off x="10450921" y="6968576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0.1175</a:t>
            </a:r>
          </a:p>
        </p:txBody>
      </p:sp>
      <p:sp>
        <p:nvSpPr>
          <p:cNvPr id="200" name="W04">
            <a:extLst>
              <a:ext uri="{FF2B5EF4-FFF2-40B4-BE49-F238E27FC236}">
                <ns2:creationId id="{287DA8F0-0889-495F-8C2B-D3844923CC34}"/>
              </a:ext>
            </a:extLst>
          </p:cNvPr>
          <p:cNvSpPr>
            <a:spLocks noGrp="1"/>
          </p:cNvSpPr>
          <p:nvPr/>
        </p:nvSpPr>
        <p:spPr>
          <a:xfrm rot="0">
            <a:off x="2965698" y="721722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01" name="0.0733">
            <a:extLst>
              <a:ext uri="{FF2B5EF4-FFF2-40B4-BE49-F238E27FC236}">
                <ns2:creationId id="{17A308FF-B13F-4A31-9605-FB813EC751F6}"/>
              </a:ext>
            </a:extLst>
          </p:cNvPr>
          <p:cNvSpPr>
            <a:spLocks noGrp="1"/>
          </p:cNvSpPr>
          <p:nvPr/>
        </p:nvSpPr>
        <p:spPr>
          <a:xfrm rot="0">
            <a:off x="5693004" y="7226092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0.0733</a:t>
            </a:r>
          </a:p>
        </p:txBody>
      </p:sp>
      <p:sp>
        <p:nvSpPr>
          <p:cNvPr id="202" name="0.0428">
            <a:extLst>
              <a:ext uri="{FF2B5EF4-FFF2-40B4-BE49-F238E27FC236}">
                <ns2:creationId id="{4CB6CCA0-94E2-420A-874E-00195C384606}"/>
              </a:ext>
            </a:extLst>
          </p:cNvPr>
          <p:cNvSpPr>
            <a:spLocks noGrp="1"/>
          </p:cNvSpPr>
          <p:nvPr/>
        </p:nvSpPr>
        <p:spPr>
          <a:xfrm rot="0">
            <a:off x="8071963" y="722609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0.0428</a:t>
            </a:r>
          </a:p>
        </p:txBody>
      </p:sp>
      <p:sp>
        <p:nvSpPr>
          <p:cNvPr id="203" name="0.0313">
            <a:extLst>
              <a:ext uri="{FF2B5EF4-FFF2-40B4-BE49-F238E27FC236}">
                <ns2:creationId id="{3791CDC2-A6A4-4BE4-8194-86742F0AD9F7}"/>
              </a:ext>
            </a:extLst>
          </p:cNvPr>
          <p:cNvSpPr>
            <a:spLocks noGrp="1"/>
          </p:cNvSpPr>
          <p:nvPr/>
        </p:nvSpPr>
        <p:spPr>
          <a:xfrm rot="0">
            <a:off x="10450921" y="7226092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0.0313</a:t>
            </a:r>
          </a:p>
        </p:txBody>
      </p:sp>
      <p:sp>
        <p:nvSpPr>
          <p:cNvPr id="204" name="W05">
            <a:extLst>
              <a:ext uri="{FF2B5EF4-FFF2-40B4-BE49-F238E27FC236}">
                <ns2:creationId id="{E697CFE1-A01C-41D1-BB7F-FF8F3C96C3A0}"/>
              </a:ext>
            </a:extLst>
          </p:cNvPr>
          <p:cNvSpPr>
            <a:spLocks noGrp="1"/>
          </p:cNvSpPr>
          <p:nvPr/>
        </p:nvSpPr>
        <p:spPr>
          <a:xfrm rot="0">
            <a:off x="2965698" y="747474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05" name="0.0990">
            <a:extLst>
              <a:ext uri="{FF2B5EF4-FFF2-40B4-BE49-F238E27FC236}">
                <ns2:creationId id="{6466E789-B858-4F19-92EB-3889553CA6E9}"/>
              </a:ext>
            </a:extLst>
          </p:cNvPr>
          <p:cNvSpPr>
            <a:spLocks noGrp="1"/>
          </p:cNvSpPr>
          <p:nvPr/>
        </p:nvSpPr>
        <p:spPr>
          <a:xfrm rot="0">
            <a:off x="5693004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0.0990</a:t>
            </a:r>
          </a:p>
        </p:txBody>
      </p:sp>
      <p:sp>
        <p:nvSpPr>
          <p:cNvPr id="206" name="0.0505">
            <a:extLst>
              <a:ext uri="{FF2B5EF4-FFF2-40B4-BE49-F238E27FC236}">
                <ns2:creationId id="{1861874D-56BE-4718-B6B8-B5DAEBEEA91E}"/>
              </a:ext>
            </a:extLst>
          </p:cNvPr>
          <p:cNvSpPr>
            <a:spLocks noGrp="1"/>
          </p:cNvSpPr>
          <p:nvPr/>
        </p:nvSpPr>
        <p:spPr>
          <a:xfrm rot="0">
            <a:off x="8071963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0.0505</a:t>
            </a:r>
          </a:p>
        </p:txBody>
      </p:sp>
      <p:sp>
        <p:nvSpPr>
          <p:cNvPr id="207" name="0.0533">
            <a:extLst>
              <a:ext uri="{FF2B5EF4-FFF2-40B4-BE49-F238E27FC236}">
                <ns2:creationId id="{7616912A-2676-4187-A3DB-4D9B65615092}"/>
              </a:ext>
            </a:extLst>
          </p:cNvPr>
          <p:cNvSpPr>
            <a:spLocks noGrp="1"/>
          </p:cNvSpPr>
          <p:nvPr/>
        </p:nvSpPr>
        <p:spPr>
          <a:xfrm rot="0">
            <a:off x="10450921" y="7483607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0.0533</a:t>
            </a:r>
          </a:p>
        </p:txBody>
      </p:sp>
      <p:sp>
        <p:nvSpPr>
          <p:cNvPr id="208" name="Mean">
            <a:extLst>
              <a:ext uri="{FF2B5EF4-FFF2-40B4-BE49-F238E27FC236}">
                <ns2:creationId id="{8DAB9B2F-A1A7-44C0-9EC8-AADDF0CBD0B0}"/>
              </a:ext>
            </a:extLst>
          </p:cNvPr>
          <p:cNvSpPr>
            <a:spLocks noGrp="1"/>
          </p:cNvSpPr>
          <p:nvPr/>
        </p:nvSpPr>
        <p:spPr>
          <a:xfrm rot="0">
            <a:off x="2965698" y="781429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09" name="0.1019">
            <a:extLst>
              <a:ext uri="{FF2B5EF4-FFF2-40B4-BE49-F238E27FC236}">
                <ns2:creationId id="{F0753912-BE21-4DEE-B54F-6D1FD3E90479}"/>
              </a:ext>
            </a:extLst>
          </p:cNvPr>
          <p:cNvSpPr>
            <a:spLocks noGrp="1"/>
          </p:cNvSpPr>
          <p:nvPr/>
        </p:nvSpPr>
        <p:spPr>
          <a:xfrm rot="0">
            <a:off x="5693004" y="7823156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0.1019</a:t>
            </a:r>
          </a:p>
        </p:txBody>
      </p:sp>
      <p:sp>
        <p:nvSpPr>
          <p:cNvPr id="210" name="0.0570">
            <a:extLst>
              <a:ext uri="{FF2B5EF4-FFF2-40B4-BE49-F238E27FC236}">
                <ns2:creationId id="{00059B4F-55C1-483D-97EB-F48843116F1C}"/>
              </a:ext>
            </a:extLst>
          </p:cNvPr>
          <p:cNvSpPr>
            <a:spLocks noGrp="1"/>
          </p:cNvSpPr>
          <p:nvPr/>
        </p:nvSpPr>
        <p:spPr>
          <a:xfrm rot="0">
            <a:off x="8071963" y="782315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0.0570</a:t>
            </a:r>
          </a:p>
        </p:txBody>
      </p:sp>
      <p:sp>
        <p:nvSpPr>
          <p:cNvPr id="211" name="0.0546">
            <a:extLst>
              <a:ext uri="{FF2B5EF4-FFF2-40B4-BE49-F238E27FC236}">
                <ns2:creationId id="{EAE6FC12-62C1-4A5D-A16E-7109ED5196EC}"/>
              </a:ext>
            </a:extLst>
          </p:cNvPr>
          <p:cNvSpPr>
            <a:spLocks noGrp="1"/>
          </p:cNvSpPr>
          <p:nvPr/>
        </p:nvSpPr>
        <p:spPr>
          <a:xfrm rot="0">
            <a:off x="10450921" y="782315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0.0546</a:t>
            </a:r>
          </a:p>
        </p:txBody>
      </p:sp>
      <p:sp>
        <p:nvSpPr>
          <p:cNvPr id="212" name="Figure S1 (e–h) plot object 211">
            <a:extLst>
              <a:ext uri="{FF2B5EF4-FFF2-40B4-BE49-F238E27FC236}">
                <ns2:creationId id="{3F4273CE-74A9-4D62-9911-B00D0A4D4DD9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3" name="Figure S1 (e–h) plot object 212">
            <a:extLst>
              <a:ext uri="{FF2B5EF4-FFF2-40B4-BE49-F238E27FC236}">
                <ns2:creationId id="{08531C10-51EA-4D3F-A9BD-B28197367332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569661" cy="103006"/>
          </a:xfrm>
          <a:custGeom>
            <a:pathLst>
              <a:path w="569661" h="103006">
                <a:moveTo>
                  <a:pt x="0" y="103006"/>
                </a:moveTo>
                <a:lnTo>
                  <a:pt x="569661" y="103006"/>
                </a:lnTo>
                <a:lnTo>
                  <a:pt x="56966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14" name="Figure S1 (e–h) plot object 213">
            <a:extLst>
              <a:ext uri="{FF2B5EF4-FFF2-40B4-BE49-F238E27FC236}">
                <ns2:creationId id="{9AC6334D-CE65-464E-A495-DB9BA399F127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5" name="Figure S1 (e–h) plot object 214">
            <a:extLst>
              <a:ext uri="{FF2B5EF4-FFF2-40B4-BE49-F238E27FC236}">
                <ns2:creationId id="{DF9F500E-E82B-4C11-81E5-B5609EBFB854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433916" cy="103006"/>
          </a:xfrm>
          <a:custGeom>
            <a:pathLst>
              <a:path w="433916" h="103006">
                <a:moveTo>
                  <a:pt x="0" y="103006"/>
                </a:moveTo>
                <a:lnTo>
                  <a:pt x="433916" y="103006"/>
                </a:lnTo>
                <a:lnTo>
                  <a:pt x="43391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16" name="Figure S1 (e–h) plot object 215">
            <a:extLst>
              <a:ext uri="{FF2B5EF4-FFF2-40B4-BE49-F238E27FC236}">
                <ns2:creationId id="{BD56BEA0-0B2A-4442-9558-D863A02451BF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7" name="Figure S1 (e–h) plot object 216">
            <a:extLst>
              <a:ext uri="{FF2B5EF4-FFF2-40B4-BE49-F238E27FC236}">
                <ns2:creationId id="{9426BE78-C52D-4142-899F-7F6A41822787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571864" cy="103006"/>
          </a:xfrm>
          <a:custGeom>
            <a:pathLst>
              <a:path w="571864" h="103006">
                <a:moveTo>
                  <a:pt x="0" y="103006"/>
                </a:moveTo>
                <a:lnTo>
                  <a:pt x="571864" y="103006"/>
                </a:lnTo>
                <a:lnTo>
                  <a:pt x="571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18" name="Figure S1 (e–h) plot object 217">
            <a:extLst>
              <a:ext uri="{FF2B5EF4-FFF2-40B4-BE49-F238E27FC236}">
                <ns2:creationId id="{EC726DE0-46AA-4532-B41F-FB523A7D80CC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9" name="Figure S1 (e–h) plot object 218">
            <a:extLst>
              <a:ext uri="{FF2B5EF4-FFF2-40B4-BE49-F238E27FC236}">
                <ns2:creationId id="{5B061D4B-75A0-46E1-A107-3D4107A8E653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402715" cy="103006"/>
          </a:xfrm>
          <a:custGeom>
            <a:pathLst>
              <a:path w="402715" h="103006">
                <a:moveTo>
                  <a:pt x="0" y="103006"/>
                </a:moveTo>
                <a:lnTo>
                  <a:pt x="402715" y="103006"/>
                </a:lnTo>
                <a:lnTo>
                  <a:pt x="40271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0" name="Figure S1 (e–h) plot object 219">
            <a:extLst>
              <a:ext uri="{FF2B5EF4-FFF2-40B4-BE49-F238E27FC236}">
                <ns2:creationId id="{5B9852AB-E1BF-4074-8ADE-C84F94387D3F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1" name="Figure S1 (e–h) plot object 220">
            <a:extLst>
              <a:ext uri="{FF2B5EF4-FFF2-40B4-BE49-F238E27FC236}">
                <ns2:creationId id="{ABF3B8F4-BD04-48E8-9193-0DEAA9A5FF6B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407194" cy="103006"/>
          </a:xfrm>
          <a:custGeom>
            <a:pathLst>
              <a:path w="407194" h="103006">
                <a:moveTo>
                  <a:pt x="0" y="103006"/>
                </a:moveTo>
                <a:lnTo>
                  <a:pt x="407194" y="103006"/>
                </a:lnTo>
                <a:lnTo>
                  <a:pt x="407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2" name="Figure S1 (e–h) plot object 221">
            <a:extLst>
              <a:ext uri="{FF2B5EF4-FFF2-40B4-BE49-F238E27FC236}">
                <ns2:creationId id="{F77C524C-EAA6-4894-B93A-89C73235CAF4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3" name="Figure S1 (e–h) plot object 222">
            <a:extLst>
              <a:ext uri="{FF2B5EF4-FFF2-40B4-BE49-F238E27FC236}">
                <ns2:creationId id="{456FFCBC-A490-4C7C-B8F6-1E37344F335C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494756" cy="103006"/>
          </a:xfrm>
          <a:custGeom>
            <a:pathLst>
              <a:path w="494756" h="103006">
                <a:moveTo>
                  <a:pt x="0" y="103006"/>
                </a:moveTo>
                <a:lnTo>
                  <a:pt x="494756" y="103006"/>
                </a:lnTo>
                <a:lnTo>
                  <a:pt x="49475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24" name="Figure S1 (e–h) plot object 223">
            <a:extLst>
              <a:ext uri="{FF2B5EF4-FFF2-40B4-BE49-F238E27FC236}">
                <ns2:creationId id="{928B81B0-5520-44F7-9C1F-351EE54DECA4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5" name="Figure S1 (e–h) plot object 224">
            <a:extLst>
              <a:ext uri="{FF2B5EF4-FFF2-40B4-BE49-F238E27FC236}">
                <ns2:creationId id="{D7E3060D-3008-405A-A76F-F6ACE3FE5DD7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476112" cy="103006"/>
          </a:xfrm>
          <a:custGeom>
            <a:pathLst>
              <a:path w="476112" h="103006">
                <a:moveTo>
                  <a:pt x="0" y="103006"/>
                </a:moveTo>
                <a:lnTo>
                  <a:pt x="476112" y="103006"/>
                </a:lnTo>
                <a:lnTo>
                  <a:pt x="4761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6" name="Figure S1 (e–h) plot object 225">
            <a:extLst>
              <a:ext uri="{FF2B5EF4-FFF2-40B4-BE49-F238E27FC236}">
                <ns2:creationId id="{FF91BDDA-A3C4-450E-B193-F79F63E8AC43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7" name="Figure S1 (e–h) plot object 226">
            <a:extLst>
              <a:ext uri="{FF2B5EF4-FFF2-40B4-BE49-F238E27FC236}">
                <ns2:creationId id="{B5BB1367-492D-4F4B-8F2C-48E68B8AFE51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607513" cy="103006"/>
          </a:xfrm>
          <a:custGeom>
            <a:pathLst>
              <a:path w="607513" h="103006">
                <a:moveTo>
                  <a:pt x="0" y="103006"/>
                </a:moveTo>
                <a:lnTo>
                  <a:pt x="607513" y="103006"/>
                </a:lnTo>
                <a:lnTo>
                  <a:pt x="60751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8" name="Figure S1 (e–h) plot object 227">
            <a:extLst>
              <a:ext uri="{FF2B5EF4-FFF2-40B4-BE49-F238E27FC236}">
                <ns2:creationId id="{7DDCEC0D-E272-477E-8E4F-5C7DB745F355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9" name="Figure S1 (e–h) plot object 228">
            <a:extLst>
              <a:ext uri="{FF2B5EF4-FFF2-40B4-BE49-F238E27FC236}">
                <ns2:creationId id="{906CB589-49AC-4537-BF89-433E3BAC7B39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731453" cy="103006"/>
          </a:xfrm>
          <a:custGeom>
            <a:pathLst>
              <a:path w="731453" h="103006">
                <a:moveTo>
                  <a:pt x="0" y="103006"/>
                </a:moveTo>
                <a:lnTo>
                  <a:pt x="731453" y="103006"/>
                </a:lnTo>
                <a:lnTo>
                  <a:pt x="7314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0" name="Figure S1 (e–h) plot object 229">
            <a:extLst>
              <a:ext uri="{FF2B5EF4-FFF2-40B4-BE49-F238E27FC236}">
                <ns2:creationId id="{2D864BF2-D258-4103-9CE3-9D750052C9F6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1" name="Figure S1 (e–h) plot object 230">
            <a:extLst>
              <a:ext uri="{FF2B5EF4-FFF2-40B4-BE49-F238E27FC236}">
                <ns2:creationId id="{869F9F10-F39B-4DA7-81E0-9301739E9BBA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640727" cy="103006"/>
          </a:xfrm>
          <a:custGeom>
            <a:pathLst>
              <a:path w="640727" h="103006">
                <a:moveTo>
                  <a:pt x="0" y="103006"/>
                </a:moveTo>
                <a:lnTo>
                  <a:pt x="640727" y="103006"/>
                </a:lnTo>
                <a:lnTo>
                  <a:pt x="64072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2" name="Figure S1 (e–h) plot object 231">
            <a:extLst>
              <a:ext uri="{FF2B5EF4-FFF2-40B4-BE49-F238E27FC236}">
                <ns2:creationId id="{B2475A24-A656-420C-A965-3AEDA7CEBB01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3" name="Figure S1 (e–h) plot object 232">
            <a:extLst>
              <a:ext uri="{FF2B5EF4-FFF2-40B4-BE49-F238E27FC236}">
                <ns2:creationId id="{B14439D3-9BE8-4583-AFF1-17DFE5D9EFE4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443221" cy="103006"/>
          </a:xfrm>
          <a:custGeom>
            <a:pathLst>
              <a:path w="443221" h="103006">
                <a:moveTo>
                  <a:pt x="0" y="103006"/>
                </a:moveTo>
                <a:lnTo>
                  <a:pt x="443221" y="103006"/>
                </a:lnTo>
                <a:lnTo>
                  <a:pt x="44322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34" name="Figure S1 (e–h) plot object 233">
            <a:extLst>
              <a:ext uri="{FF2B5EF4-FFF2-40B4-BE49-F238E27FC236}">
                <ns2:creationId id="{05DCC7AA-4B9F-45AE-A516-EDCB0A30BBC7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5" name="Figure S1 (e–h) plot object 234">
            <a:extLst>
              <a:ext uri="{FF2B5EF4-FFF2-40B4-BE49-F238E27FC236}">
                <ns2:creationId id="{2FCE1ACF-CA37-4EA4-8173-04A693697AB9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441506" cy="103006"/>
          </a:xfrm>
          <a:custGeom>
            <a:pathLst>
              <a:path w="441506" h="103006">
                <a:moveTo>
                  <a:pt x="0" y="103006"/>
                </a:moveTo>
                <a:lnTo>
                  <a:pt x="441506" y="103006"/>
                </a:lnTo>
                <a:lnTo>
                  <a:pt x="4415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6" name="Figure S1 (e–h) plot object 235">
            <a:extLst>
              <a:ext uri="{FF2B5EF4-FFF2-40B4-BE49-F238E27FC236}">
                <ns2:creationId id="{DAFAB8C7-E333-429E-80E7-9910354C4DA8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7" name="Figure S1 (e–h) plot object 236">
            <a:extLst>
              <a:ext uri="{FF2B5EF4-FFF2-40B4-BE49-F238E27FC236}">
                <ns2:creationId id="{E5DC327A-A9A7-43FD-830F-390B5675F8EC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514132" cy="103006"/>
          </a:xfrm>
          <a:custGeom>
            <a:pathLst>
              <a:path w="514132" h="103006">
                <a:moveTo>
                  <a:pt x="0" y="103006"/>
                </a:moveTo>
                <a:lnTo>
                  <a:pt x="514132" y="103006"/>
                </a:lnTo>
                <a:lnTo>
                  <a:pt x="51413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8" name="Figure S1 (e–h) plot object 237">
            <a:extLst>
              <a:ext uri="{FF2B5EF4-FFF2-40B4-BE49-F238E27FC236}">
                <ns2:creationId id="{49ADCCA0-09A5-4439-863A-996B650A3F00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9" name="Figure S1 (e–h) plot object 238">
            <a:extLst>
              <a:ext uri="{FF2B5EF4-FFF2-40B4-BE49-F238E27FC236}">
                <ns2:creationId id="{6CA912C3-2EB3-4DB8-8780-B46087BB0441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960590" cy="103006"/>
          </a:xfrm>
          <a:custGeom>
            <a:pathLst>
              <a:path w="960590" h="103006">
                <a:moveTo>
                  <a:pt x="0" y="103006"/>
                </a:moveTo>
                <a:lnTo>
                  <a:pt x="960590" y="103006"/>
                </a:lnTo>
                <a:lnTo>
                  <a:pt x="96059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0" name="Figure S1 (e–h) plot object 239">
            <a:extLst>
              <a:ext uri="{FF2B5EF4-FFF2-40B4-BE49-F238E27FC236}">
                <ns2:creationId id="{F494290C-D877-4EE7-A04F-12D545B13C86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1" name="Figure S1 (e–h) plot object 240">
            <a:extLst>
              <a:ext uri="{FF2B5EF4-FFF2-40B4-BE49-F238E27FC236}">
                <ns2:creationId id="{35950779-290A-46EB-B479-B6149D5C658F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907422" cy="103006"/>
          </a:xfrm>
          <a:custGeom>
            <a:pathLst>
              <a:path w="907422" h="103006">
                <a:moveTo>
                  <a:pt x="0" y="103006"/>
                </a:moveTo>
                <a:lnTo>
                  <a:pt x="907422" y="103006"/>
                </a:lnTo>
                <a:lnTo>
                  <a:pt x="90742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2" name="Figure S1 (e–h) plot object 241">
            <a:extLst>
              <a:ext uri="{FF2B5EF4-FFF2-40B4-BE49-F238E27FC236}">
                <ns2:creationId id="{56FD42E2-9E20-4F22-93A0-5226F58763B7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3" name="Figure S1 (e–h) plot object 242">
            <a:extLst>
              <a:ext uri="{FF2B5EF4-FFF2-40B4-BE49-F238E27FC236}">
                <ns2:creationId id="{D7EDB334-14DF-4120-A835-1F7CCF041828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520669" cy="103006"/>
          </a:xfrm>
          <a:custGeom>
            <a:pathLst>
              <a:path w="520669" h="103006">
                <a:moveTo>
                  <a:pt x="0" y="103006"/>
                </a:moveTo>
                <a:lnTo>
                  <a:pt x="520669" y="103006"/>
                </a:lnTo>
                <a:lnTo>
                  <a:pt x="520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44" name="Figure S1 (e–h) plot object 243">
            <a:extLst>
              <a:ext uri="{FF2B5EF4-FFF2-40B4-BE49-F238E27FC236}">
                <ns2:creationId id="{A5A541BE-2FEA-43D3-ADC0-771B04ACF419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5" name="Figure S1 (e–h) plot object 244">
            <a:extLst>
              <a:ext uri="{FF2B5EF4-FFF2-40B4-BE49-F238E27FC236}">
                <ns2:creationId id="{8C9BA638-DABB-441A-9FF4-BCFCDDA29073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570487" cy="103006"/>
          </a:xfrm>
          <a:custGeom>
            <a:pathLst>
              <a:path w="570487" h="103006">
                <a:moveTo>
                  <a:pt x="0" y="103006"/>
                </a:moveTo>
                <a:lnTo>
                  <a:pt x="570487" y="103006"/>
                </a:lnTo>
                <a:lnTo>
                  <a:pt x="57048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6" name="Figure S1 (e–h) plot object 245">
            <a:extLst>
              <a:ext uri="{FF2B5EF4-FFF2-40B4-BE49-F238E27FC236}">
                <ns2:creationId id="{32E157DF-0356-4F97-96A9-24CE182437CA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7" name="Figure S1 (e–h) plot object 246">
            <a:extLst>
              <a:ext uri="{FF2B5EF4-FFF2-40B4-BE49-F238E27FC236}">
                <ns2:creationId id="{12BD1986-C542-4712-82B5-8D81485D6217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629400" cy="103006"/>
          </a:xfrm>
          <a:custGeom>
            <a:pathLst>
              <a:path w="629400" h="103006">
                <a:moveTo>
                  <a:pt x="0" y="103006"/>
                </a:moveTo>
                <a:lnTo>
                  <a:pt x="629400" y="103006"/>
                </a:lnTo>
                <a:lnTo>
                  <a:pt x="629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8" name="Figure S1 (e–h) plot object 247">
            <a:extLst>
              <a:ext uri="{FF2B5EF4-FFF2-40B4-BE49-F238E27FC236}">
                <ns2:creationId id="{20FB47B9-7DAA-4ACB-B869-567C50791ACB}"/>
              </a:ext>
            </a:extLst>
          </p:cNvPr>
          <p:cNvSpPr>
            <a:spLocks noGrp="1"/>
          </p:cNvSpPr>
          <p:nvPr/>
        </p:nvSpPr>
        <p:spPr>
          <a:xfrm>
            <a:off x="4155177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249" name="Figure S1 (e–h) plot object 248">
            <a:extLst>
              <a:ext uri="{FF2B5EF4-FFF2-40B4-BE49-F238E27FC236}">
                <ns2:creationId id="{03DC3412-1276-4543-82E9-588B3B461DD3}"/>
              </a:ext>
            </a:extLst>
          </p:cNvPr>
          <p:cNvSpPr>
            <a:spLocks noGrp="1"/>
          </p:cNvSpPr>
          <p:nvPr/>
        </p:nvSpPr>
        <p:spPr>
          <a:xfrm>
            <a:off x="6534136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250" name="Figure S1 (e–h) plot object 249">
            <a:extLst>
              <a:ext uri="{FF2B5EF4-FFF2-40B4-BE49-F238E27FC236}">
                <ns2:creationId id="{625BBCBC-8274-4525-9495-161332821288}"/>
              </a:ext>
            </a:extLst>
          </p:cNvPr>
          <p:cNvSpPr>
            <a:spLocks noGrp="1"/>
          </p:cNvSpPr>
          <p:nvPr/>
        </p:nvSpPr>
        <p:spPr>
          <a:xfrm>
            <a:off x="8913095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251" name="Figure S1 (e–h) plot object 250">
            <a:extLst>
              <a:ext uri="{FF2B5EF4-FFF2-40B4-BE49-F238E27FC236}">
                <ns2:creationId id="{9BFAD152-63AA-4AD7-895A-2D4D891E9952}"/>
              </a:ext>
            </a:extLst>
          </p:cNvPr>
          <p:cNvSpPr>
            <a:spLocks noGrp="1"/>
          </p:cNvSpPr>
          <p:nvPr/>
        </p:nvSpPr>
        <p:spPr>
          <a:xfrm>
            <a:off x="2880735" y="10343508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252" name="h">
            <a:extLst>
              <a:ext uri="{FF2B5EF4-FFF2-40B4-BE49-F238E27FC236}">
                <ns2:creationId id="{557A359C-1E6F-4C0D-ACE0-D671876BAC9F}"/>
              </a:ext>
            </a:extLst>
          </p:cNvPr>
          <p:cNvSpPr>
            <a:spLocks noGrp="1"/>
          </p:cNvSpPr>
          <p:nvPr/>
        </p:nvSpPr>
        <p:spPr>
          <a:xfrm rot="0">
            <a:off x="2880735" y="8392166"/>
            <a:ext cx="239028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53" name="Reaction / structural / discovery">
            <a:extLst>
              <a:ext uri="{FF2B5EF4-FFF2-40B4-BE49-F238E27FC236}">
                <ns2:creationId id="{3C1722D1-950F-4016-9346-FBF15711DB12}"/>
              </a:ext>
            </a:extLst>
          </p:cNvPr>
          <p:cNvSpPr>
            <a:spLocks noGrp="1"/>
          </p:cNvSpPr>
          <p:nvPr/>
        </p:nvSpPr>
        <p:spPr>
          <a:xfrm rot="0">
            <a:off x="3305549" y="8425154"/>
            <a:ext cx="31369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Reaction / structural / discovery</a:t>
            </a:r>
          </a:p>
        </p:txBody>
      </p:sp>
      <p:sp>
        <p:nvSpPr>
          <p:cNvPr id="254" name="Macro MAE  0-0.24">
            <a:extLst>
              <a:ext uri="{FF2B5EF4-FFF2-40B4-BE49-F238E27FC236}">
                <ns2:creationId id="{34CFEBD0-95F2-4E1C-AFF1-BFDF11DF4693}"/>
              </a:ext>
            </a:extLst>
          </p:cNvPr>
          <p:cNvSpPr>
            <a:spLocks noGrp="1"/>
          </p:cNvSpPr>
          <p:nvPr/>
        </p:nvSpPr>
        <p:spPr>
          <a:xfrm rot="0">
            <a:off x="9971741" y="8439301"/>
            <a:ext cx="1306836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Macro MAE  0-0.24</a:t>
            </a:r>
          </a:p>
        </p:txBody>
      </p:sp>
      <p:sp>
        <p:nvSpPr>
          <p:cNvPr id="255" name="Opaque">
            <a:extLst>
              <a:ext uri="{FF2B5EF4-FFF2-40B4-BE49-F238E27FC236}">
                <ns2:creationId id="{95DD2ED0-A051-47F3-9E05-6179EB51DFE5}"/>
              </a:ext>
            </a:extLst>
          </p:cNvPr>
          <p:cNvSpPr>
            <a:spLocks noGrp="1"/>
          </p:cNvSpPr>
          <p:nvPr/>
        </p:nvSpPr>
        <p:spPr>
          <a:xfrm rot="0">
            <a:off x="4155177" y="8752805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256" name="Aligned">
            <a:extLst>
              <a:ext uri="{FF2B5EF4-FFF2-40B4-BE49-F238E27FC236}">
                <ns2:creationId id="{169891A3-D14A-4CCF-B19D-1E71016C71A9}"/>
              </a:ext>
            </a:extLst>
          </p:cNvPr>
          <p:cNvSpPr>
            <a:spLocks noGrp="1"/>
          </p:cNvSpPr>
          <p:nvPr/>
        </p:nvSpPr>
        <p:spPr>
          <a:xfrm rot="0">
            <a:off x="6534136" y="8750928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257" name="MisIndexed">
            <a:extLst>
              <a:ext uri="{FF2B5EF4-FFF2-40B4-BE49-F238E27FC236}">
                <ns2:creationId id="{438441C5-30D8-4672-9243-21FBF62EBCE4}"/>
              </a:ext>
            </a:extLst>
          </p:cNvPr>
          <p:cNvSpPr>
            <a:spLocks noGrp="1"/>
          </p:cNvSpPr>
          <p:nvPr/>
        </p:nvSpPr>
        <p:spPr>
          <a:xfrm rot="0">
            <a:off x="8913095" y="8751901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258" name="W01">
            <a:extLst>
              <a:ext uri="{FF2B5EF4-FFF2-40B4-BE49-F238E27FC236}">
                <ns2:creationId id="{383C7576-0515-4FAE-A32B-83F1E316B307}"/>
              </a:ext>
            </a:extLst>
          </p:cNvPr>
          <p:cNvSpPr>
            <a:spLocks noGrp="1"/>
          </p:cNvSpPr>
          <p:nvPr/>
        </p:nvSpPr>
        <p:spPr>
          <a:xfrm rot="0">
            <a:off x="2965698" y="9066657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259" name="0.0920">
            <a:extLst>
              <a:ext uri="{FF2B5EF4-FFF2-40B4-BE49-F238E27FC236}">
                <ns2:creationId id="{790AF658-65B9-4571-BE98-95DE11235F96}"/>
              </a:ext>
            </a:extLst>
          </p:cNvPr>
          <p:cNvSpPr>
            <a:spLocks noGrp="1"/>
          </p:cNvSpPr>
          <p:nvPr/>
        </p:nvSpPr>
        <p:spPr>
          <a:xfrm rot="0">
            <a:off x="5693004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0.0920</a:t>
            </a:r>
          </a:p>
        </p:txBody>
      </p:sp>
      <p:sp>
        <p:nvSpPr>
          <p:cNvPr id="260" name="0.0700">
            <a:extLst>
              <a:ext uri="{FF2B5EF4-FFF2-40B4-BE49-F238E27FC236}">
                <ns2:creationId id="{BEDC3E71-4A5D-4A81-96AC-D5E3BD7E307C}"/>
              </a:ext>
            </a:extLst>
          </p:cNvPr>
          <p:cNvSpPr>
            <a:spLocks noGrp="1"/>
          </p:cNvSpPr>
          <p:nvPr/>
        </p:nvSpPr>
        <p:spPr>
          <a:xfrm rot="0">
            <a:off x="8071963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0.0700</a:t>
            </a:r>
          </a:p>
        </p:txBody>
      </p:sp>
      <p:sp>
        <p:nvSpPr>
          <p:cNvPr id="261" name="0.0923">
            <a:extLst>
              <a:ext uri="{FF2B5EF4-FFF2-40B4-BE49-F238E27FC236}">
                <ns2:creationId id="{6F8E9C70-3E34-4D72-B93B-5F27BBF4C8FF}"/>
              </a:ext>
            </a:extLst>
          </p:cNvPr>
          <p:cNvSpPr>
            <a:spLocks noGrp="1"/>
          </p:cNvSpPr>
          <p:nvPr/>
        </p:nvSpPr>
        <p:spPr>
          <a:xfrm rot="0">
            <a:off x="10450921" y="9075523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0.0923</a:t>
            </a:r>
          </a:p>
        </p:txBody>
      </p:sp>
      <p:sp>
        <p:nvSpPr>
          <p:cNvPr id="262" name="W02">
            <a:extLst>
              <a:ext uri="{FF2B5EF4-FFF2-40B4-BE49-F238E27FC236}">
                <ns2:creationId id="{65344814-F88B-478B-901C-F0BC954A80DA}"/>
              </a:ext>
            </a:extLst>
          </p:cNvPr>
          <p:cNvSpPr>
            <a:spLocks noGrp="1"/>
          </p:cNvSpPr>
          <p:nvPr/>
        </p:nvSpPr>
        <p:spPr>
          <a:xfrm rot="0">
            <a:off x="2965698" y="9324173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263" name="0.0650">
            <a:extLst>
              <a:ext uri="{FF2B5EF4-FFF2-40B4-BE49-F238E27FC236}">
                <ns2:creationId id="{8239DD30-2A68-48ED-B9E5-228521E4E0BB}"/>
              </a:ext>
            </a:extLst>
          </p:cNvPr>
          <p:cNvSpPr>
            <a:spLocks noGrp="1"/>
          </p:cNvSpPr>
          <p:nvPr/>
        </p:nvSpPr>
        <p:spPr>
          <a:xfrm rot="0">
            <a:off x="5693004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0.0650</a:t>
            </a:r>
          </a:p>
        </p:txBody>
      </p:sp>
      <p:sp>
        <p:nvSpPr>
          <p:cNvPr id="264" name="0.0657">
            <a:extLst>
              <a:ext uri="{FF2B5EF4-FFF2-40B4-BE49-F238E27FC236}">
                <ns2:creationId id="{540C01D2-49D4-4A8F-89A9-2CF63F128A19}"/>
              </a:ext>
            </a:extLst>
          </p:cNvPr>
          <p:cNvSpPr>
            <a:spLocks noGrp="1"/>
          </p:cNvSpPr>
          <p:nvPr/>
        </p:nvSpPr>
        <p:spPr>
          <a:xfrm rot="0">
            <a:off x="8071963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0.0657</a:t>
            </a:r>
          </a:p>
        </p:txBody>
      </p:sp>
      <p:sp>
        <p:nvSpPr>
          <p:cNvPr id="265" name="0.0799">
            <a:extLst>
              <a:ext uri="{FF2B5EF4-FFF2-40B4-BE49-F238E27FC236}">
                <ns2:creationId id="{CBA5C7B5-1219-46C0-830E-E07DAB569B74}"/>
              </a:ext>
            </a:extLst>
          </p:cNvPr>
          <p:cNvSpPr>
            <a:spLocks noGrp="1"/>
          </p:cNvSpPr>
          <p:nvPr/>
        </p:nvSpPr>
        <p:spPr>
          <a:xfrm rot="0">
            <a:off x="10450921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0.0799</a:t>
            </a:r>
          </a:p>
        </p:txBody>
      </p:sp>
      <p:sp>
        <p:nvSpPr>
          <p:cNvPr id="266" name="W03">
            <a:extLst>
              <a:ext uri="{FF2B5EF4-FFF2-40B4-BE49-F238E27FC236}">
                <ns2:creationId id="{82FEA5C3-FAF5-4E9F-9BEA-55D8CA546B71}"/>
              </a:ext>
            </a:extLst>
          </p:cNvPr>
          <p:cNvSpPr>
            <a:spLocks noGrp="1"/>
          </p:cNvSpPr>
          <p:nvPr/>
        </p:nvSpPr>
        <p:spPr>
          <a:xfrm rot="0">
            <a:off x="2965698" y="958168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267" name="0.0769">
            <a:extLst>
              <a:ext uri="{FF2B5EF4-FFF2-40B4-BE49-F238E27FC236}">
                <ns2:creationId id="{7CD6AD0E-3F15-45BC-8684-33D096BD3985}"/>
              </a:ext>
            </a:extLst>
          </p:cNvPr>
          <p:cNvSpPr>
            <a:spLocks noGrp="1"/>
          </p:cNvSpPr>
          <p:nvPr/>
        </p:nvSpPr>
        <p:spPr>
          <a:xfrm rot="0">
            <a:off x="5693004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0.0769</a:t>
            </a:r>
          </a:p>
        </p:txBody>
      </p:sp>
      <p:sp>
        <p:nvSpPr>
          <p:cNvPr id="268" name="0.0981">
            <a:extLst>
              <a:ext uri="{FF2B5EF4-FFF2-40B4-BE49-F238E27FC236}">
                <ns2:creationId id="{CD76B259-335F-40C1-9ED8-196594B7FC34}"/>
              </a:ext>
            </a:extLst>
          </p:cNvPr>
          <p:cNvSpPr>
            <a:spLocks noGrp="1"/>
          </p:cNvSpPr>
          <p:nvPr/>
        </p:nvSpPr>
        <p:spPr>
          <a:xfrm rot="0">
            <a:off x="8071963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0.0981</a:t>
            </a:r>
          </a:p>
        </p:txBody>
      </p:sp>
      <p:sp>
        <p:nvSpPr>
          <p:cNvPr id="269" name="0.1181">
            <a:extLst>
              <a:ext uri="{FF2B5EF4-FFF2-40B4-BE49-F238E27FC236}">
                <ns2:creationId id="{28ABD570-B3FA-4FC9-B530-47BCD5437FD8}"/>
              </a:ext>
            </a:extLst>
          </p:cNvPr>
          <p:cNvSpPr>
            <a:spLocks noGrp="1"/>
          </p:cNvSpPr>
          <p:nvPr/>
        </p:nvSpPr>
        <p:spPr>
          <a:xfrm rot="0">
            <a:off x="10450921" y="9590555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0.1181</a:t>
            </a:r>
          </a:p>
        </p:txBody>
      </p:sp>
      <p:sp>
        <p:nvSpPr>
          <p:cNvPr id="270" name="W04">
            <a:extLst>
              <a:ext uri="{FF2B5EF4-FFF2-40B4-BE49-F238E27FC236}">
                <ns2:creationId id="{7D832C5F-C9D9-4871-9C28-D3F6A6DB9FFB}"/>
              </a:ext>
            </a:extLst>
          </p:cNvPr>
          <p:cNvSpPr>
            <a:spLocks noGrp="1"/>
          </p:cNvSpPr>
          <p:nvPr/>
        </p:nvSpPr>
        <p:spPr>
          <a:xfrm rot="0">
            <a:off x="2965698" y="983920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71" name="0.1034">
            <a:extLst>
              <a:ext uri="{FF2B5EF4-FFF2-40B4-BE49-F238E27FC236}">
                <ns2:creationId id="{723F85BD-A4F0-43AB-B9A3-D3F6E1D04332}"/>
              </a:ext>
            </a:extLst>
          </p:cNvPr>
          <p:cNvSpPr>
            <a:spLocks noGrp="1"/>
          </p:cNvSpPr>
          <p:nvPr/>
        </p:nvSpPr>
        <p:spPr>
          <a:xfrm rot="0">
            <a:off x="5693004" y="984807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0.1034</a:t>
            </a:r>
          </a:p>
        </p:txBody>
      </p:sp>
      <p:sp>
        <p:nvSpPr>
          <p:cNvPr id="272" name="0.0715">
            <a:extLst>
              <a:ext uri="{FF2B5EF4-FFF2-40B4-BE49-F238E27FC236}">
                <ns2:creationId id="{C6A37E72-BF16-43A7-A3C4-C866ACB71E40}"/>
              </a:ext>
            </a:extLst>
          </p:cNvPr>
          <p:cNvSpPr>
            <a:spLocks noGrp="1"/>
          </p:cNvSpPr>
          <p:nvPr/>
        </p:nvSpPr>
        <p:spPr>
          <a:xfrm rot="0">
            <a:off x="8071963" y="984807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0.0715</a:t>
            </a:r>
          </a:p>
        </p:txBody>
      </p:sp>
      <p:sp>
        <p:nvSpPr>
          <p:cNvPr id="273" name="0.0713">
            <a:extLst>
              <a:ext uri="{FF2B5EF4-FFF2-40B4-BE49-F238E27FC236}">
                <ns2:creationId id="{1415828F-9259-4BBF-A11E-2BC6F4A9BFC6}"/>
              </a:ext>
            </a:extLst>
          </p:cNvPr>
          <p:cNvSpPr>
            <a:spLocks noGrp="1"/>
          </p:cNvSpPr>
          <p:nvPr/>
        </p:nvSpPr>
        <p:spPr>
          <a:xfrm rot="0">
            <a:off x="10450921" y="984807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0.0713</a:t>
            </a:r>
          </a:p>
        </p:txBody>
      </p:sp>
      <p:sp>
        <p:nvSpPr>
          <p:cNvPr id="274" name="W05">
            <a:extLst>
              <a:ext uri="{FF2B5EF4-FFF2-40B4-BE49-F238E27FC236}">
                <ns2:creationId id="{FA657D2F-82B2-4A98-8A3B-FECBECB4F407}"/>
              </a:ext>
            </a:extLst>
          </p:cNvPr>
          <p:cNvSpPr>
            <a:spLocks noGrp="1"/>
          </p:cNvSpPr>
          <p:nvPr/>
        </p:nvSpPr>
        <p:spPr>
          <a:xfrm rot="0">
            <a:off x="2965698" y="10096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75" name="0.0830">
            <a:extLst>
              <a:ext uri="{FF2B5EF4-FFF2-40B4-BE49-F238E27FC236}">
                <ns2:creationId id="{F71A1218-6276-4E29-B9D3-60AD6723A7C2}"/>
              </a:ext>
            </a:extLst>
          </p:cNvPr>
          <p:cNvSpPr>
            <a:spLocks noGrp="1"/>
          </p:cNvSpPr>
          <p:nvPr/>
        </p:nvSpPr>
        <p:spPr>
          <a:xfrm rot="0">
            <a:off x="5693004" y="10105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0.0830</a:t>
            </a:r>
          </a:p>
        </p:txBody>
      </p:sp>
      <p:sp>
        <p:nvSpPr>
          <p:cNvPr id="276" name="0.1551">
            <a:extLst>
              <a:ext uri="{FF2B5EF4-FFF2-40B4-BE49-F238E27FC236}">
                <ns2:creationId id="{1B597968-5C3A-4102-812B-497DA8203EC6}"/>
              </a:ext>
            </a:extLst>
          </p:cNvPr>
          <p:cNvSpPr>
            <a:spLocks noGrp="1"/>
          </p:cNvSpPr>
          <p:nvPr/>
        </p:nvSpPr>
        <p:spPr>
          <a:xfrm rot="0">
            <a:off x="8071963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0.1551</a:t>
            </a:r>
          </a:p>
        </p:txBody>
      </p:sp>
      <p:sp>
        <p:nvSpPr>
          <p:cNvPr id="277" name="0.1465">
            <a:extLst>
              <a:ext uri="{FF2B5EF4-FFF2-40B4-BE49-F238E27FC236}">
                <ns2:creationId id="{1996CB27-AA92-4944-AE6E-EC6FF91FCD3C}"/>
              </a:ext>
            </a:extLst>
          </p:cNvPr>
          <p:cNvSpPr>
            <a:spLocks noGrp="1"/>
          </p:cNvSpPr>
          <p:nvPr/>
        </p:nvSpPr>
        <p:spPr>
          <a:xfrm rot="0">
            <a:off x="10450921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0.1465</a:t>
            </a:r>
          </a:p>
        </p:txBody>
      </p:sp>
      <p:sp>
        <p:nvSpPr>
          <p:cNvPr id="278" name="Mean">
            <a:extLst>
              <a:ext uri="{FF2B5EF4-FFF2-40B4-BE49-F238E27FC236}">
                <ns2:creationId id="{1A9BC2A4-04E0-4FB5-9AA3-C2993204B510}"/>
              </a:ext>
            </a:extLst>
          </p:cNvPr>
          <p:cNvSpPr>
            <a:spLocks noGrp="1"/>
          </p:cNvSpPr>
          <p:nvPr/>
        </p:nvSpPr>
        <p:spPr>
          <a:xfrm rot="0">
            <a:off x="2965698" y="1043627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79" name="0.0840">
            <a:extLst>
              <a:ext uri="{FF2B5EF4-FFF2-40B4-BE49-F238E27FC236}">
                <ns2:creationId id="{891807ED-6ACC-4A68-8C0A-808A85DED3E5}"/>
              </a:ext>
            </a:extLst>
          </p:cNvPr>
          <p:cNvSpPr>
            <a:spLocks noGrp="1"/>
          </p:cNvSpPr>
          <p:nvPr/>
        </p:nvSpPr>
        <p:spPr>
          <a:xfrm rot="0">
            <a:off x="5693004" y="1044513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0.0840</a:t>
            </a:r>
          </a:p>
        </p:txBody>
      </p:sp>
      <p:sp>
        <p:nvSpPr>
          <p:cNvPr id="280" name="0.0921">
            <a:extLst>
              <a:ext uri="{FF2B5EF4-FFF2-40B4-BE49-F238E27FC236}">
                <ns2:creationId id="{53562693-F8BD-4F46-9CF3-A74A62DE1C15}"/>
              </a:ext>
            </a:extLst>
          </p:cNvPr>
          <p:cNvSpPr>
            <a:spLocks noGrp="1"/>
          </p:cNvSpPr>
          <p:nvPr/>
        </p:nvSpPr>
        <p:spPr>
          <a:xfrm rot="0">
            <a:off x="8071963" y="10445135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0.0921</a:t>
            </a:r>
          </a:p>
        </p:txBody>
      </p:sp>
      <p:sp>
        <p:nvSpPr>
          <p:cNvPr id="281" name="0.1016">
            <a:extLst>
              <a:ext uri="{FF2B5EF4-FFF2-40B4-BE49-F238E27FC236}">
                <ns2:creationId id="{2DF5089F-CDC1-47BD-B212-4B85ABC68655}"/>
              </a:ext>
            </a:extLst>
          </p:cNvPr>
          <p:cNvSpPr>
            <a:spLocks noGrp="1"/>
          </p:cNvSpPr>
          <p:nvPr/>
        </p:nvSpPr>
        <p:spPr>
          <a:xfrm rot="0">
            <a:off x="10450921" y="10445135"/>
            <a:ext cx="49280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0.1016</a:t>
            </a:r>
          </a:p>
        </p:txBody>
      </p:sp>
    </p:spTree>
    <p:extLst>
      <p:ext uri="{BB962C8B-B14F-4D97-AF65-F5344CB8AC3E}">
        <ns3:creationId val="1158142488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1 (i–l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2" name="Figure S1 (i–l) plot object 0">
            <a:extLst>
              <a:ext uri="{FF2B5EF4-FFF2-40B4-BE49-F238E27FC236}">
                <ns2:creationId id="{EEA5F37C-DEE5-4948-8518-4BC7BBD75C57}"/>
              </a:ext>
            </a:extLst>
          </p:cNvPr>
          <p:cNvSpPr>
            <a:spLocks noGrp="1"/>
          </p:cNvSpPr>
          <p:nvPr/>
        </p:nvSpPr>
        <p:spPr>
          <a:xfrm>
            <a:off x="2290107" y="342900"/>
            <a:ext cx="9135787" cy="10744200"/>
          </a:xfrm>
          <a:custGeom>
            <a:pathLst>
              <a:path w="9135787" h="10744200">
                <a:moveTo>
                  <a:pt x="0" y="10744200"/>
                </a:moveTo>
                <a:lnTo>
                  <a:pt x="9135787" y="10744200"/>
                </a:lnTo>
                <a:lnTo>
                  <a:pt x="91357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871">
            <a:noFill/>
            <a:prstDash val="solid"/>
          </a:ln>
        </p:spPr>
      </p:sp>
      <p:sp>
        <p:nvSpPr>
          <p:cNvPr id="2" name="Figure S1 (i–l) plot object 1">
            <a:extLst>
              <a:ext uri="{FF2B5EF4-FFF2-40B4-BE49-F238E27FC236}">
                <ns2:creationId id="{16D2FD9D-C9FD-4C5F-890A-C4829491F2B3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" name="Figure S1 (i–l) plot object 2">
            <a:extLst>
              <a:ext uri="{FF2B5EF4-FFF2-40B4-BE49-F238E27FC236}">
                <ns2:creationId id="{8A1F3902-237D-448D-AF7A-BB7896658B8C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1193543" cy="103006"/>
          </a:xfrm>
          <a:custGeom>
            <a:pathLst>
              <a:path w="1193543" h="103006">
                <a:moveTo>
                  <a:pt x="0" y="103006"/>
                </a:moveTo>
                <a:lnTo>
                  <a:pt x="1193543" y="103006"/>
                </a:lnTo>
                <a:lnTo>
                  <a:pt x="119354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4" name="Figure S1 (i–l) plot object 3">
            <a:extLst>
              <a:ext uri="{FF2B5EF4-FFF2-40B4-BE49-F238E27FC236}">
                <ns2:creationId id="{59A5E734-D1BA-4908-8241-B481AF571F98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5" name="Figure S1 (i–l) plot object 4">
            <a:extLst>
              <a:ext uri="{FF2B5EF4-FFF2-40B4-BE49-F238E27FC236}">
                <ns2:creationId id="{050C37EB-7538-4658-A45D-8B9851EE7271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296795" cy="103006"/>
          </a:xfrm>
          <a:custGeom>
            <a:pathLst>
              <a:path w="296795" h="103006">
                <a:moveTo>
                  <a:pt x="0" y="103006"/>
                </a:moveTo>
                <a:lnTo>
                  <a:pt x="296795" y="103006"/>
                </a:lnTo>
                <a:lnTo>
                  <a:pt x="29679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6" name="Figure S1 (i–l) plot object 5">
            <a:extLst>
              <a:ext uri="{FF2B5EF4-FFF2-40B4-BE49-F238E27FC236}">
                <ns2:creationId id="{76E428E4-DE72-4F74-B9BF-DDAF3A39C4A3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" name="Figure S1 (i–l) plot object 6">
            <a:extLst>
              <a:ext uri="{FF2B5EF4-FFF2-40B4-BE49-F238E27FC236}">
                <ns2:creationId id="{BD1BC326-9404-4089-9913-AC0B304F9EF6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553477" cy="103006"/>
          </a:xfrm>
          <a:custGeom>
            <a:pathLst>
              <a:path w="553477" h="103006">
                <a:moveTo>
                  <a:pt x="0" y="103006"/>
                </a:moveTo>
                <a:lnTo>
                  <a:pt x="553477" y="103006"/>
                </a:lnTo>
                <a:lnTo>
                  <a:pt x="55347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" name="Figure S1 (i–l) plot object 7">
            <a:extLst>
              <a:ext uri="{FF2B5EF4-FFF2-40B4-BE49-F238E27FC236}">
                <ns2:creationId id="{4A8C62F6-C57C-4F2C-889E-6D3C1CA44DB3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" name="Figure S1 (i–l) plot object 8">
            <a:extLst>
              <a:ext uri="{FF2B5EF4-FFF2-40B4-BE49-F238E27FC236}">
                <ns2:creationId id="{49574093-921E-4F38-A32B-3CF58F72DF16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652130" cy="103006"/>
          </a:xfrm>
          <a:custGeom>
            <a:pathLst>
              <a:path w="652130" h="103006">
                <a:moveTo>
                  <a:pt x="0" y="103006"/>
                </a:moveTo>
                <a:lnTo>
                  <a:pt x="652130" y="103006"/>
                </a:lnTo>
                <a:lnTo>
                  <a:pt x="65213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" name="Figure S1 (i–l) plot object 9">
            <a:extLst>
              <a:ext uri="{FF2B5EF4-FFF2-40B4-BE49-F238E27FC236}">
                <ns2:creationId id="{A293AC91-FCBD-45FC-B4A1-894C577917E3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1" name="Figure S1 (i–l) plot object 10">
            <a:extLst>
              <a:ext uri="{FF2B5EF4-FFF2-40B4-BE49-F238E27FC236}">
                <ns2:creationId id="{2EC876C3-C467-4C6D-B298-AC27A2C7FB23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322622" cy="103006"/>
          </a:xfrm>
          <a:custGeom>
            <a:pathLst>
              <a:path w="322622" h="103006">
                <a:moveTo>
                  <a:pt x="0" y="103006"/>
                </a:moveTo>
                <a:lnTo>
                  <a:pt x="322622" y="103006"/>
                </a:lnTo>
                <a:lnTo>
                  <a:pt x="32262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2" name="Figure S1 (i–l) plot object 11">
            <a:extLst>
              <a:ext uri="{FF2B5EF4-FFF2-40B4-BE49-F238E27FC236}">
                <ns2:creationId id="{D3EF9C3E-4430-466C-B5E0-2E4D27DFD70B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3" name="Figure S1 (i–l) plot object 12">
            <a:extLst>
              <a:ext uri="{FF2B5EF4-FFF2-40B4-BE49-F238E27FC236}">
                <ns2:creationId id="{B92EDD7A-E586-4891-BAA9-8FE8B9CDEC38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344433" cy="103006"/>
          </a:xfrm>
          <a:custGeom>
            <a:pathLst>
              <a:path w="344433" h="103006">
                <a:moveTo>
                  <a:pt x="0" y="103006"/>
                </a:moveTo>
                <a:lnTo>
                  <a:pt x="344433" y="103006"/>
                </a:lnTo>
                <a:lnTo>
                  <a:pt x="34443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" name="Figure S1 (i–l) plot object 13">
            <a:extLst>
              <a:ext uri="{FF2B5EF4-FFF2-40B4-BE49-F238E27FC236}">
                <ns2:creationId id="{9635D9F1-7009-4F30-9CB2-D35A8B65CBE2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" name="Figure S1 (i–l) plot object 14">
            <a:extLst>
              <a:ext uri="{FF2B5EF4-FFF2-40B4-BE49-F238E27FC236}">
                <ns2:creationId id="{CC7FF26E-0A39-4FB6-A365-455D21F1F56B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781285" cy="103006"/>
          </a:xfrm>
          <a:custGeom>
            <a:pathLst>
              <a:path w="781285" h="103006">
                <a:moveTo>
                  <a:pt x="0" y="103006"/>
                </a:moveTo>
                <a:lnTo>
                  <a:pt x="781285" y="103006"/>
                </a:lnTo>
                <a:lnTo>
                  <a:pt x="78128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" name="Figure S1 (i–l) plot object 15">
            <a:extLst>
              <a:ext uri="{FF2B5EF4-FFF2-40B4-BE49-F238E27FC236}">
                <ns2:creationId id="{EFAB8CDC-B519-45F0-B84A-09A771B6BE48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" name="Figure S1 (i–l) plot object 16">
            <a:extLst>
              <a:ext uri="{FF2B5EF4-FFF2-40B4-BE49-F238E27FC236}">
                <ns2:creationId id="{9442640B-2B57-4F51-83B3-3F351DEB0AF0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480714" cy="103006"/>
          </a:xfrm>
          <a:custGeom>
            <a:pathLst>
              <a:path w="480714" h="103006">
                <a:moveTo>
                  <a:pt x="0" y="103006"/>
                </a:moveTo>
                <a:lnTo>
                  <a:pt x="480714" y="103006"/>
                </a:lnTo>
                <a:lnTo>
                  <a:pt x="48071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8" name="Figure S1 (i–l) plot object 17">
            <a:extLst>
              <a:ext uri="{FF2B5EF4-FFF2-40B4-BE49-F238E27FC236}">
                <ns2:creationId id="{E3439069-E67E-4869-9E53-A905986C75EE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9" name="Figure S1 (i–l) plot object 18">
            <a:extLst>
              <a:ext uri="{FF2B5EF4-FFF2-40B4-BE49-F238E27FC236}">
                <ns2:creationId id="{C2219152-0CE2-417D-82FF-EDB3840D83D0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1355230" cy="103006"/>
          </a:xfrm>
          <a:custGeom>
            <a:pathLst>
              <a:path w="1355230" h="103006">
                <a:moveTo>
                  <a:pt x="0" y="103006"/>
                </a:moveTo>
                <a:lnTo>
                  <a:pt x="1355230" y="103006"/>
                </a:lnTo>
                <a:lnTo>
                  <a:pt x="135523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0" name="Figure S1 (i–l) plot object 19">
            <a:extLst>
              <a:ext uri="{FF2B5EF4-FFF2-40B4-BE49-F238E27FC236}">
                <ns2:creationId id="{1D88B547-206B-48E0-A80A-756387E8695B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" name="Figure S1 (i–l) plot object 20">
            <a:extLst>
              <a:ext uri="{FF2B5EF4-FFF2-40B4-BE49-F238E27FC236}">
                <ns2:creationId id="{C9919DE6-3510-4BF8-B5D2-772B3B4A0415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583672" cy="103006"/>
          </a:xfrm>
          <a:custGeom>
            <a:pathLst>
              <a:path w="583672" h="103006">
                <a:moveTo>
                  <a:pt x="0" y="103006"/>
                </a:moveTo>
                <a:lnTo>
                  <a:pt x="583672" y="103006"/>
                </a:lnTo>
                <a:lnTo>
                  <a:pt x="58367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" name="Figure S1 (i–l) plot object 21">
            <a:extLst>
              <a:ext uri="{FF2B5EF4-FFF2-40B4-BE49-F238E27FC236}">
                <ns2:creationId id="{64A66067-F909-4266-A682-214E6F0BDC87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" name="Figure S1 (i–l) plot object 22">
            <a:extLst>
              <a:ext uri="{FF2B5EF4-FFF2-40B4-BE49-F238E27FC236}">
                <ns2:creationId id="{EBAD54B7-C482-4CCD-82B0-0BCC8435C6F6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323212" cy="103006"/>
          </a:xfrm>
          <a:custGeom>
            <a:pathLst>
              <a:path w="323212" h="103006">
                <a:moveTo>
                  <a:pt x="0" y="103006"/>
                </a:moveTo>
                <a:lnTo>
                  <a:pt x="323212" y="103006"/>
                </a:lnTo>
                <a:lnTo>
                  <a:pt x="32321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" name="Figure S1 (i–l) plot object 23">
            <a:extLst>
              <a:ext uri="{FF2B5EF4-FFF2-40B4-BE49-F238E27FC236}">
                <ns2:creationId id="{981B5ADB-DA4D-4A3B-AA8D-638822D50726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5" name="Figure S1 (i–l) plot object 24">
            <a:extLst>
              <a:ext uri="{FF2B5EF4-FFF2-40B4-BE49-F238E27FC236}">
                <ns2:creationId id="{86CEFCE2-8111-47C7-93EC-105AB69EDB09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1294146" cy="103006"/>
          </a:xfrm>
          <a:custGeom>
            <a:pathLst>
              <a:path w="1294146" h="103006">
                <a:moveTo>
                  <a:pt x="0" y="103006"/>
                </a:moveTo>
                <a:lnTo>
                  <a:pt x="1294146" y="103006"/>
                </a:lnTo>
                <a:lnTo>
                  <a:pt x="129414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6" name="Figure S1 (i–l) plot object 25">
            <a:extLst>
              <a:ext uri="{FF2B5EF4-FFF2-40B4-BE49-F238E27FC236}">
                <ns2:creationId id="{799176CC-A916-42F4-9653-FDE6108E927B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7" name="Figure S1 (i–l) plot object 26">
            <a:extLst>
              <a:ext uri="{FF2B5EF4-FFF2-40B4-BE49-F238E27FC236}">
                <ns2:creationId id="{DA5F3808-2D25-46FC-B90D-D04F485C39EE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1092828" cy="103006"/>
          </a:xfrm>
          <a:custGeom>
            <a:pathLst>
              <a:path w="1092828" h="103006">
                <a:moveTo>
                  <a:pt x="0" y="103006"/>
                </a:moveTo>
                <a:lnTo>
                  <a:pt x="1092828" y="103006"/>
                </a:lnTo>
                <a:lnTo>
                  <a:pt x="109282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8" name="Figure S1 (i–l) plot object 27">
            <a:extLst>
              <a:ext uri="{FF2B5EF4-FFF2-40B4-BE49-F238E27FC236}">
                <ns2:creationId id="{E4F2E328-1370-43B1-87DA-36DA2CB58C33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9" name="Figure S1 (i–l) plot object 28">
            <a:extLst>
              <a:ext uri="{FF2B5EF4-FFF2-40B4-BE49-F238E27FC236}">
                <ns2:creationId id="{EB745E26-38B5-49E7-B24D-50E219B92394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1173724" cy="103006"/>
          </a:xfrm>
          <a:custGeom>
            <a:pathLst>
              <a:path w="1173724" h="103006">
                <a:moveTo>
                  <a:pt x="0" y="103006"/>
                </a:moveTo>
                <a:lnTo>
                  <a:pt x="1173724" y="103006"/>
                </a:lnTo>
                <a:lnTo>
                  <a:pt x="11737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0" name="Figure S1 (i–l) plot object 29">
            <a:extLst>
              <a:ext uri="{FF2B5EF4-FFF2-40B4-BE49-F238E27FC236}">
                <ns2:creationId id="{D66C8BDC-8826-4EE8-80BC-DFEDE31EDC3D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1" name="Figure S1 (i–l) plot object 30">
            <a:extLst>
              <a:ext uri="{FF2B5EF4-FFF2-40B4-BE49-F238E27FC236}">
                <ns2:creationId id="{633ABCB5-73BD-460A-B4AD-7FF78700DEB1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469359" cy="103006"/>
          </a:xfrm>
          <a:custGeom>
            <a:pathLst>
              <a:path w="469359" h="103006">
                <a:moveTo>
                  <a:pt x="0" y="103006"/>
                </a:moveTo>
                <a:lnTo>
                  <a:pt x="469359" y="103006"/>
                </a:lnTo>
                <a:lnTo>
                  <a:pt x="46935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2" name="Figure S1 (i–l) plot object 31">
            <a:extLst>
              <a:ext uri="{FF2B5EF4-FFF2-40B4-BE49-F238E27FC236}">
                <ns2:creationId id="{3589BDC5-E627-4A91-99FE-DD7E99C12F4F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3" name="Figure S1 (i–l) plot object 32">
            <a:extLst>
              <a:ext uri="{FF2B5EF4-FFF2-40B4-BE49-F238E27FC236}">
                <ns2:creationId id="{174FE27A-2AE0-4179-AE36-FCCC229C69CE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860692" cy="103006"/>
          </a:xfrm>
          <a:custGeom>
            <a:pathLst>
              <a:path w="860692" h="103006">
                <a:moveTo>
                  <a:pt x="0" y="103006"/>
                </a:moveTo>
                <a:lnTo>
                  <a:pt x="860692" y="103006"/>
                </a:lnTo>
                <a:lnTo>
                  <a:pt x="86069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34" name="Figure S1 (i–l) plot object 33">
            <a:extLst>
              <a:ext uri="{FF2B5EF4-FFF2-40B4-BE49-F238E27FC236}">
                <ns2:creationId id="{FCC0808E-8950-4E3B-85C8-7421F9167195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5" name="Figure S1 (i–l) plot object 34">
            <a:extLst>
              <a:ext uri="{FF2B5EF4-FFF2-40B4-BE49-F238E27FC236}">
                <ns2:creationId id="{8DCC8424-AE9E-4A41-9E13-28CFCD6DA9F8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519413" cy="103006"/>
          </a:xfrm>
          <a:custGeom>
            <a:pathLst>
              <a:path w="519413" h="103006">
                <a:moveTo>
                  <a:pt x="0" y="103006"/>
                </a:moveTo>
                <a:lnTo>
                  <a:pt x="519413" y="103006"/>
                </a:lnTo>
                <a:lnTo>
                  <a:pt x="51941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6" name="Figure S1 (i–l) plot object 35">
            <a:extLst>
              <a:ext uri="{FF2B5EF4-FFF2-40B4-BE49-F238E27FC236}">
                <ns2:creationId id="{995B5C2E-EB5D-48D6-ABD6-12605A67D7AF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7" name="Figure S1 (i–l) plot object 36">
            <a:extLst>
              <a:ext uri="{FF2B5EF4-FFF2-40B4-BE49-F238E27FC236}">
                <ns2:creationId id="{493E4F4B-3060-4422-A4E4-82208B2F5195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803329" cy="103006"/>
          </a:xfrm>
          <a:custGeom>
            <a:pathLst>
              <a:path w="803329" h="103006">
                <a:moveTo>
                  <a:pt x="0" y="103006"/>
                </a:moveTo>
                <a:lnTo>
                  <a:pt x="803329" y="103006"/>
                </a:lnTo>
                <a:lnTo>
                  <a:pt x="80332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8" name="Figure S1 (i–l) plot object 37">
            <a:extLst>
              <a:ext uri="{FF2B5EF4-FFF2-40B4-BE49-F238E27FC236}">
                <ns2:creationId id="{35A103BE-C9CE-4312-BAAC-67038DF88721}"/>
              </a:ext>
            </a:extLst>
          </p:cNvPr>
          <p:cNvSpPr>
            <a:spLocks noGrp="1"/>
          </p:cNvSpPr>
          <p:nvPr/>
        </p:nvSpPr>
        <p:spPr>
          <a:xfrm>
            <a:off x="4155177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39" name="Figure S1 (i–l) plot object 38">
            <a:extLst>
              <a:ext uri="{FF2B5EF4-FFF2-40B4-BE49-F238E27FC236}">
                <ns2:creationId id="{9CB2E13D-CE5E-4DBB-BA93-BB328F4191AD}"/>
              </a:ext>
            </a:extLst>
          </p:cNvPr>
          <p:cNvSpPr>
            <a:spLocks noGrp="1"/>
          </p:cNvSpPr>
          <p:nvPr/>
        </p:nvSpPr>
        <p:spPr>
          <a:xfrm>
            <a:off x="6534136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40" name="Figure S1 (i–l) plot object 39">
            <a:extLst>
              <a:ext uri="{FF2B5EF4-FFF2-40B4-BE49-F238E27FC236}">
                <ns2:creationId id="{D8F2B1D4-9928-4053-A30F-9EEC3D8935D0}"/>
              </a:ext>
            </a:extLst>
          </p:cNvPr>
          <p:cNvSpPr>
            <a:spLocks noGrp="1"/>
          </p:cNvSpPr>
          <p:nvPr/>
        </p:nvSpPr>
        <p:spPr>
          <a:xfrm>
            <a:off x="8913095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41" name="Figure S1 (i–l) plot object 40">
            <a:extLst>
              <a:ext uri="{FF2B5EF4-FFF2-40B4-BE49-F238E27FC236}">
                <ns2:creationId id="{4A7F923E-87CE-48E7-8B2A-C1F071B83A80}"/>
              </a:ext>
            </a:extLst>
          </p:cNvPr>
          <p:cNvSpPr>
            <a:spLocks noGrp="1"/>
          </p:cNvSpPr>
          <p:nvPr/>
        </p:nvSpPr>
        <p:spPr>
          <a:xfrm>
            <a:off x="2880735" y="247757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42" name="i">
            <a:extLst>
              <a:ext uri="{FF2B5EF4-FFF2-40B4-BE49-F238E27FC236}">
                <ns2:creationId id="{757122F8-57C3-481D-98E7-4453A25DFCA8}"/>
              </a:ext>
            </a:extLst>
          </p:cNvPr>
          <p:cNvSpPr>
            <a:spLocks noGrp="1"/>
          </p:cNvSpPr>
          <p:nvPr/>
        </p:nvSpPr>
        <p:spPr>
          <a:xfrm rot="0">
            <a:off x="2880735" y="526229"/>
            <a:ext cx="167543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43" name="Reaction / parameter / optimization">
            <a:extLst>
              <a:ext uri="{FF2B5EF4-FFF2-40B4-BE49-F238E27FC236}">
                <ns2:creationId id="{F5C3C856-369C-48A8-AC4B-63EA4F68E273}"/>
              </a:ext>
            </a:extLst>
          </p:cNvPr>
          <p:cNvSpPr>
            <a:spLocks noGrp="1"/>
          </p:cNvSpPr>
          <p:nvPr/>
        </p:nvSpPr>
        <p:spPr>
          <a:xfrm rot="0">
            <a:off x="3305549" y="560296"/>
            <a:ext cx="34880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Reaction / parameter / optimization</a:t>
            </a:r>
          </a:p>
        </p:txBody>
      </p:sp>
      <p:sp>
        <p:nvSpPr>
          <p:cNvPr id="44" name="Macro MAE  0-0.24">
            <a:extLst>
              <a:ext uri="{FF2B5EF4-FFF2-40B4-BE49-F238E27FC236}">
                <ns2:creationId id="{E601EA94-20A0-44EF-84BF-47EF836ED26B}"/>
              </a:ext>
            </a:extLst>
          </p:cNvPr>
          <p:cNvSpPr>
            <a:spLocks noGrp="1"/>
          </p:cNvSpPr>
          <p:nvPr/>
        </p:nvSpPr>
        <p:spPr>
          <a:xfrm rot="0">
            <a:off x="9971741" y="573364"/>
            <a:ext cx="1306836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Macro MAE  0-0.24</a:t>
            </a:r>
          </a:p>
        </p:txBody>
      </p:sp>
      <p:sp>
        <p:nvSpPr>
          <p:cNvPr id="45" name="Opaque">
            <a:extLst>
              <a:ext uri="{FF2B5EF4-FFF2-40B4-BE49-F238E27FC236}">
                <ns2:creationId id="{127F8A0E-6590-4756-9070-9E80EFA96BC7}"/>
              </a:ext>
            </a:extLst>
          </p:cNvPr>
          <p:cNvSpPr>
            <a:spLocks noGrp="1"/>
          </p:cNvSpPr>
          <p:nvPr/>
        </p:nvSpPr>
        <p:spPr>
          <a:xfrm rot="0">
            <a:off x="4155177" y="886868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6" name="Aligned">
            <a:extLst>
              <a:ext uri="{FF2B5EF4-FFF2-40B4-BE49-F238E27FC236}">
                <ns2:creationId id="{505EF2E3-78E3-4627-A0A6-6A71D25420A3}"/>
              </a:ext>
            </a:extLst>
          </p:cNvPr>
          <p:cNvSpPr>
            <a:spLocks noGrp="1"/>
          </p:cNvSpPr>
          <p:nvPr/>
        </p:nvSpPr>
        <p:spPr>
          <a:xfrm rot="0">
            <a:off x="6534136" y="884991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7" name="MisIndexed">
            <a:extLst>
              <a:ext uri="{FF2B5EF4-FFF2-40B4-BE49-F238E27FC236}">
                <ns2:creationId id="{DABAE6E7-CAF9-4666-9115-38C2DF827835}"/>
              </a:ext>
            </a:extLst>
          </p:cNvPr>
          <p:cNvSpPr>
            <a:spLocks noGrp="1"/>
          </p:cNvSpPr>
          <p:nvPr/>
        </p:nvSpPr>
        <p:spPr>
          <a:xfrm rot="0">
            <a:off x="8913095" y="885964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48" name="W01">
            <a:extLst>
              <a:ext uri="{FF2B5EF4-FFF2-40B4-BE49-F238E27FC236}">
                <ns2:creationId id="{970C0486-242E-466B-B9C6-1BEDA6762A66}"/>
              </a:ext>
            </a:extLst>
          </p:cNvPr>
          <p:cNvSpPr>
            <a:spLocks noGrp="1"/>
          </p:cNvSpPr>
          <p:nvPr/>
        </p:nvSpPr>
        <p:spPr>
          <a:xfrm rot="0">
            <a:off x="2965698" y="1200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49" name="0.1927">
            <a:extLst>
              <a:ext uri="{FF2B5EF4-FFF2-40B4-BE49-F238E27FC236}">
                <ns2:creationId id="{C64EC066-C931-4EF0-B8F7-6E7CD7C57C8E}"/>
              </a:ext>
            </a:extLst>
          </p:cNvPr>
          <p:cNvSpPr>
            <a:spLocks noGrp="1"/>
          </p:cNvSpPr>
          <p:nvPr/>
        </p:nvSpPr>
        <p:spPr>
          <a:xfrm rot="0">
            <a:off x="5693004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0.1927</a:t>
            </a:r>
          </a:p>
        </p:txBody>
      </p:sp>
      <p:sp>
        <p:nvSpPr>
          <p:cNvPr id="50" name="0.0479">
            <a:extLst>
              <a:ext uri="{FF2B5EF4-FFF2-40B4-BE49-F238E27FC236}">
                <ns2:creationId id="{047A5312-2EE4-45B7-8A76-D8FAFABBDFF6}"/>
              </a:ext>
            </a:extLst>
          </p:cNvPr>
          <p:cNvSpPr>
            <a:spLocks noGrp="1"/>
          </p:cNvSpPr>
          <p:nvPr/>
        </p:nvSpPr>
        <p:spPr>
          <a:xfrm rot="0">
            <a:off x="8071963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0.0479</a:t>
            </a:r>
          </a:p>
        </p:txBody>
      </p:sp>
      <p:sp>
        <p:nvSpPr>
          <p:cNvPr id="51" name="0.0893">
            <a:extLst>
              <a:ext uri="{FF2B5EF4-FFF2-40B4-BE49-F238E27FC236}">
                <ns2:creationId id="{217CCFBD-C3E5-4B0C-9EE5-175C2611A90C}"/>
              </a:ext>
            </a:extLst>
          </p:cNvPr>
          <p:cNvSpPr>
            <a:spLocks noGrp="1"/>
          </p:cNvSpPr>
          <p:nvPr/>
        </p:nvSpPr>
        <p:spPr>
          <a:xfrm rot="0">
            <a:off x="10450921" y="1209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0.0893</a:t>
            </a:r>
          </a:p>
        </p:txBody>
      </p:sp>
      <p:sp>
        <p:nvSpPr>
          <p:cNvPr id="52" name="W02">
            <a:extLst>
              <a:ext uri="{FF2B5EF4-FFF2-40B4-BE49-F238E27FC236}">
                <ns2:creationId id="{71C6FA1C-0CFF-4597-850A-3EFE69EE3249}"/>
              </a:ext>
            </a:extLst>
          </p:cNvPr>
          <p:cNvSpPr>
            <a:spLocks noGrp="1"/>
          </p:cNvSpPr>
          <p:nvPr/>
        </p:nvSpPr>
        <p:spPr>
          <a:xfrm rot="0">
            <a:off x="2965698" y="145823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53" name="0.1053">
            <a:extLst>
              <a:ext uri="{FF2B5EF4-FFF2-40B4-BE49-F238E27FC236}">
                <ns2:creationId id="{E4AB7277-BC98-4A65-ADA6-D90D485BA94A}"/>
              </a:ext>
            </a:extLst>
          </p:cNvPr>
          <p:cNvSpPr>
            <a:spLocks noGrp="1"/>
          </p:cNvSpPr>
          <p:nvPr/>
        </p:nvSpPr>
        <p:spPr>
          <a:xfrm rot="0">
            <a:off x="5693004" y="146710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0.1053</a:t>
            </a:r>
          </a:p>
        </p:txBody>
      </p:sp>
      <p:sp>
        <p:nvSpPr>
          <p:cNvPr id="54" name="0.0521">
            <a:extLst>
              <a:ext uri="{FF2B5EF4-FFF2-40B4-BE49-F238E27FC236}">
                <ns2:creationId id="{6A366190-39A2-4D3B-8861-7949334C1E87}"/>
              </a:ext>
            </a:extLst>
          </p:cNvPr>
          <p:cNvSpPr>
            <a:spLocks noGrp="1"/>
          </p:cNvSpPr>
          <p:nvPr/>
        </p:nvSpPr>
        <p:spPr>
          <a:xfrm rot="0">
            <a:off x="8071963" y="146710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0.0521</a:t>
            </a:r>
          </a:p>
        </p:txBody>
      </p:sp>
      <p:sp>
        <p:nvSpPr>
          <p:cNvPr id="55" name="0.0556">
            <a:extLst>
              <a:ext uri="{FF2B5EF4-FFF2-40B4-BE49-F238E27FC236}">
                <ns2:creationId id="{0B4A92AD-71B7-444F-8E14-A5E969CD62AC}"/>
              </a:ext>
            </a:extLst>
          </p:cNvPr>
          <p:cNvSpPr>
            <a:spLocks noGrp="1"/>
          </p:cNvSpPr>
          <p:nvPr/>
        </p:nvSpPr>
        <p:spPr>
          <a:xfrm rot="0">
            <a:off x="10450921" y="146710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0.0556</a:t>
            </a:r>
          </a:p>
        </p:txBody>
      </p:sp>
      <p:sp>
        <p:nvSpPr>
          <p:cNvPr id="56" name="W03">
            <a:extLst>
              <a:ext uri="{FF2B5EF4-FFF2-40B4-BE49-F238E27FC236}">
                <ns2:creationId id="{FD83F6D8-4609-4850-AD53-5EB7370691ED}"/>
              </a:ext>
            </a:extLst>
          </p:cNvPr>
          <p:cNvSpPr>
            <a:spLocks noGrp="1"/>
          </p:cNvSpPr>
          <p:nvPr/>
        </p:nvSpPr>
        <p:spPr>
          <a:xfrm rot="0">
            <a:off x="2965698" y="171575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57" name="0.1261">
            <a:extLst>
              <a:ext uri="{FF2B5EF4-FFF2-40B4-BE49-F238E27FC236}">
                <ns2:creationId id="{6846FB80-3D77-4B39-8FF5-FA4A868FACEE}"/>
              </a:ext>
            </a:extLst>
          </p:cNvPr>
          <p:cNvSpPr>
            <a:spLocks noGrp="1"/>
          </p:cNvSpPr>
          <p:nvPr/>
        </p:nvSpPr>
        <p:spPr>
          <a:xfrm rot="0">
            <a:off x="5693004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0.1261</a:t>
            </a:r>
          </a:p>
        </p:txBody>
      </p:sp>
      <p:sp>
        <p:nvSpPr>
          <p:cNvPr id="58" name="0.0776">
            <a:extLst>
              <a:ext uri="{FF2B5EF4-FFF2-40B4-BE49-F238E27FC236}">
                <ns2:creationId id="{E8C1D8C8-9292-404A-AC8E-09D9181A38FD}"/>
              </a:ext>
            </a:extLst>
          </p:cNvPr>
          <p:cNvSpPr>
            <a:spLocks noGrp="1"/>
          </p:cNvSpPr>
          <p:nvPr/>
        </p:nvSpPr>
        <p:spPr>
          <a:xfrm rot="0">
            <a:off x="8071963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0.0776</a:t>
            </a:r>
          </a:p>
        </p:txBody>
      </p:sp>
      <p:sp>
        <p:nvSpPr>
          <p:cNvPr id="59" name="0.2188">
            <a:extLst>
              <a:ext uri="{FF2B5EF4-FFF2-40B4-BE49-F238E27FC236}">
                <ns2:creationId id="{603528FA-385D-4CA4-8176-CB90788A7874}"/>
              </a:ext>
            </a:extLst>
          </p:cNvPr>
          <p:cNvSpPr>
            <a:spLocks noGrp="1"/>
          </p:cNvSpPr>
          <p:nvPr/>
        </p:nvSpPr>
        <p:spPr>
          <a:xfrm rot="0">
            <a:off x="10450921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0.2188</a:t>
            </a:r>
          </a:p>
        </p:txBody>
      </p:sp>
      <p:sp>
        <p:nvSpPr>
          <p:cNvPr id="60" name="W04">
            <a:extLst>
              <a:ext uri="{FF2B5EF4-FFF2-40B4-BE49-F238E27FC236}">
                <ns2:creationId id="{93AB3E68-9961-447C-BE0E-FE250A6AA34A}"/>
              </a:ext>
            </a:extLst>
          </p:cNvPr>
          <p:cNvSpPr>
            <a:spLocks noGrp="1"/>
          </p:cNvSpPr>
          <p:nvPr/>
        </p:nvSpPr>
        <p:spPr>
          <a:xfrm rot="0">
            <a:off x="2965698" y="1973267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61" name="0.0942">
            <a:extLst>
              <a:ext uri="{FF2B5EF4-FFF2-40B4-BE49-F238E27FC236}">
                <ns2:creationId id="{2581B0CD-F43E-443B-B746-B100A4C7271E}"/>
              </a:ext>
            </a:extLst>
          </p:cNvPr>
          <p:cNvSpPr>
            <a:spLocks noGrp="1"/>
          </p:cNvSpPr>
          <p:nvPr/>
        </p:nvSpPr>
        <p:spPr>
          <a:xfrm rot="0">
            <a:off x="5693004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0.0942</a:t>
            </a:r>
          </a:p>
        </p:txBody>
      </p:sp>
      <p:sp>
        <p:nvSpPr>
          <p:cNvPr id="62" name="0.0522">
            <a:extLst>
              <a:ext uri="{FF2B5EF4-FFF2-40B4-BE49-F238E27FC236}">
                <ns2:creationId id="{1D3798C8-D87D-40F0-9DDC-7E74596E7FE2}"/>
              </a:ext>
            </a:extLst>
          </p:cNvPr>
          <p:cNvSpPr>
            <a:spLocks noGrp="1"/>
          </p:cNvSpPr>
          <p:nvPr/>
        </p:nvSpPr>
        <p:spPr>
          <a:xfrm rot="0">
            <a:off x="8071963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0.0522</a:t>
            </a:r>
          </a:p>
        </p:txBody>
      </p:sp>
      <p:sp>
        <p:nvSpPr>
          <p:cNvPr id="63" name="0.2089">
            <a:extLst>
              <a:ext uri="{FF2B5EF4-FFF2-40B4-BE49-F238E27FC236}">
                <ns2:creationId id="{A26872B0-468F-4BE5-A03B-33264E33EFE3}"/>
              </a:ext>
            </a:extLst>
          </p:cNvPr>
          <p:cNvSpPr>
            <a:spLocks noGrp="1"/>
          </p:cNvSpPr>
          <p:nvPr/>
        </p:nvSpPr>
        <p:spPr>
          <a:xfrm rot="0">
            <a:off x="10450921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0.2089</a:t>
            </a:r>
          </a:p>
        </p:txBody>
      </p:sp>
      <p:sp>
        <p:nvSpPr>
          <p:cNvPr id="64" name="W05">
            <a:extLst>
              <a:ext uri="{FF2B5EF4-FFF2-40B4-BE49-F238E27FC236}">
                <ns2:creationId id="{9EC52625-D44E-4979-AB17-22A6809B4F54}"/>
              </a:ext>
            </a:extLst>
          </p:cNvPr>
          <p:cNvSpPr>
            <a:spLocks noGrp="1"/>
          </p:cNvSpPr>
          <p:nvPr/>
        </p:nvSpPr>
        <p:spPr>
          <a:xfrm rot="0">
            <a:off x="2965698" y="2230783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65" name="0.1764">
            <a:extLst>
              <a:ext uri="{FF2B5EF4-FFF2-40B4-BE49-F238E27FC236}">
                <ns2:creationId id="{AAD50704-3841-4FF5-AED5-8684F5F0C451}"/>
              </a:ext>
            </a:extLst>
          </p:cNvPr>
          <p:cNvSpPr>
            <a:spLocks noGrp="1"/>
          </p:cNvSpPr>
          <p:nvPr/>
        </p:nvSpPr>
        <p:spPr>
          <a:xfrm rot="0">
            <a:off x="5693004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0.1764</a:t>
            </a:r>
          </a:p>
        </p:txBody>
      </p:sp>
      <p:sp>
        <p:nvSpPr>
          <p:cNvPr id="66" name="0.1895">
            <a:extLst>
              <a:ext uri="{FF2B5EF4-FFF2-40B4-BE49-F238E27FC236}">
                <ns2:creationId id="{3AE5B108-EBB0-4E1F-BEF2-AC2C901A289C}"/>
              </a:ext>
            </a:extLst>
          </p:cNvPr>
          <p:cNvSpPr>
            <a:spLocks noGrp="1"/>
          </p:cNvSpPr>
          <p:nvPr/>
        </p:nvSpPr>
        <p:spPr>
          <a:xfrm rot="0">
            <a:off x="8071963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0.1895</a:t>
            </a:r>
          </a:p>
        </p:txBody>
      </p:sp>
      <p:sp>
        <p:nvSpPr>
          <p:cNvPr id="67" name="0.0758">
            <a:extLst>
              <a:ext uri="{FF2B5EF4-FFF2-40B4-BE49-F238E27FC236}">
                <ns2:creationId id="{6CE33F84-9D1B-44B6-A29E-BEDB623CDEB9}"/>
              </a:ext>
            </a:extLst>
          </p:cNvPr>
          <p:cNvSpPr>
            <a:spLocks noGrp="1"/>
          </p:cNvSpPr>
          <p:nvPr/>
        </p:nvSpPr>
        <p:spPr>
          <a:xfrm rot="0">
            <a:off x="10450921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0.0758</a:t>
            </a:r>
          </a:p>
        </p:txBody>
      </p:sp>
      <p:sp>
        <p:nvSpPr>
          <p:cNvPr id="68" name="Mean">
            <a:extLst>
              <a:ext uri="{FF2B5EF4-FFF2-40B4-BE49-F238E27FC236}">
                <ns2:creationId id="{4BE42C60-1866-4982-8EF5-594DB4BB56C9}"/>
              </a:ext>
            </a:extLst>
          </p:cNvPr>
          <p:cNvSpPr>
            <a:spLocks noGrp="1"/>
          </p:cNvSpPr>
          <p:nvPr/>
        </p:nvSpPr>
        <p:spPr>
          <a:xfrm rot="0">
            <a:off x="2965698" y="2570341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69" name="0.1389">
            <a:extLst>
              <a:ext uri="{FF2B5EF4-FFF2-40B4-BE49-F238E27FC236}">
                <ns2:creationId id="{524C3430-819D-4133-B207-4E8B50773B79}"/>
              </a:ext>
            </a:extLst>
          </p:cNvPr>
          <p:cNvSpPr>
            <a:spLocks noGrp="1"/>
          </p:cNvSpPr>
          <p:nvPr/>
        </p:nvSpPr>
        <p:spPr>
          <a:xfrm rot="0">
            <a:off x="5693004" y="2579198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0.1389</a:t>
            </a:r>
          </a:p>
        </p:txBody>
      </p:sp>
      <p:sp>
        <p:nvSpPr>
          <p:cNvPr id="70" name="0.0838">
            <a:extLst>
              <a:ext uri="{FF2B5EF4-FFF2-40B4-BE49-F238E27FC236}">
                <ns2:creationId id="{A854720A-7F4A-4F5E-8335-2DD4845AF226}"/>
              </a:ext>
            </a:extLst>
          </p:cNvPr>
          <p:cNvSpPr>
            <a:spLocks noGrp="1"/>
          </p:cNvSpPr>
          <p:nvPr/>
        </p:nvSpPr>
        <p:spPr>
          <a:xfrm rot="0">
            <a:off x="8071963" y="257919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0.0838</a:t>
            </a:r>
          </a:p>
        </p:txBody>
      </p:sp>
      <p:sp>
        <p:nvSpPr>
          <p:cNvPr id="71" name="0.1297">
            <a:extLst>
              <a:ext uri="{FF2B5EF4-FFF2-40B4-BE49-F238E27FC236}">
                <ns2:creationId id="{E44C3110-D12E-4CBD-BF2D-D040489B928B}"/>
              </a:ext>
            </a:extLst>
          </p:cNvPr>
          <p:cNvSpPr>
            <a:spLocks noGrp="1"/>
          </p:cNvSpPr>
          <p:nvPr/>
        </p:nvSpPr>
        <p:spPr>
          <a:xfrm rot="0">
            <a:off x="10450921" y="2579198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0.1297</a:t>
            </a:r>
          </a:p>
        </p:txBody>
      </p:sp>
      <p:sp>
        <p:nvSpPr>
          <p:cNvPr id="72" name="Figure S1 (i–l) plot object 71">
            <a:extLst>
              <a:ext uri="{FF2B5EF4-FFF2-40B4-BE49-F238E27FC236}">
                <ns2:creationId id="{B9A4C38D-3779-4FF1-9570-849F7754738A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3" name="Figure S1 (i–l) plot object 72">
            <a:extLst>
              <a:ext uri="{FF2B5EF4-FFF2-40B4-BE49-F238E27FC236}">
                <ns2:creationId id="{F723BDBA-B623-4FA3-8C7C-2205B1CF49E0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651566" cy="103006"/>
          </a:xfrm>
          <a:custGeom>
            <a:pathLst>
              <a:path w="651566" h="103006">
                <a:moveTo>
                  <a:pt x="0" y="103006"/>
                </a:moveTo>
                <a:lnTo>
                  <a:pt x="651566" y="103006"/>
                </a:lnTo>
                <a:lnTo>
                  <a:pt x="65156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74" name="Figure S1 (i–l) plot object 73">
            <a:extLst>
              <a:ext uri="{FF2B5EF4-FFF2-40B4-BE49-F238E27FC236}">
                <ns2:creationId id="{49192A90-7A65-4A73-8900-78DB71194309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5" name="Figure S1 (i–l) plot object 74">
            <a:extLst>
              <a:ext uri="{FF2B5EF4-FFF2-40B4-BE49-F238E27FC236}">
                <ns2:creationId id="{21E14532-BC59-4F1E-976E-02276E6B1F2E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469470" cy="103006"/>
          </a:xfrm>
          <a:custGeom>
            <a:pathLst>
              <a:path w="469470" h="103006">
                <a:moveTo>
                  <a:pt x="0" y="103006"/>
                </a:moveTo>
                <a:lnTo>
                  <a:pt x="469470" y="103006"/>
                </a:lnTo>
                <a:lnTo>
                  <a:pt x="46947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76" name="Figure S1 (i–l) plot object 75">
            <a:extLst>
              <a:ext uri="{FF2B5EF4-FFF2-40B4-BE49-F238E27FC236}">
                <ns2:creationId id="{A356772A-0361-43F4-B9E2-04A31CB3F2CA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7" name="Figure S1 (i–l) plot object 76">
            <a:extLst>
              <a:ext uri="{FF2B5EF4-FFF2-40B4-BE49-F238E27FC236}">
                <ns2:creationId id="{1ABE2C54-9F47-447B-929F-703BE6FCD2FE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521632" cy="103006"/>
          </a:xfrm>
          <a:custGeom>
            <a:pathLst>
              <a:path w="521632" h="103006">
                <a:moveTo>
                  <a:pt x="0" y="103006"/>
                </a:moveTo>
                <a:lnTo>
                  <a:pt x="521632" y="103006"/>
                </a:lnTo>
                <a:lnTo>
                  <a:pt x="52163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78" name="Figure S1 (i–l) plot object 77">
            <a:extLst>
              <a:ext uri="{FF2B5EF4-FFF2-40B4-BE49-F238E27FC236}">
                <ns2:creationId id="{CFBBA4EB-DC29-47C0-8AC2-639335A9B403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9" name="Figure S1 (i–l) plot object 78">
            <a:extLst>
              <a:ext uri="{FF2B5EF4-FFF2-40B4-BE49-F238E27FC236}">
                <ns2:creationId id="{C68D2F37-6A23-4E69-9AE0-E7756D19135D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582017" cy="103006"/>
          </a:xfrm>
          <a:custGeom>
            <a:pathLst>
              <a:path w="582017" h="103006">
                <a:moveTo>
                  <a:pt x="0" y="103006"/>
                </a:moveTo>
                <a:lnTo>
                  <a:pt x="582017" y="103006"/>
                </a:lnTo>
                <a:lnTo>
                  <a:pt x="58201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0" name="Figure S1 (i–l) plot object 79">
            <a:extLst>
              <a:ext uri="{FF2B5EF4-FFF2-40B4-BE49-F238E27FC236}">
                <ns2:creationId id="{35801397-E139-44A9-B746-614AF6BA075F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1" name="Figure S1 (i–l) plot object 80">
            <a:extLst>
              <a:ext uri="{FF2B5EF4-FFF2-40B4-BE49-F238E27FC236}">
                <ns2:creationId id="{0056DE71-F4FC-4C19-8A39-7D6FE115C4B0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522097" cy="103006"/>
          </a:xfrm>
          <a:custGeom>
            <a:pathLst>
              <a:path w="522097" h="103006">
                <a:moveTo>
                  <a:pt x="0" y="103006"/>
                </a:moveTo>
                <a:lnTo>
                  <a:pt x="522097" y="103006"/>
                </a:lnTo>
                <a:lnTo>
                  <a:pt x="52209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2" name="Figure S1 (i–l) plot object 81">
            <a:extLst>
              <a:ext uri="{FF2B5EF4-FFF2-40B4-BE49-F238E27FC236}">
                <ns2:creationId id="{C9F63E10-C09D-4D43-8CD4-51E86F01994D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3" name="Figure S1 (i–l) plot object 82">
            <a:extLst>
              <a:ext uri="{FF2B5EF4-FFF2-40B4-BE49-F238E27FC236}">
                <ns2:creationId id="{6ACD88BA-F203-4B51-9A22-AD4AED90DFDB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672607" cy="103006"/>
          </a:xfrm>
          <a:custGeom>
            <a:pathLst>
              <a:path w="672607" h="103006">
                <a:moveTo>
                  <a:pt x="0" y="103006"/>
                </a:moveTo>
                <a:lnTo>
                  <a:pt x="672607" y="103006"/>
                </a:lnTo>
                <a:lnTo>
                  <a:pt x="67260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4" name="Figure S1 (i–l) plot object 83">
            <a:extLst>
              <a:ext uri="{FF2B5EF4-FFF2-40B4-BE49-F238E27FC236}">
                <ns2:creationId id="{F106FB66-E595-4E27-8539-20D6BDD4D492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5" name="Figure S1 (i–l) plot object 84">
            <a:extLst>
              <a:ext uri="{FF2B5EF4-FFF2-40B4-BE49-F238E27FC236}">
                <ns2:creationId id="{01326391-0401-46FA-844E-6B09555D528A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767564" cy="103006"/>
          </a:xfrm>
          <a:custGeom>
            <a:pathLst>
              <a:path w="767564" h="103006">
                <a:moveTo>
                  <a:pt x="0" y="103006"/>
                </a:moveTo>
                <a:lnTo>
                  <a:pt x="767564" y="103006"/>
                </a:lnTo>
                <a:lnTo>
                  <a:pt x="76756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6" name="Figure S1 (i–l) plot object 85">
            <a:extLst>
              <a:ext uri="{FF2B5EF4-FFF2-40B4-BE49-F238E27FC236}">
                <ns2:creationId id="{1881C3D1-6B47-4F1C-9213-328251277A23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7" name="Figure S1 (i–l) plot object 86">
            <a:extLst>
              <a:ext uri="{FF2B5EF4-FFF2-40B4-BE49-F238E27FC236}">
                <ns2:creationId id="{A5DB8F5B-684E-442C-AC05-24237E7CC31F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592801" cy="103006"/>
          </a:xfrm>
          <a:custGeom>
            <a:pathLst>
              <a:path w="592801" h="103006">
                <a:moveTo>
                  <a:pt x="0" y="103006"/>
                </a:moveTo>
                <a:lnTo>
                  <a:pt x="592801" y="103006"/>
                </a:lnTo>
                <a:lnTo>
                  <a:pt x="59280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8" name="Figure S1 (i–l) plot object 87">
            <a:extLst>
              <a:ext uri="{FF2B5EF4-FFF2-40B4-BE49-F238E27FC236}">
                <ns2:creationId id="{710EFFC7-BE75-4C99-8E3A-36DA3B8237AA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9" name="Figure S1 (i–l) plot object 88">
            <a:extLst>
              <a:ext uri="{FF2B5EF4-FFF2-40B4-BE49-F238E27FC236}">
                <ns2:creationId id="{3A62027D-9877-4813-9D97-EF12ACC93AF5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598194" cy="103006"/>
          </a:xfrm>
          <a:custGeom>
            <a:pathLst>
              <a:path w="598194" h="103006">
                <a:moveTo>
                  <a:pt x="0" y="103006"/>
                </a:moveTo>
                <a:lnTo>
                  <a:pt x="598194" y="103006"/>
                </a:lnTo>
                <a:lnTo>
                  <a:pt x="598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0" name="Figure S1 (i–l) plot object 89">
            <a:extLst>
              <a:ext uri="{FF2B5EF4-FFF2-40B4-BE49-F238E27FC236}">
                <ns2:creationId id="{CCA23723-FA61-4FA9-8052-9C9E5D84909A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1" name="Figure S1 (i–l) plot object 90">
            <a:extLst>
              <a:ext uri="{FF2B5EF4-FFF2-40B4-BE49-F238E27FC236}">
                <ns2:creationId id="{DBD56E6C-F6DF-4B07-96B2-DC8B6EC125B2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871774" cy="103006"/>
          </a:xfrm>
          <a:custGeom>
            <a:pathLst>
              <a:path w="871774" h="103006">
                <a:moveTo>
                  <a:pt x="0" y="103006"/>
                </a:moveTo>
                <a:lnTo>
                  <a:pt x="871774" y="103006"/>
                </a:lnTo>
                <a:lnTo>
                  <a:pt x="87177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2" name="Figure S1 (i–l) plot object 91">
            <a:extLst>
              <a:ext uri="{FF2B5EF4-FFF2-40B4-BE49-F238E27FC236}">
                <ns2:creationId id="{8CDD609B-7165-49FA-9A01-1EC41B4E3361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3" name="Figure S1 (i–l) plot object 92">
            <a:extLst>
              <a:ext uri="{FF2B5EF4-FFF2-40B4-BE49-F238E27FC236}">
                <ns2:creationId id="{A1B99E10-49F0-4726-AD20-94D7C3AC2387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725944" cy="103006"/>
          </a:xfrm>
          <a:custGeom>
            <a:pathLst>
              <a:path w="725944" h="103006">
                <a:moveTo>
                  <a:pt x="0" y="103006"/>
                </a:moveTo>
                <a:lnTo>
                  <a:pt x="725944" y="103006"/>
                </a:lnTo>
                <a:lnTo>
                  <a:pt x="725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94" name="Figure S1 (i–l) plot object 93">
            <a:extLst>
              <a:ext uri="{FF2B5EF4-FFF2-40B4-BE49-F238E27FC236}">
                <ns2:creationId id="{3CB6B9E7-3937-4758-BFB0-7F260F85561B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5" name="Figure S1 (i–l) plot object 94">
            <a:extLst>
              <a:ext uri="{FF2B5EF4-FFF2-40B4-BE49-F238E27FC236}">
                <ns2:creationId id="{87CB3FEB-15D4-4ECC-84C9-7A0AC63D250B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632115" cy="103006"/>
          </a:xfrm>
          <a:custGeom>
            <a:pathLst>
              <a:path w="632115" h="103006">
                <a:moveTo>
                  <a:pt x="0" y="103006"/>
                </a:moveTo>
                <a:lnTo>
                  <a:pt x="632115" y="103006"/>
                </a:lnTo>
                <a:lnTo>
                  <a:pt x="63211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6" name="Figure S1 (i–l) plot object 95">
            <a:extLst>
              <a:ext uri="{FF2B5EF4-FFF2-40B4-BE49-F238E27FC236}">
                <ns2:creationId id="{7FAC3F28-102B-4392-9B58-0E77571D1FB3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7" name="Figure S1 (i–l) plot object 96">
            <a:extLst>
              <a:ext uri="{FF2B5EF4-FFF2-40B4-BE49-F238E27FC236}">
                <ns2:creationId id="{A07F9392-44F3-402C-83B4-C6D78F6353AD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604815" cy="103006"/>
          </a:xfrm>
          <a:custGeom>
            <a:pathLst>
              <a:path w="604815" h="103006">
                <a:moveTo>
                  <a:pt x="0" y="103006"/>
                </a:moveTo>
                <a:lnTo>
                  <a:pt x="604815" y="103006"/>
                </a:lnTo>
                <a:lnTo>
                  <a:pt x="604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8" name="Figure S1 (i–l) plot object 97">
            <a:extLst>
              <a:ext uri="{FF2B5EF4-FFF2-40B4-BE49-F238E27FC236}">
                <ns2:creationId id="{B58DED78-DB70-4BC5-B715-918AA7EAAD74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9" name="Figure S1 (i–l) plot object 98">
            <a:extLst>
              <a:ext uri="{FF2B5EF4-FFF2-40B4-BE49-F238E27FC236}">
                <ns2:creationId id="{10D2DBE7-DD68-4942-92B2-63B03325090E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1385647" cy="103006"/>
          </a:xfrm>
          <a:custGeom>
            <a:pathLst>
              <a:path w="1385647" h="103006">
                <a:moveTo>
                  <a:pt x="0" y="103006"/>
                </a:moveTo>
                <a:lnTo>
                  <a:pt x="1385647" y="103006"/>
                </a:lnTo>
                <a:lnTo>
                  <a:pt x="13856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0" name="Figure S1 (i–l) plot object 99">
            <a:extLst>
              <a:ext uri="{FF2B5EF4-FFF2-40B4-BE49-F238E27FC236}">
                <ns2:creationId id="{A29B9120-B0D4-4AEB-9546-D001DEAF3EE8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1" name="Figure S1 (i–l) plot object 100">
            <a:extLst>
              <a:ext uri="{FF2B5EF4-FFF2-40B4-BE49-F238E27FC236}">
                <ns2:creationId id="{A54A1F0B-309D-4909-B04C-C89E3C50121B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431695" cy="103006"/>
          </a:xfrm>
          <a:custGeom>
            <a:pathLst>
              <a:path w="431695" h="103006">
                <a:moveTo>
                  <a:pt x="0" y="103006"/>
                </a:moveTo>
                <a:lnTo>
                  <a:pt x="431695" y="103006"/>
                </a:lnTo>
                <a:lnTo>
                  <a:pt x="43169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2" name="Figure S1 (i–l) plot object 101">
            <a:extLst>
              <a:ext uri="{FF2B5EF4-FFF2-40B4-BE49-F238E27FC236}">
                <ns2:creationId id="{21472AED-43B2-4E10-92FB-F3D22A83F4F4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3" name="Figure S1 (i–l) plot object 102">
            <a:extLst>
              <a:ext uri="{FF2B5EF4-FFF2-40B4-BE49-F238E27FC236}">
                <ns2:creationId id="{5E74DF1A-2484-4DA0-B936-FB057B2396F5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695547" cy="103006"/>
          </a:xfrm>
          <a:custGeom>
            <a:pathLst>
              <a:path w="695547" h="103006">
                <a:moveTo>
                  <a:pt x="0" y="103006"/>
                </a:moveTo>
                <a:lnTo>
                  <a:pt x="695547" y="103006"/>
                </a:lnTo>
                <a:lnTo>
                  <a:pt x="695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4" name="Figure S1 (i–l) plot object 103">
            <a:extLst>
              <a:ext uri="{FF2B5EF4-FFF2-40B4-BE49-F238E27FC236}">
                <ns2:creationId id="{6A06D153-CF6F-4E18-B063-F2B0DADBB3D8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5" name="Figure S1 (i–l) plot object 104">
            <a:extLst>
              <a:ext uri="{FF2B5EF4-FFF2-40B4-BE49-F238E27FC236}">
                <ns2:creationId id="{1B716646-B0B5-4967-B23B-AA5BECE47B3D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739192" cy="103006"/>
          </a:xfrm>
          <a:custGeom>
            <a:pathLst>
              <a:path w="739192" h="103006">
                <a:moveTo>
                  <a:pt x="0" y="103006"/>
                </a:moveTo>
                <a:lnTo>
                  <a:pt x="739192" y="103006"/>
                </a:lnTo>
                <a:lnTo>
                  <a:pt x="73919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6" name="Figure S1 (i–l) plot object 105">
            <a:extLst>
              <a:ext uri="{FF2B5EF4-FFF2-40B4-BE49-F238E27FC236}">
                <ns2:creationId id="{B85B14AF-B484-40A6-91D1-17A4BEA83D00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7" name="Figure S1 (i–l) plot object 106">
            <a:extLst>
              <a:ext uri="{FF2B5EF4-FFF2-40B4-BE49-F238E27FC236}">
                <ns2:creationId id="{ABA59D8A-A9D6-4D00-B0E8-0E4386F920D2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571248" cy="103006"/>
          </a:xfrm>
          <a:custGeom>
            <a:pathLst>
              <a:path w="571248" h="103006">
                <a:moveTo>
                  <a:pt x="0" y="103006"/>
                </a:moveTo>
                <a:lnTo>
                  <a:pt x="571248" y="103006"/>
                </a:lnTo>
                <a:lnTo>
                  <a:pt x="57124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8" name="Figure S1 (i–l) plot object 107">
            <a:extLst>
              <a:ext uri="{FF2B5EF4-FFF2-40B4-BE49-F238E27FC236}">
                <ns2:creationId id="{ABB7106A-98E2-427E-BEC5-B644E9C06F05}"/>
              </a:ext>
            </a:extLst>
          </p:cNvPr>
          <p:cNvSpPr>
            <a:spLocks noGrp="1"/>
          </p:cNvSpPr>
          <p:nvPr/>
        </p:nvSpPr>
        <p:spPr>
          <a:xfrm>
            <a:off x="4155177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09" name="Figure S1 (i–l) plot object 108">
            <a:extLst>
              <a:ext uri="{FF2B5EF4-FFF2-40B4-BE49-F238E27FC236}">
                <ns2:creationId id="{4522CF97-F71D-4029-B94D-F4223BB3FFF4}"/>
              </a:ext>
            </a:extLst>
          </p:cNvPr>
          <p:cNvSpPr>
            <a:spLocks noGrp="1"/>
          </p:cNvSpPr>
          <p:nvPr/>
        </p:nvSpPr>
        <p:spPr>
          <a:xfrm>
            <a:off x="6534136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10" name="Figure S1 (i–l) plot object 109">
            <a:extLst>
              <a:ext uri="{FF2B5EF4-FFF2-40B4-BE49-F238E27FC236}">
                <ns2:creationId id="{095D9CB8-B79C-4669-AAD0-C591996DC919}"/>
              </a:ext>
            </a:extLst>
          </p:cNvPr>
          <p:cNvSpPr>
            <a:spLocks noGrp="1"/>
          </p:cNvSpPr>
          <p:nvPr/>
        </p:nvSpPr>
        <p:spPr>
          <a:xfrm>
            <a:off x="8913095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11" name="Figure S1 (i–l) plot object 110">
            <a:extLst>
              <a:ext uri="{FF2B5EF4-FFF2-40B4-BE49-F238E27FC236}">
                <ns2:creationId id="{717480F8-FBF5-40C1-84B1-5158579C2307}"/>
              </a:ext>
            </a:extLst>
          </p:cNvPr>
          <p:cNvSpPr>
            <a:spLocks noGrp="1"/>
          </p:cNvSpPr>
          <p:nvPr/>
        </p:nvSpPr>
        <p:spPr>
          <a:xfrm>
            <a:off x="2880735" y="509955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12" name="j">
            <a:extLst>
              <a:ext uri="{FF2B5EF4-FFF2-40B4-BE49-F238E27FC236}">
                <ns2:creationId id="{E1F2418E-200F-4B37-8966-0B26C0955153}"/>
              </a:ext>
            </a:extLst>
          </p:cNvPr>
          <p:cNvSpPr>
            <a:spLocks noGrp="1"/>
          </p:cNvSpPr>
          <p:nvPr/>
        </p:nvSpPr>
        <p:spPr>
          <a:xfrm rot="0">
            <a:off x="2880735" y="3146801"/>
            <a:ext cx="167543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113" name="Reaction / structural / optimization">
            <a:extLst>
              <a:ext uri="{FF2B5EF4-FFF2-40B4-BE49-F238E27FC236}">
                <ns2:creationId id="{F089013D-D5BC-479E-A270-C692FEC865F1}"/>
              </a:ext>
            </a:extLst>
          </p:cNvPr>
          <p:cNvSpPr>
            <a:spLocks noGrp="1"/>
          </p:cNvSpPr>
          <p:nvPr/>
        </p:nvSpPr>
        <p:spPr>
          <a:xfrm rot="0">
            <a:off x="3305549" y="3182275"/>
            <a:ext cx="34417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Reaction / structural / optimization</a:t>
            </a:r>
          </a:p>
        </p:txBody>
      </p:sp>
      <p:sp>
        <p:nvSpPr>
          <p:cNvPr id="114" name="Macro MAE  0-0.24">
            <a:extLst>
              <a:ext uri="{FF2B5EF4-FFF2-40B4-BE49-F238E27FC236}">
                <ns2:creationId id="{9C9CB755-4444-431E-8261-4427AF1B52E8}"/>
              </a:ext>
            </a:extLst>
          </p:cNvPr>
          <p:cNvSpPr>
            <a:spLocks noGrp="1"/>
          </p:cNvSpPr>
          <p:nvPr/>
        </p:nvSpPr>
        <p:spPr>
          <a:xfrm rot="0">
            <a:off x="9971741" y="3195343"/>
            <a:ext cx="1306836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Macro MAE  0-0.24</a:t>
            </a:r>
          </a:p>
        </p:txBody>
      </p:sp>
      <p:sp>
        <p:nvSpPr>
          <p:cNvPr id="115" name="Opaque">
            <a:extLst>
              <a:ext uri="{FF2B5EF4-FFF2-40B4-BE49-F238E27FC236}">
                <ns2:creationId id="{8F24CA72-6773-4D2F-9930-F67D5A57FE4C}"/>
              </a:ext>
            </a:extLst>
          </p:cNvPr>
          <p:cNvSpPr>
            <a:spLocks noGrp="1"/>
          </p:cNvSpPr>
          <p:nvPr/>
        </p:nvSpPr>
        <p:spPr>
          <a:xfrm rot="0">
            <a:off x="4155177" y="3508847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16" name="Aligned">
            <a:extLst>
              <a:ext uri="{FF2B5EF4-FFF2-40B4-BE49-F238E27FC236}">
                <ns2:creationId id="{DDE1F4C3-E72A-4A79-87FE-381E698F15AE}"/>
              </a:ext>
            </a:extLst>
          </p:cNvPr>
          <p:cNvSpPr>
            <a:spLocks noGrp="1"/>
          </p:cNvSpPr>
          <p:nvPr/>
        </p:nvSpPr>
        <p:spPr>
          <a:xfrm rot="0">
            <a:off x="6534136" y="3506970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17" name="MisIndexed">
            <a:extLst>
              <a:ext uri="{FF2B5EF4-FFF2-40B4-BE49-F238E27FC236}">
                <ns2:creationId id="{EADBDB03-3D7B-48E9-827C-319E9E898559}"/>
              </a:ext>
            </a:extLst>
          </p:cNvPr>
          <p:cNvSpPr>
            <a:spLocks noGrp="1"/>
          </p:cNvSpPr>
          <p:nvPr/>
        </p:nvSpPr>
        <p:spPr>
          <a:xfrm rot="0">
            <a:off x="8913095" y="3507943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18" name="W01">
            <a:extLst>
              <a:ext uri="{FF2B5EF4-FFF2-40B4-BE49-F238E27FC236}">
                <ns2:creationId id="{C6F68271-6A8A-482D-92CB-D28B7B96E6F5}"/>
              </a:ext>
            </a:extLst>
          </p:cNvPr>
          <p:cNvSpPr>
            <a:spLocks noGrp="1"/>
          </p:cNvSpPr>
          <p:nvPr/>
        </p:nvSpPr>
        <p:spPr>
          <a:xfrm rot="0">
            <a:off x="2965698" y="382269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19" name="0.1052">
            <a:extLst>
              <a:ext uri="{FF2B5EF4-FFF2-40B4-BE49-F238E27FC236}">
                <ns2:creationId id="{669118C5-5333-426E-A55F-7425DAD810DF}"/>
              </a:ext>
            </a:extLst>
          </p:cNvPr>
          <p:cNvSpPr>
            <a:spLocks noGrp="1"/>
          </p:cNvSpPr>
          <p:nvPr/>
        </p:nvSpPr>
        <p:spPr>
          <a:xfrm rot="0">
            <a:off x="5693004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0.1052</a:t>
            </a:r>
          </a:p>
        </p:txBody>
      </p:sp>
      <p:sp>
        <p:nvSpPr>
          <p:cNvPr id="120" name="0.0758">
            <a:extLst>
              <a:ext uri="{FF2B5EF4-FFF2-40B4-BE49-F238E27FC236}">
                <ns2:creationId id="{E5F744DC-2CC4-477F-BD3C-7BFE6C812959}"/>
              </a:ext>
            </a:extLst>
          </p:cNvPr>
          <p:cNvSpPr>
            <a:spLocks noGrp="1"/>
          </p:cNvSpPr>
          <p:nvPr/>
        </p:nvSpPr>
        <p:spPr>
          <a:xfrm rot="0">
            <a:off x="8071963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0.0758</a:t>
            </a:r>
          </a:p>
        </p:txBody>
      </p:sp>
      <p:sp>
        <p:nvSpPr>
          <p:cNvPr id="121" name="0.0842">
            <a:extLst>
              <a:ext uri="{FF2B5EF4-FFF2-40B4-BE49-F238E27FC236}">
                <ns2:creationId id="{EBF65EC6-0707-4864-A783-ADCC83882DF6}"/>
              </a:ext>
            </a:extLst>
          </p:cNvPr>
          <p:cNvSpPr>
            <a:spLocks noGrp="1"/>
          </p:cNvSpPr>
          <p:nvPr/>
        </p:nvSpPr>
        <p:spPr>
          <a:xfrm rot="0">
            <a:off x="10450921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0.0842</a:t>
            </a:r>
          </a:p>
        </p:txBody>
      </p:sp>
      <p:sp>
        <p:nvSpPr>
          <p:cNvPr id="122" name="W02">
            <a:extLst>
              <a:ext uri="{FF2B5EF4-FFF2-40B4-BE49-F238E27FC236}">
                <ns2:creationId id="{CBDEF1BA-F440-4F0C-8243-B5EDE61473EE}"/>
              </a:ext>
            </a:extLst>
          </p:cNvPr>
          <p:cNvSpPr>
            <a:spLocks noGrp="1"/>
          </p:cNvSpPr>
          <p:nvPr/>
        </p:nvSpPr>
        <p:spPr>
          <a:xfrm rot="0">
            <a:off x="2965698" y="408021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23" name="0.0939">
            <a:extLst>
              <a:ext uri="{FF2B5EF4-FFF2-40B4-BE49-F238E27FC236}">
                <ns2:creationId id="{DD7C8B35-FF88-4EAB-9B53-ECAB71B8379E}"/>
              </a:ext>
            </a:extLst>
          </p:cNvPr>
          <p:cNvSpPr>
            <a:spLocks noGrp="1"/>
          </p:cNvSpPr>
          <p:nvPr/>
        </p:nvSpPr>
        <p:spPr>
          <a:xfrm rot="0">
            <a:off x="5693004" y="408908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0.0939</a:t>
            </a:r>
          </a:p>
        </p:txBody>
      </p:sp>
      <p:sp>
        <p:nvSpPr>
          <p:cNvPr id="124" name="0.0843">
            <a:extLst>
              <a:ext uri="{FF2B5EF4-FFF2-40B4-BE49-F238E27FC236}">
                <ns2:creationId id="{A541FCAF-3E17-49E1-AB40-EA395ABE789D}"/>
              </a:ext>
            </a:extLst>
          </p:cNvPr>
          <p:cNvSpPr>
            <a:spLocks noGrp="1"/>
          </p:cNvSpPr>
          <p:nvPr/>
        </p:nvSpPr>
        <p:spPr>
          <a:xfrm rot="0">
            <a:off x="8071963" y="408908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0.0843</a:t>
            </a:r>
          </a:p>
        </p:txBody>
      </p:sp>
      <p:sp>
        <p:nvSpPr>
          <p:cNvPr id="125" name="0.1086">
            <a:extLst>
              <a:ext uri="{FF2B5EF4-FFF2-40B4-BE49-F238E27FC236}">
                <ns2:creationId id="{01DD942E-F2BC-450F-BAB6-1D286F23258F}"/>
              </a:ext>
            </a:extLst>
          </p:cNvPr>
          <p:cNvSpPr>
            <a:spLocks noGrp="1"/>
          </p:cNvSpPr>
          <p:nvPr/>
        </p:nvSpPr>
        <p:spPr>
          <a:xfrm rot="0">
            <a:off x="10450921" y="408908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0.1086</a:t>
            </a:r>
          </a:p>
        </p:txBody>
      </p:sp>
      <p:sp>
        <p:nvSpPr>
          <p:cNvPr id="126" name="W03">
            <a:extLst>
              <a:ext uri="{FF2B5EF4-FFF2-40B4-BE49-F238E27FC236}">
                <ns2:creationId id="{6DC29761-6335-4AA4-86C4-28AFEE13BEF5}"/>
              </a:ext>
            </a:extLst>
          </p:cNvPr>
          <p:cNvSpPr>
            <a:spLocks noGrp="1"/>
          </p:cNvSpPr>
          <p:nvPr/>
        </p:nvSpPr>
        <p:spPr>
          <a:xfrm rot="0">
            <a:off x="2965698" y="433773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27" name="0.1239">
            <a:extLst>
              <a:ext uri="{FF2B5EF4-FFF2-40B4-BE49-F238E27FC236}">
                <ns2:creationId id="{7D588EC6-8083-4BB5-BFFF-463DD0CEBD53}"/>
              </a:ext>
            </a:extLst>
          </p:cNvPr>
          <p:cNvSpPr>
            <a:spLocks noGrp="1"/>
          </p:cNvSpPr>
          <p:nvPr/>
        </p:nvSpPr>
        <p:spPr>
          <a:xfrm rot="0">
            <a:off x="5693004" y="434659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0.1239</a:t>
            </a:r>
          </a:p>
        </p:txBody>
      </p:sp>
      <p:sp>
        <p:nvSpPr>
          <p:cNvPr id="128" name="0.0957">
            <a:extLst>
              <a:ext uri="{FF2B5EF4-FFF2-40B4-BE49-F238E27FC236}">
                <ns2:creationId id="{CA6EFA7D-D5CB-4FEE-A437-EA0FD5CAC906}"/>
              </a:ext>
            </a:extLst>
          </p:cNvPr>
          <p:cNvSpPr>
            <a:spLocks noGrp="1"/>
          </p:cNvSpPr>
          <p:nvPr/>
        </p:nvSpPr>
        <p:spPr>
          <a:xfrm rot="0">
            <a:off x="8071963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0.0957</a:t>
            </a:r>
          </a:p>
        </p:txBody>
      </p:sp>
      <p:sp>
        <p:nvSpPr>
          <p:cNvPr id="129" name="0.0966">
            <a:extLst>
              <a:ext uri="{FF2B5EF4-FFF2-40B4-BE49-F238E27FC236}">
                <ns2:creationId id="{BCABEE7C-D0A3-4ACB-984A-4EB9D5F9ADEB}"/>
              </a:ext>
            </a:extLst>
          </p:cNvPr>
          <p:cNvSpPr>
            <a:spLocks noGrp="1"/>
          </p:cNvSpPr>
          <p:nvPr/>
        </p:nvSpPr>
        <p:spPr>
          <a:xfrm rot="0">
            <a:off x="10450921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0.0966</a:t>
            </a:r>
          </a:p>
        </p:txBody>
      </p:sp>
      <p:sp>
        <p:nvSpPr>
          <p:cNvPr id="130" name="W04">
            <a:extLst>
              <a:ext uri="{FF2B5EF4-FFF2-40B4-BE49-F238E27FC236}">
                <ns2:creationId id="{6CBE26D1-ECD7-4860-9237-FA270E306A56}"/>
              </a:ext>
            </a:extLst>
          </p:cNvPr>
          <p:cNvSpPr>
            <a:spLocks noGrp="1"/>
          </p:cNvSpPr>
          <p:nvPr/>
        </p:nvSpPr>
        <p:spPr>
          <a:xfrm rot="0">
            <a:off x="2965698" y="459524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131" name="0.1407">
            <a:extLst>
              <a:ext uri="{FF2B5EF4-FFF2-40B4-BE49-F238E27FC236}">
                <ns2:creationId id="{DFF71D3B-87D7-44ED-B58E-01AFFF834AF2}"/>
              </a:ext>
            </a:extLst>
          </p:cNvPr>
          <p:cNvSpPr>
            <a:spLocks noGrp="1"/>
          </p:cNvSpPr>
          <p:nvPr/>
        </p:nvSpPr>
        <p:spPr>
          <a:xfrm rot="0">
            <a:off x="5693004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0.1407</a:t>
            </a:r>
          </a:p>
        </p:txBody>
      </p:sp>
      <p:sp>
        <p:nvSpPr>
          <p:cNvPr id="132" name="0.1172">
            <a:extLst>
              <a:ext uri="{FF2B5EF4-FFF2-40B4-BE49-F238E27FC236}">
                <ns2:creationId id="{4CF8C6D4-DAE5-4ADB-9677-1E2C11E9B16D}"/>
              </a:ext>
            </a:extLst>
          </p:cNvPr>
          <p:cNvSpPr>
            <a:spLocks noGrp="1"/>
          </p:cNvSpPr>
          <p:nvPr/>
        </p:nvSpPr>
        <p:spPr>
          <a:xfrm rot="0">
            <a:off x="8071963" y="4604113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0.1172</a:t>
            </a:r>
          </a:p>
        </p:txBody>
      </p:sp>
      <p:sp>
        <p:nvSpPr>
          <p:cNvPr id="133" name="0.1020">
            <a:extLst>
              <a:ext uri="{FF2B5EF4-FFF2-40B4-BE49-F238E27FC236}">
                <ns2:creationId id="{96F420F8-D05A-4F50-81F8-66C720BCA104}"/>
              </a:ext>
            </a:extLst>
          </p:cNvPr>
          <p:cNvSpPr>
            <a:spLocks noGrp="1"/>
          </p:cNvSpPr>
          <p:nvPr/>
        </p:nvSpPr>
        <p:spPr>
          <a:xfrm rot="0">
            <a:off x="10450921" y="460411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0.1020</a:t>
            </a:r>
          </a:p>
        </p:txBody>
      </p:sp>
      <p:sp>
        <p:nvSpPr>
          <p:cNvPr id="134" name="W05">
            <a:extLst>
              <a:ext uri="{FF2B5EF4-FFF2-40B4-BE49-F238E27FC236}">
                <ns2:creationId id="{7A52C45A-01AB-4525-8C5E-98B817157CA6}"/>
              </a:ext>
            </a:extLst>
          </p:cNvPr>
          <p:cNvSpPr>
            <a:spLocks noGrp="1"/>
          </p:cNvSpPr>
          <p:nvPr/>
        </p:nvSpPr>
        <p:spPr>
          <a:xfrm rot="0">
            <a:off x="2965698" y="4852762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135" name="0.0976">
            <a:extLst>
              <a:ext uri="{FF2B5EF4-FFF2-40B4-BE49-F238E27FC236}">
                <ns2:creationId id="{D47A06C8-93B4-4D67-89E9-FB5143B88D1D}"/>
              </a:ext>
            </a:extLst>
          </p:cNvPr>
          <p:cNvSpPr>
            <a:spLocks noGrp="1"/>
          </p:cNvSpPr>
          <p:nvPr/>
        </p:nvSpPr>
        <p:spPr>
          <a:xfrm rot="0">
            <a:off x="5693004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0.0976</a:t>
            </a:r>
          </a:p>
        </p:txBody>
      </p:sp>
      <p:sp>
        <p:nvSpPr>
          <p:cNvPr id="136" name="0.2237">
            <a:extLst>
              <a:ext uri="{FF2B5EF4-FFF2-40B4-BE49-F238E27FC236}">
                <ns2:creationId id="{C5F4CAC1-0E40-4CDB-9D7C-176763750B43}"/>
              </a:ext>
            </a:extLst>
          </p:cNvPr>
          <p:cNvSpPr>
            <a:spLocks noGrp="1"/>
          </p:cNvSpPr>
          <p:nvPr/>
        </p:nvSpPr>
        <p:spPr>
          <a:xfrm rot="0">
            <a:off x="8071963" y="4861628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0.2237</a:t>
            </a:r>
          </a:p>
        </p:txBody>
      </p:sp>
      <p:sp>
        <p:nvSpPr>
          <p:cNvPr id="137" name="0.0697">
            <a:extLst>
              <a:ext uri="{FF2B5EF4-FFF2-40B4-BE49-F238E27FC236}">
                <ns2:creationId id="{FB953A7D-F952-4AE2-AA41-D79B8C773FFA}"/>
              </a:ext>
            </a:extLst>
          </p:cNvPr>
          <p:cNvSpPr>
            <a:spLocks noGrp="1"/>
          </p:cNvSpPr>
          <p:nvPr/>
        </p:nvSpPr>
        <p:spPr>
          <a:xfrm rot="0">
            <a:off x="10450921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0.0697</a:t>
            </a:r>
          </a:p>
        </p:txBody>
      </p:sp>
      <p:sp>
        <p:nvSpPr>
          <p:cNvPr id="138" name="Mean">
            <a:extLst>
              <a:ext uri="{FF2B5EF4-FFF2-40B4-BE49-F238E27FC236}">
                <ns2:creationId id="{78AE1578-BEE1-46B0-94D0-358872F9671D}"/>
              </a:ext>
            </a:extLst>
          </p:cNvPr>
          <p:cNvSpPr>
            <a:spLocks noGrp="1"/>
          </p:cNvSpPr>
          <p:nvPr/>
        </p:nvSpPr>
        <p:spPr>
          <a:xfrm rot="0">
            <a:off x="2965698" y="5192320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39" name="0.1123">
            <a:extLst>
              <a:ext uri="{FF2B5EF4-FFF2-40B4-BE49-F238E27FC236}">
                <ns2:creationId id="{41495DD0-4B7B-4EC4-82C9-C1771E3BD168}"/>
              </a:ext>
            </a:extLst>
          </p:cNvPr>
          <p:cNvSpPr>
            <a:spLocks noGrp="1"/>
          </p:cNvSpPr>
          <p:nvPr/>
        </p:nvSpPr>
        <p:spPr>
          <a:xfrm rot="0">
            <a:off x="5693004" y="520117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0.1123</a:t>
            </a:r>
          </a:p>
        </p:txBody>
      </p:sp>
      <p:sp>
        <p:nvSpPr>
          <p:cNvPr id="140" name="0.1193">
            <a:extLst>
              <a:ext uri="{FF2B5EF4-FFF2-40B4-BE49-F238E27FC236}">
                <ns2:creationId id="{73EF753F-215A-4209-986A-52D99D1120D2}"/>
              </a:ext>
            </a:extLst>
          </p:cNvPr>
          <p:cNvSpPr>
            <a:spLocks noGrp="1"/>
          </p:cNvSpPr>
          <p:nvPr/>
        </p:nvSpPr>
        <p:spPr>
          <a:xfrm rot="0">
            <a:off x="8071963" y="520117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0.1193</a:t>
            </a:r>
          </a:p>
        </p:txBody>
      </p:sp>
      <p:sp>
        <p:nvSpPr>
          <p:cNvPr id="141" name="0.0922">
            <a:extLst>
              <a:ext uri="{FF2B5EF4-FFF2-40B4-BE49-F238E27FC236}">
                <ns2:creationId id="{9B6501F4-9572-4141-BE15-A8D3452E1788}"/>
              </a:ext>
            </a:extLst>
          </p:cNvPr>
          <p:cNvSpPr>
            <a:spLocks noGrp="1"/>
          </p:cNvSpPr>
          <p:nvPr/>
        </p:nvSpPr>
        <p:spPr>
          <a:xfrm rot="0">
            <a:off x="10450921" y="520117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0.0922</a:t>
            </a:r>
          </a:p>
        </p:txBody>
      </p:sp>
      <p:sp>
        <p:nvSpPr>
          <p:cNvPr id="142" name="Figure S1 (i–l) plot object 141">
            <a:extLst>
              <a:ext uri="{FF2B5EF4-FFF2-40B4-BE49-F238E27FC236}">
                <ns2:creationId id="{6531C2EF-A38B-49F5-A1FB-9E32D3928BD4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3" name="Figure S1 (i–l) plot object 142">
            <a:extLst>
              <a:ext uri="{FF2B5EF4-FFF2-40B4-BE49-F238E27FC236}">
                <ns2:creationId id="{41982319-9CA0-45A0-ADBB-6DCA4E0199F3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342280" cy="103006"/>
          </a:xfrm>
          <a:custGeom>
            <a:pathLst>
              <a:path w="342280" h="103006">
                <a:moveTo>
                  <a:pt x="0" y="103006"/>
                </a:moveTo>
                <a:lnTo>
                  <a:pt x="342280" y="103006"/>
                </a:lnTo>
                <a:lnTo>
                  <a:pt x="34228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44" name="Figure S1 (i–l) plot object 143">
            <a:extLst>
              <a:ext uri="{FF2B5EF4-FFF2-40B4-BE49-F238E27FC236}">
                <ns2:creationId id="{36D50986-1B71-4FF6-9083-3582858B0F6F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5" name="Figure S1 (i–l) plot object 144">
            <a:extLst>
              <a:ext uri="{FF2B5EF4-FFF2-40B4-BE49-F238E27FC236}">
                <ns2:creationId id="{2E310DE1-7B5E-43CD-86B3-E19572C642FE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1267499" cy="103006"/>
          </a:xfrm>
          <a:custGeom>
            <a:pathLst>
              <a:path w="1267499" h="103006">
                <a:moveTo>
                  <a:pt x="0" y="103006"/>
                </a:moveTo>
                <a:lnTo>
                  <a:pt x="1267499" y="103006"/>
                </a:lnTo>
                <a:lnTo>
                  <a:pt x="1267499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46" name="Figure S1 (i–l) plot object 145">
            <a:extLst>
              <a:ext uri="{FF2B5EF4-FFF2-40B4-BE49-F238E27FC236}">
                <ns2:creationId id="{625E698B-5395-495F-9411-B86148C4C5F3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7" name="Figure S1 (i–l) plot object 146">
            <a:extLst>
              <a:ext uri="{FF2B5EF4-FFF2-40B4-BE49-F238E27FC236}">
                <ns2:creationId id="{55C091AB-6432-49DB-A33D-79F57DFCAD0A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1278124" cy="103006"/>
          </a:xfrm>
          <a:custGeom>
            <a:pathLst>
              <a:path w="1278124" h="103006">
                <a:moveTo>
                  <a:pt x="0" y="103006"/>
                </a:moveTo>
                <a:lnTo>
                  <a:pt x="1278124" y="103006"/>
                </a:lnTo>
                <a:lnTo>
                  <a:pt x="127812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8" name="Figure S1 (i–l) plot object 147">
            <a:extLst>
              <a:ext uri="{FF2B5EF4-FFF2-40B4-BE49-F238E27FC236}">
                <ns2:creationId id="{D4848430-A6EC-4E6F-AEDD-40677360FFDE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9" name="Figure S1 (i–l) plot object 148">
            <a:extLst>
              <a:ext uri="{FF2B5EF4-FFF2-40B4-BE49-F238E27FC236}">
                <ns2:creationId id="{C1E38176-891C-450B-9729-EFC68286EDDA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284979" cy="103006"/>
          </a:xfrm>
          <a:custGeom>
            <a:pathLst>
              <a:path w="284979" h="103006">
                <a:moveTo>
                  <a:pt x="0" y="103006"/>
                </a:moveTo>
                <a:lnTo>
                  <a:pt x="284979" y="103006"/>
                </a:lnTo>
                <a:lnTo>
                  <a:pt x="28497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0" name="Figure S1 (i–l) plot object 149">
            <a:extLst>
              <a:ext uri="{FF2B5EF4-FFF2-40B4-BE49-F238E27FC236}">
                <ns2:creationId id="{2964FF76-371B-4AD5-B518-427AE4C190B4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1" name="Figure S1 (i–l) plot object 150">
            <a:extLst>
              <a:ext uri="{FF2B5EF4-FFF2-40B4-BE49-F238E27FC236}">
                <ns2:creationId id="{E17801F0-D219-452B-BD38-B27422A512BE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1229634" cy="103006"/>
          </a:xfrm>
          <a:custGeom>
            <a:pathLst>
              <a:path w="1229634" h="103006">
                <a:moveTo>
                  <a:pt x="0" y="103006"/>
                </a:moveTo>
                <a:lnTo>
                  <a:pt x="1229634" y="103006"/>
                </a:lnTo>
                <a:lnTo>
                  <a:pt x="122963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2" name="Figure S1 (i–l) plot object 151">
            <a:extLst>
              <a:ext uri="{FF2B5EF4-FFF2-40B4-BE49-F238E27FC236}">
                <ns2:creationId id="{6DCD5255-C59F-4488-9743-907B2BF5CCEE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3" name="Figure S1 (i–l) plot object 152">
            <a:extLst>
              <a:ext uri="{FF2B5EF4-FFF2-40B4-BE49-F238E27FC236}">
                <ns2:creationId id="{69176C22-50EE-44ED-B46D-6B54A31C7BB4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1280557" cy="103006"/>
          </a:xfrm>
          <a:custGeom>
            <a:pathLst>
              <a:path w="1280557" h="103006">
                <a:moveTo>
                  <a:pt x="0" y="103006"/>
                </a:moveTo>
                <a:lnTo>
                  <a:pt x="1280557" y="103006"/>
                </a:lnTo>
                <a:lnTo>
                  <a:pt x="128055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54" name="Figure S1 (i–l) plot object 153">
            <a:extLst>
              <a:ext uri="{FF2B5EF4-FFF2-40B4-BE49-F238E27FC236}">
                <ns2:creationId id="{261A4422-4D96-4397-8CA7-F5EC1FF1EF57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5" name="Figure S1 (i–l) plot object 154">
            <a:extLst>
              <a:ext uri="{FF2B5EF4-FFF2-40B4-BE49-F238E27FC236}">
                <ns2:creationId id="{C84F79B6-2634-4855-906B-E4A42D60C632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258154" cy="103006"/>
          </a:xfrm>
          <a:custGeom>
            <a:pathLst>
              <a:path w="258154" h="103006">
                <a:moveTo>
                  <a:pt x="0" y="103006"/>
                </a:moveTo>
                <a:lnTo>
                  <a:pt x="258154" y="103006"/>
                </a:lnTo>
                <a:lnTo>
                  <a:pt x="25815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6" name="Figure S1 (i–l) plot object 155">
            <a:extLst>
              <a:ext uri="{FF2B5EF4-FFF2-40B4-BE49-F238E27FC236}">
                <ns2:creationId id="{50FF3599-49C0-48F2-B9EE-0019D8E409B5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7" name="Figure S1 (i–l) plot object 156">
            <a:extLst>
              <a:ext uri="{FF2B5EF4-FFF2-40B4-BE49-F238E27FC236}">
                <ns2:creationId id="{57195431-F62E-4DD9-88FF-155F5EE9142A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1009770" cy="103006"/>
          </a:xfrm>
          <a:custGeom>
            <a:pathLst>
              <a:path w="1009770" h="103006">
                <a:moveTo>
                  <a:pt x="0" y="103006"/>
                </a:moveTo>
                <a:lnTo>
                  <a:pt x="1009770" y="103006"/>
                </a:lnTo>
                <a:lnTo>
                  <a:pt x="100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8" name="Figure S1 (i–l) plot object 157">
            <a:extLst>
              <a:ext uri="{FF2B5EF4-FFF2-40B4-BE49-F238E27FC236}">
                <ns2:creationId id="{5BAFFC62-8E2B-4485-8618-8609B16BA0C1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9" name="Figure S1 (i–l) plot object 158">
            <a:extLst>
              <a:ext uri="{FF2B5EF4-FFF2-40B4-BE49-F238E27FC236}">
                <ns2:creationId id="{5CD2FB35-99BB-4B21-A992-91DE511F8768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484193" cy="103006"/>
          </a:xfrm>
          <a:custGeom>
            <a:pathLst>
              <a:path w="484193" h="103006">
                <a:moveTo>
                  <a:pt x="0" y="103006"/>
                </a:moveTo>
                <a:lnTo>
                  <a:pt x="484193" y="103006"/>
                </a:lnTo>
                <a:lnTo>
                  <a:pt x="48419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0" name="Figure S1 (i–l) plot object 159">
            <a:extLst>
              <a:ext uri="{FF2B5EF4-FFF2-40B4-BE49-F238E27FC236}">
                <ns2:creationId id="{4FAD3759-A428-4D78-AA62-22D347386ADC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1" name="Figure S1 (i–l) plot object 160">
            <a:extLst>
              <a:ext uri="{FF2B5EF4-FFF2-40B4-BE49-F238E27FC236}">
                <ns2:creationId id="{D24DFFC0-9785-451D-869F-3A8A4F1259FA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352941" cy="103006"/>
          </a:xfrm>
          <a:custGeom>
            <a:pathLst>
              <a:path w="352941" h="103006">
                <a:moveTo>
                  <a:pt x="0" y="103006"/>
                </a:moveTo>
                <a:lnTo>
                  <a:pt x="352941" y="103006"/>
                </a:lnTo>
                <a:lnTo>
                  <a:pt x="35294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2" name="Figure S1 (i–l) plot object 161">
            <a:extLst>
              <a:ext uri="{FF2B5EF4-FFF2-40B4-BE49-F238E27FC236}">
                <ns2:creationId id="{22CCDD2A-AA3B-448E-B8C0-D823974CE4FE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3" name="Figure S1 (i–l) plot object 162">
            <a:extLst>
              <a:ext uri="{FF2B5EF4-FFF2-40B4-BE49-F238E27FC236}">
                <ns2:creationId id="{FCC08A49-4CD4-4C96-B45D-243CB8265C91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961411" cy="103006"/>
          </a:xfrm>
          <a:custGeom>
            <a:pathLst>
              <a:path w="961411" h="103006">
                <a:moveTo>
                  <a:pt x="0" y="103006"/>
                </a:moveTo>
                <a:lnTo>
                  <a:pt x="961411" y="103006"/>
                </a:lnTo>
                <a:lnTo>
                  <a:pt x="96141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64" name="Figure S1 (i–l) plot object 163">
            <a:extLst>
              <a:ext uri="{FF2B5EF4-FFF2-40B4-BE49-F238E27FC236}">
                <ns2:creationId id="{0664E24E-A25F-463C-BA75-3B2E3F79897A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5" name="Figure S1 (i–l) plot object 164">
            <a:extLst>
              <a:ext uri="{FF2B5EF4-FFF2-40B4-BE49-F238E27FC236}">
                <ns2:creationId id="{58896217-9F7E-4AA8-A3DA-0FC99FBEFCCD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955676" cy="103006"/>
          </a:xfrm>
          <a:custGeom>
            <a:pathLst>
              <a:path w="955676" h="103006">
                <a:moveTo>
                  <a:pt x="0" y="103006"/>
                </a:moveTo>
                <a:lnTo>
                  <a:pt x="955676" y="103006"/>
                </a:lnTo>
                <a:lnTo>
                  <a:pt x="955676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6" name="Figure S1 (i–l) plot object 165">
            <a:extLst>
              <a:ext uri="{FF2B5EF4-FFF2-40B4-BE49-F238E27FC236}">
                <ns2:creationId id="{D2388027-1EB7-4937-829C-7C5CAF489D10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7" name="Figure S1 (i–l) plot object 166">
            <a:extLst>
              <a:ext uri="{FF2B5EF4-FFF2-40B4-BE49-F238E27FC236}">
                <ns2:creationId id="{F9CC3668-EB96-40C4-A894-C68C487D0000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265868" cy="103006"/>
          </a:xfrm>
          <a:custGeom>
            <a:pathLst>
              <a:path w="265868" h="103006">
                <a:moveTo>
                  <a:pt x="0" y="103006"/>
                </a:moveTo>
                <a:lnTo>
                  <a:pt x="265868" y="103006"/>
                </a:lnTo>
                <a:lnTo>
                  <a:pt x="265868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8" name="Figure S1 (i–l) plot object 167">
            <a:extLst>
              <a:ext uri="{FF2B5EF4-FFF2-40B4-BE49-F238E27FC236}">
                <ns2:creationId id="{A2678697-668C-4063-97C9-7195891A9C1D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9" name="Figure S1 (i–l) plot object 168">
            <a:extLst>
              <a:ext uri="{FF2B5EF4-FFF2-40B4-BE49-F238E27FC236}">
                <ns2:creationId id="{8F93F66F-9C9B-4917-81A7-C8F27022950D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877101" cy="103006"/>
          </a:xfrm>
          <a:custGeom>
            <a:pathLst>
              <a:path w="877101" h="103006">
                <a:moveTo>
                  <a:pt x="0" y="103006"/>
                </a:moveTo>
                <a:lnTo>
                  <a:pt x="877101" y="103006"/>
                </a:lnTo>
                <a:lnTo>
                  <a:pt x="877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0" name="Figure S1 (i–l) plot object 169">
            <a:extLst>
              <a:ext uri="{FF2B5EF4-FFF2-40B4-BE49-F238E27FC236}">
                <ns2:creationId id="{5A35471F-A417-4428-BE8A-1A20972510BD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1" name="Figure S1 (i–l) plot object 170">
            <a:extLst>
              <a:ext uri="{FF2B5EF4-FFF2-40B4-BE49-F238E27FC236}">
                <ns2:creationId id="{B3C0E064-3F39-430A-AACB-3EFBD45DEB96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868950" cy="103006"/>
          </a:xfrm>
          <a:custGeom>
            <a:pathLst>
              <a:path w="868950" h="103006">
                <a:moveTo>
                  <a:pt x="0" y="103006"/>
                </a:moveTo>
                <a:lnTo>
                  <a:pt x="868950" y="103006"/>
                </a:lnTo>
                <a:lnTo>
                  <a:pt x="86895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2" name="Figure S1 (i–l) plot object 171">
            <a:extLst>
              <a:ext uri="{FF2B5EF4-FFF2-40B4-BE49-F238E27FC236}">
                <ns2:creationId id="{6D96EBCC-193C-4F4E-8B4A-088132839A64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3" name="Figure S1 (i–l) plot object 172">
            <a:extLst>
              <a:ext uri="{FF2B5EF4-FFF2-40B4-BE49-F238E27FC236}">
                <ns2:creationId id="{9A2F74E2-E56E-4442-A172-8F85363195B3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300844" cy="103006"/>
          </a:xfrm>
          <a:custGeom>
            <a:pathLst>
              <a:path w="300844" h="103006">
                <a:moveTo>
                  <a:pt x="0" y="103006"/>
                </a:moveTo>
                <a:lnTo>
                  <a:pt x="300844" y="103006"/>
                </a:lnTo>
                <a:lnTo>
                  <a:pt x="30084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74" name="Figure S1 (i–l) plot object 173">
            <a:extLst>
              <a:ext uri="{FF2B5EF4-FFF2-40B4-BE49-F238E27FC236}">
                <ns2:creationId id="{F8573682-71A1-40F5-931E-3A03CE9FC8EB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5" name="Figure S1 (i–l) plot object 174">
            <a:extLst>
              <a:ext uri="{FF2B5EF4-FFF2-40B4-BE49-F238E27FC236}">
                <ns2:creationId id="{C9EFDC82-D0F6-46C8-BC41-BDCBA611D76A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1069083" cy="103006"/>
          </a:xfrm>
          <a:custGeom>
            <a:pathLst>
              <a:path w="1069083" h="103006">
                <a:moveTo>
                  <a:pt x="0" y="103006"/>
                </a:moveTo>
                <a:lnTo>
                  <a:pt x="1069083" y="103006"/>
                </a:lnTo>
                <a:lnTo>
                  <a:pt x="10690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6" name="Figure S1 (i–l) plot object 175">
            <a:extLst>
              <a:ext uri="{FF2B5EF4-FFF2-40B4-BE49-F238E27FC236}">
                <ns2:creationId id="{C5A017E8-A81E-486D-A498-7C742F230758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7" name="Figure S1 (i–l) plot object 176">
            <a:extLst>
              <a:ext uri="{FF2B5EF4-FFF2-40B4-BE49-F238E27FC236}">
                <ns2:creationId id="{C862D204-43C4-49B5-8681-E2ECE81CF349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973500" cy="103006"/>
          </a:xfrm>
          <a:custGeom>
            <a:pathLst>
              <a:path w="973500" h="103006">
                <a:moveTo>
                  <a:pt x="0" y="103006"/>
                </a:moveTo>
                <a:lnTo>
                  <a:pt x="973500" y="103006"/>
                </a:lnTo>
                <a:lnTo>
                  <a:pt x="9735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8" name="Figure S1 (i–l) plot object 177">
            <a:extLst>
              <a:ext uri="{FF2B5EF4-FFF2-40B4-BE49-F238E27FC236}">
                <ns2:creationId id="{C0B61404-65DA-425F-98C2-0E83B52FC37C}"/>
              </a:ext>
            </a:extLst>
          </p:cNvPr>
          <p:cNvSpPr>
            <a:spLocks noGrp="1"/>
          </p:cNvSpPr>
          <p:nvPr/>
        </p:nvSpPr>
        <p:spPr>
          <a:xfrm>
            <a:off x="4155177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79" name="Figure S1 (i–l) plot object 178">
            <a:extLst>
              <a:ext uri="{FF2B5EF4-FFF2-40B4-BE49-F238E27FC236}">
                <ns2:creationId id="{28C955EC-474D-4903-BBBD-C64117BADAD6}"/>
              </a:ext>
            </a:extLst>
          </p:cNvPr>
          <p:cNvSpPr>
            <a:spLocks noGrp="1"/>
          </p:cNvSpPr>
          <p:nvPr/>
        </p:nvSpPr>
        <p:spPr>
          <a:xfrm>
            <a:off x="6534136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80" name="Figure S1 (i–l) plot object 179">
            <a:extLst>
              <a:ext uri="{FF2B5EF4-FFF2-40B4-BE49-F238E27FC236}">
                <ns2:creationId id="{75495F0B-5085-4154-84EF-C4A775417D5A}"/>
              </a:ext>
            </a:extLst>
          </p:cNvPr>
          <p:cNvSpPr>
            <a:spLocks noGrp="1"/>
          </p:cNvSpPr>
          <p:nvPr/>
        </p:nvSpPr>
        <p:spPr>
          <a:xfrm>
            <a:off x="8913095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81" name="Figure S1 (i–l) plot object 180">
            <a:extLst>
              <a:ext uri="{FF2B5EF4-FFF2-40B4-BE49-F238E27FC236}">
                <ns2:creationId id="{14168727-38C1-408C-875E-E128ADC7833C}"/>
              </a:ext>
            </a:extLst>
          </p:cNvPr>
          <p:cNvSpPr>
            <a:spLocks noGrp="1"/>
          </p:cNvSpPr>
          <p:nvPr/>
        </p:nvSpPr>
        <p:spPr>
          <a:xfrm>
            <a:off x="2880735" y="7721529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82" name="k">
            <a:extLst>
              <a:ext uri="{FF2B5EF4-FFF2-40B4-BE49-F238E27FC236}">
                <ns2:creationId id="{F7401337-3047-4CEA-8C17-52391823164A}"/>
              </a:ext>
            </a:extLst>
          </p:cNvPr>
          <p:cNvSpPr>
            <a:spLocks noGrp="1"/>
          </p:cNvSpPr>
          <p:nvPr/>
        </p:nvSpPr>
        <p:spPr>
          <a:xfrm rot="0">
            <a:off x="2880735" y="5770187"/>
            <a:ext cx="22562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83" name="Equilibrium / parameter">
            <a:extLst>
              <a:ext uri="{FF2B5EF4-FFF2-40B4-BE49-F238E27FC236}">
                <ns2:creationId id="{63288DA9-533A-4F83-AD8D-57D140D7F214}"/>
              </a:ext>
            </a:extLst>
          </p:cNvPr>
          <p:cNvSpPr>
            <a:spLocks noGrp="1"/>
          </p:cNvSpPr>
          <p:nvPr/>
        </p:nvSpPr>
        <p:spPr>
          <a:xfrm rot="0">
            <a:off x="3305549" y="5804254"/>
            <a:ext cx="24257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Equilibrium / parameter</a:t>
            </a:r>
          </a:p>
        </p:txBody>
      </p:sp>
      <p:sp>
        <p:nvSpPr>
          <p:cNvPr id="184" name="Macro MAE  0-0.06">
            <a:extLst>
              <a:ext uri="{FF2B5EF4-FFF2-40B4-BE49-F238E27FC236}">
                <ns2:creationId id="{82C82BB1-A45A-46D3-9FE8-843DAD845E70}"/>
              </a:ext>
            </a:extLst>
          </p:cNvPr>
          <p:cNvSpPr>
            <a:spLocks noGrp="1"/>
          </p:cNvSpPr>
          <p:nvPr/>
        </p:nvSpPr>
        <p:spPr>
          <a:xfrm rot="0">
            <a:off x="9971741" y="5817322"/>
            <a:ext cx="1306836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Macro MAE  0-0.06</a:t>
            </a:r>
          </a:p>
        </p:txBody>
      </p:sp>
      <p:sp>
        <p:nvSpPr>
          <p:cNvPr id="185" name="Opaque">
            <a:extLst>
              <a:ext uri="{FF2B5EF4-FFF2-40B4-BE49-F238E27FC236}">
                <ns2:creationId id="{748074F8-F169-43A7-B2EC-94788B177B65}"/>
              </a:ext>
            </a:extLst>
          </p:cNvPr>
          <p:cNvSpPr>
            <a:spLocks noGrp="1"/>
          </p:cNvSpPr>
          <p:nvPr/>
        </p:nvSpPr>
        <p:spPr>
          <a:xfrm rot="0">
            <a:off x="4155177" y="6130826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86" name="Aligned">
            <a:extLst>
              <a:ext uri="{FF2B5EF4-FFF2-40B4-BE49-F238E27FC236}">
                <ns2:creationId id="{CE86399C-E658-4D06-9853-49AF0F6D2F38}"/>
              </a:ext>
            </a:extLst>
          </p:cNvPr>
          <p:cNvSpPr>
            <a:spLocks noGrp="1"/>
          </p:cNvSpPr>
          <p:nvPr/>
        </p:nvSpPr>
        <p:spPr>
          <a:xfrm rot="0">
            <a:off x="6534136" y="6128949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87" name="MisIndexed">
            <a:extLst>
              <a:ext uri="{FF2B5EF4-FFF2-40B4-BE49-F238E27FC236}">
                <ns2:creationId id="{D92E37E8-2F53-486C-BA41-C95965297349}"/>
              </a:ext>
            </a:extLst>
          </p:cNvPr>
          <p:cNvSpPr>
            <a:spLocks noGrp="1"/>
          </p:cNvSpPr>
          <p:nvPr/>
        </p:nvSpPr>
        <p:spPr>
          <a:xfrm rot="0">
            <a:off x="8913095" y="6129922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88" name="W01">
            <a:extLst>
              <a:ext uri="{FF2B5EF4-FFF2-40B4-BE49-F238E27FC236}">
                <ns2:creationId id="{67BAA301-54B8-4230-B318-8EC72EB2A341}"/>
              </a:ext>
            </a:extLst>
          </p:cNvPr>
          <p:cNvSpPr>
            <a:spLocks noGrp="1"/>
          </p:cNvSpPr>
          <p:nvPr/>
        </p:nvSpPr>
        <p:spPr>
          <a:xfrm rot="0">
            <a:off x="2965698" y="6444678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89" name="0.0138">
            <a:extLst>
              <a:ext uri="{FF2B5EF4-FFF2-40B4-BE49-F238E27FC236}">
                <ns2:creationId id="{0FC52338-A2FF-4AB2-B31E-90721AED8DC2}"/>
              </a:ext>
            </a:extLst>
          </p:cNvPr>
          <p:cNvSpPr>
            <a:spLocks noGrp="1"/>
          </p:cNvSpPr>
          <p:nvPr/>
        </p:nvSpPr>
        <p:spPr>
          <a:xfrm rot="0">
            <a:off x="5693004" y="6453544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0.0138</a:t>
            </a:r>
          </a:p>
        </p:txBody>
      </p:sp>
      <p:sp>
        <p:nvSpPr>
          <p:cNvPr id="190" name="0.0511">
            <a:extLst>
              <a:ext uri="{FF2B5EF4-FFF2-40B4-BE49-F238E27FC236}">
                <ns2:creationId id="{A8FD56AD-75D9-4B4E-BC2A-C48D92B9C460}"/>
              </a:ext>
            </a:extLst>
          </p:cNvPr>
          <p:cNvSpPr>
            <a:spLocks noGrp="1"/>
          </p:cNvSpPr>
          <p:nvPr/>
        </p:nvSpPr>
        <p:spPr>
          <a:xfrm rot="0">
            <a:off x="8071963" y="6453544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0.0511</a:t>
            </a:r>
          </a:p>
        </p:txBody>
      </p:sp>
      <p:sp>
        <p:nvSpPr>
          <p:cNvPr id="191" name="0.0516">
            <a:extLst>
              <a:ext uri="{FF2B5EF4-FFF2-40B4-BE49-F238E27FC236}">
                <ns2:creationId id="{737CC8F6-1722-46D2-91DE-35545CCE3B59}"/>
              </a:ext>
            </a:extLst>
          </p:cNvPr>
          <p:cNvSpPr>
            <a:spLocks noGrp="1"/>
          </p:cNvSpPr>
          <p:nvPr/>
        </p:nvSpPr>
        <p:spPr>
          <a:xfrm rot="0">
            <a:off x="10450921" y="6453544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0.0516</a:t>
            </a:r>
          </a:p>
        </p:txBody>
      </p:sp>
      <p:sp>
        <p:nvSpPr>
          <p:cNvPr id="192" name="W02">
            <a:extLst>
              <a:ext uri="{FF2B5EF4-FFF2-40B4-BE49-F238E27FC236}">
                <ns2:creationId id="{E574E9DC-2B57-4276-86A3-0A005B190FD0}"/>
              </a:ext>
            </a:extLst>
          </p:cNvPr>
          <p:cNvSpPr>
            <a:spLocks noGrp="1"/>
          </p:cNvSpPr>
          <p:nvPr/>
        </p:nvSpPr>
        <p:spPr>
          <a:xfrm rot="0">
            <a:off x="2965698" y="6702194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93" name="0.0115">
            <a:extLst>
              <a:ext uri="{FF2B5EF4-FFF2-40B4-BE49-F238E27FC236}">
                <ns2:creationId id="{0D4F7A6B-196F-4DC0-9FCE-7CA9AC20EC70}"/>
              </a:ext>
            </a:extLst>
          </p:cNvPr>
          <p:cNvSpPr>
            <a:spLocks noGrp="1"/>
          </p:cNvSpPr>
          <p:nvPr/>
        </p:nvSpPr>
        <p:spPr>
          <a:xfrm rot="0">
            <a:off x="5693004" y="6711060"/>
            <a:ext cx="474929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0.0115</a:t>
            </a:r>
          </a:p>
        </p:txBody>
      </p:sp>
      <p:sp>
        <p:nvSpPr>
          <p:cNvPr id="194" name="0.0496">
            <a:extLst>
              <a:ext uri="{FF2B5EF4-FFF2-40B4-BE49-F238E27FC236}">
                <ns2:creationId id="{E2D6C64F-7296-4EFB-BC41-4A4202B6BF30}"/>
              </a:ext>
            </a:extLst>
          </p:cNvPr>
          <p:cNvSpPr>
            <a:spLocks noGrp="1"/>
          </p:cNvSpPr>
          <p:nvPr/>
        </p:nvSpPr>
        <p:spPr>
          <a:xfrm rot="0">
            <a:off x="8071963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0.0496</a:t>
            </a:r>
          </a:p>
        </p:txBody>
      </p:sp>
      <p:sp>
        <p:nvSpPr>
          <p:cNvPr id="195" name="0.0517">
            <a:extLst>
              <a:ext uri="{FF2B5EF4-FFF2-40B4-BE49-F238E27FC236}">
                <ns2:creationId id="{3FC1EF6B-9677-427E-A098-BA2F03EADF27}"/>
              </a:ext>
            </a:extLst>
          </p:cNvPr>
          <p:cNvSpPr>
            <a:spLocks noGrp="1"/>
          </p:cNvSpPr>
          <p:nvPr/>
        </p:nvSpPr>
        <p:spPr>
          <a:xfrm rot="0">
            <a:off x="10450921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0.0517</a:t>
            </a:r>
          </a:p>
        </p:txBody>
      </p:sp>
      <p:sp>
        <p:nvSpPr>
          <p:cNvPr id="196" name="W03">
            <a:extLst>
              <a:ext uri="{FF2B5EF4-FFF2-40B4-BE49-F238E27FC236}">
                <ns2:creationId id="{5766E4E6-6EDA-4237-9FBE-DBA89102B58B}"/>
              </a:ext>
            </a:extLst>
          </p:cNvPr>
          <p:cNvSpPr>
            <a:spLocks noGrp="1"/>
          </p:cNvSpPr>
          <p:nvPr/>
        </p:nvSpPr>
        <p:spPr>
          <a:xfrm rot="0">
            <a:off x="2965698" y="695971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97" name="0.0104">
            <a:extLst>
              <a:ext uri="{FF2B5EF4-FFF2-40B4-BE49-F238E27FC236}">
                <ns2:creationId id="{5371EF21-DEDB-4A14-803E-588AC26709BE}"/>
              </a:ext>
            </a:extLst>
          </p:cNvPr>
          <p:cNvSpPr>
            <a:spLocks noGrp="1"/>
          </p:cNvSpPr>
          <p:nvPr/>
        </p:nvSpPr>
        <p:spPr>
          <a:xfrm rot="0">
            <a:off x="5693004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0.0104</a:t>
            </a:r>
          </a:p>
        </p:txBody>
      </p:sp>
      <p:sp>
        <p:nvSpPr>
          <p:cNvPr id="198" name="0.0407">
            <a:extLst>
              <a:ext uri="{FF2B5EF4-FFF2-40B4-BE49-F238E27FC236}">
                <ns2:creationId id="{89CE132A-39E5-4498-89E1-87F496BA60D5}"/>
              </a:ext>
            </a:extLst>
          </p:cNvPr>
          <p:cNvSpPr>
            <a:spLocks noGrp="1"/>
          </p:cNvSpPr>
          <p:nvPr/>
        </p:nvSpPr>
        <p:spPr>
          <a:xfrm rot="0">
            <a:off x="8071963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0.0407</a:t>
            </a:r>
          </a:p>
        </p:txBody>
      </p:sp>
      <p:sp>
        <p:nvSpPr>
          <p:cNvPr id="199" name="0.0195">
            <a:extLst>
              <a:ext uri="{FF2B5EF4-FFF2-40B4-BE49-F238E27FC236}">
                <ns2:creationId id="{D6884D8D-B37D-4E6B-A2C1-B3B5462D8FBB}"/>
              </a:ext>
            </a:extLst>
          </p:cNvPr>
          <p:cNvSpPr>
            <a:spLocks noGrp="1"/>
          </p:cNvSpPr>
          <p:nvPr/>
        </p:nvSpPr>
        <p:spPr>
          <a:xfrm rot="0">
            <a:off x="10450921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0.0195</a:t>
            </a:r>
          </a:p>
        </p:txBody>
      </p:sp>
      <p:sp>
        <p:nvSpPr>
          <p:cNvPr id="200" name="W04">
            <a:extLst>
              <a:ext uri="{FF2B5EF4-FFF2-40B4-BE49-F238E27FC236}">
                <ns2:creationId id="{2FE4377A-BBB7-493E-904E-7397BB058B2B}"/>
              </a:ext>
            </a:extLst>
          </p:cNvPr>
          <p:cNvSpPr>
            <a:spLocks noGrp="1"/>
          </p:cNvSpPr>
          <p:nvPr/>
        </p:nvSpPr>
        <p:spPr>
          <a:xfrm rot="0">
            <a:off x="2965698" y="721722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01" name="0.0142">
            <a:extLst>
              <a:ext uri="{FF2B5EF4-FFF2-40B4-BE49-F238E27FC236}">
                <ns2:creationId id="{107A97C7-0448-4047-B59F-54B3C0B666B3}"/>
              </a:ext>
            </a:extLst>
          </p:cNvPr>
          <p:cNvSpPr>
            <a:spLocks noGrp="1"/>
          </p:cNvSpPr>
          <p:nvPr/>
        </p:nvSpPr>
        <p:spPr>
          <a:xfrm rot="0">
            <a:off x="5693004" y="722609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0.0142</a:t>
            </a:r>
          </a:p>
        </p:txBody>
      </p:sp>
      <p:sp>
        <p:nvSpPr>
          <p:cNvPr id="202" name="0.0388">
            <a:extLst>
              <a:ext uri="{FF2B5EF4-FFF2-40B4-BE49-F238E27FC236}">
                <ns2:creationId id="{19E2812B-2922-4D4C-9F03-C70D8625D9FA}"/>
              </a:ext>
            </a:extLst>
          </p:cNvPr>
          <p:cNvSpPr>
            <a:spLocks noGrp="1"/>
          </p:cNvSpPr>
          <p:nvPr/>
        </p:nvSpPr>
        <p:spPr>
          <a:xfrm rot="0">
            <a:off x="8071963" y="722609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0.0388</a:t>
            </a:r>
          </a:p>
        </p:txBody>
      </p:sp>
      <p:sp>
        <p:nvSpPr>
          <p:cNvPr id="203" name="0.0386">
            <a:extLst>
              <a:ext uri="{FF2B5EF4-FFF2-40B4-BE49-F238E27FC236}">
                <ns2:creationId id="{F82765AA-A26E-4EA4-AFEA-F33F0C4C42DF}"/>
              </a:ext>
            </a:extLst>
          </p:cNvPr>
          <p:cNvSpPr>
            <a:spLocks noGrp="1"/>
          </p:cNvSpPr>
          <p:nvPr/>
        </p:nvSpPr>
        <p:spPr>
          <a:xfrm rot="0">
            <a:off x="10450921" y="722609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0.0386</a:t>
            </a:r>
          </a:p>
        </p:txBody>
      </p:sp>
      <p:sp>
        <p:nvSpPr>
          <p:cNvPr id="204" name="W05">
            <a:extLst>
              <a:ext uri="{FF2B5EF4-FFF2-40B4-BE49-F238E27FC236}">
                <ns2:creationId id="{B7198406-DE22-48F3-97EA-AE48FC0D0008}"/>
              </a:ext>
            </a:extLst>
          </p:cNvPr>
          <p:cNvSpPr>
            <a:spLocks noGrp="1"/>
          </p:cNvSpPr>
          <p:nvPr/>
        </p:nvSpPr>
        <p:spPr>
          <a:xfrm rot="0">
            <a:off x="2965698" y="747474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05" name="0.0107">
            <a:extLst>
              <a:ext uri="{FF2B5EF4-FFF2-40B4-BE49-F238E27FC236}">
                <ns2:creationId id="{600107CD-8F81-49EE-BFDA-4FBAEA47307B}"/>
              </a:ext>
            </a:extLst>
          </p:cNvPr>
          <p:cNvSpPr>
            <a:spLocks noGrp="1"/>
          </p:cNvSpPr>
          <p:nvPr/>
        </p:nvSpPr>
        <p:spPr>
          <a:xfrm rot="0">
            <a:off x="5693004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0.0107</a:t>
            </a:r>
          </a:p>
        </p:txBody>
      </p:sp>
      <p:sp>
        <p:nvSpPr>
          <p:cNvPr id="206" name="0.0354">
            <a:extLst>
              <a:ext uri="{FF2B5EF4-FFF2-40B4-BE49-F238E27FC236}">
                <ns2:creationId id="{F68EEAF1-8D78-4339-9CCF-0A1D21B82ABC}"/>
              </a:ext>
            </a:extLst>
          </p:cNvPr>
          <p:cNvSpPr>
            <a:spLocks noGrp="1"/>
          </p:cNvSpPr>
          <p:nvPr/>
        </p:nvSpPr>
        <p:spPr>
          <a:xfrm rot="0">
            <a:off x="8071963" y="748360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0.0354</a:t>
            </a:r>
          </a:p>
        </p:txBody>
      </p:sp>
      <p:sp>
        <p:nvSpPr>
          <p:cNvPr id="207" name="0.0351">
            <a:extLst>
              <a:ext uri="{FF2B5EF4-FFF2-40B4-BE49-F238E27FC236}">
                <ns2:creationId id="{94AF342F-CC3F-4F80-86B3-4F4C2E1359D0}"/>
              </a:ext>
            </a:extLst>
          </p:cNvPr>
          <p:cNvSpPr>
            <a:spLocks noGrp="1"/>
          </p:cNvSpPr>
          <p:nvPr/>
        </p:nvSpPr>
        <p:spPr>
          <a:xfrm rot="0">
            <a:off x="10450921" y="748360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0.0351</a:t>
            </a:r>
          </a:p>
        </p:txBody>
      </p:sp>
      <p:sp>
        <p:nvSpPr>
          <p:cNvPr id="208" name="Mean">
            <a:extLst>
              <a:ext uri="{FF2B5EF4-FFF2-40B4-BE49-F238E27FC236}">
                <ns2:creationId id="{C0DB2508-3422-45D0-B75E-03B5267223B6}"/>
              </a:ext>
            </a:extLst>
          </p:cNvPr>
          <p:cNvSpPr>
            <a:spLocks noGrp="1"/>
          </p:cNvSpPr>
          <p:nvPr/>
        </p:nvSpPr>
        <p:spPr>
          <a:xfrm rot="0">
            <a:off x="2965698" y="781429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09" name="0.0121">
            <a:extLst>
              <a:ext uri="{FF2B5EF4-FFF2-40B4-BE49-F238E27FC236}">
                <ns2:creationId id="{1322D408-F1D2-4966-B410-4D4C9C8F099C}"/>
              </a:ext>
            </a:extLst>
          </p:cNvPr>
          <p:cNvSpPr>
            <a:spLocks noGrp="1"/>
          </p:cNvSpPr>
          <p:nvPr/>
        </p:nvSpPr>
        <p:spPr>
          <a:xfrm rot="0">
            <a:off x="5693004" y="7823156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0.0121</a:t>
            </a:r>
          </a:p>
        </p:txBody>
      </p:sp>
      <p:sp>
        <p:nvSpPr>
          <p:cNvPr id="210" name="0.0431">
            <a:extLst>
              <a:ext uri="{FF2B5EF4-FFF2-40B4-BE49-F238E27FC236}">
                <ns2:creationId id="{337FB04F-F5D4-42BC-9A48-C6FEC0F2FFCA}"/>
              </a:ext>
            </a:extLst>
          </p:cNvPr>
          <p:cNvSpPr>
            <a:spLocks noGrp="1"/>
          </p:cNvSpPr>
          <p:nvPr/>
        </p:nvSpPr>
        <p:spPr>
          <a:xfrm rot="0">
            <a:off x="8071963" y="7823156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0.0431</a:t>
            </a:r>
          </a:p>
        </p:txBody>
      </p:sp>
      <p:sp>
        <p:nvSpPr>
          <p:cNvPr id="211" name="0.0393">
            <a:extLst>
              <a:ext uri="{FF2B5EF4-FFF2-40B4-BE49-F238E27FC236}">
                <ns2:creationId id="{98F110F3-5E75-4034-98C4-C17E6437CA63}"/>
              </a:ext>
            </a:extLst>
          </p:cNvPr>
          <p:cNvSpPr>
            <a:spLocks noGrp="1"/>
          </p:cNvSpPr>
          <p:nvPr/>
        </p:nvSpPr>
        <p:spPr>
          <a:xfrm rot="0">
            <a:off x="10450921" y="782315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0.0393</a:t>
            </a:r>
          </a:p>
        </p:txBody>
      </p:sp>
      <p:sp>
        <p:nvSpPr>
          <p:cNvPr id="212" name="Figure S1 (i–l) plot object 211">
            <a:extLst>
              <a:ext uri="{FF2B5EF4-FFF2-40B4-BE49-F238E27FC236}">
                <ns2:creationId id="{940138C8-7EBC-495D-8674-86A3C39B6AC2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3" name="Figure S1 (i–l) plot object 212">
            <a:extLst>
              <a:ext uri="{FF2B5EF4-FFF2-40B4-BE49-F238E27FC236}">
                <ns2:creationId id="{7077C5DC-C49A-4A31-9F80-C602210D438A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65579" cy="103006"/>
          </a:xfrm>
          <a:custGeom>
            <a:pathLst>
              <a:path w="65579" h="103006">
                <a:moveTo>
                  <a:pt x="0" y="103006"/>
                </a:moveTo>
                <a:lnTo>
                  <a:pt x="65579" y="103006"/>
                </a:lnTo>
                <a:lnTo>
                  <a:pt x="6557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14" name="Figure S1 (i–l) plot object 213">
            <a:extLst>
              <a:ext uri="{FF2B5EF4-FFF2-40B4-BE49-F238E27FC236}">
                <ns2:creationId id="{80E293A6-A90B-41A2-B985-C49685F577EF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5" name="Figure S1 (i–l) plot object 214">
            <a:extLst>
              <a:ext uri="{FF2B5EF4-FFF2-40B4-BE49-F238E27FC236}">
                <ns2:creationId id="{70B5E51F-0E9C-4230-AB2B-D67F23AF0573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76683" cy="103006"/>
          </a:xfrm>
          <a:custGeom>
            <a:pathLst>
              <a:path w="76683" h="103006">
                <a:moveTo>
                  <a:pt x="0" y="103006"/>
                </a:moveTo>
                <a:lnTo>
                  <a:pt x="76683" y="103006"/>
                </a:lnTo>
                <a:lnTo>
                  <a:pt x="7668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16" name="Figure S1 (i–l) plot object 215">
            <a:extLst>
              <a:ext uri="{FF2B5EF4-FFF2-40B4-BE49-F238E27FC236}">
                <ns2:creationId id="{0E4F6F32-D3D5-4163-9DD9-59F87EDB538F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7" name="Figure S1 (i–l) plot object 216">
            <a:extLst>
              <a:ext uri="{FF2B5EF4-FFF2-40B4-BE49-F238E27FC236}">
                <ns2:creationId id="{CE8CB11B-B4AD-4F6B-A18B-AD7E18BFD42E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555978" cy="103006"/>
          </a:xfrm>
          <a:custGeom>
            <a:pathLst>
              <a:path w="555978" h="103006">
                <a:moveTo>
                  <a:pt x="0" y="103006"/>
                </a:moveTo>
                <a:lnTo>
                  <a:pt x="555978" y="103006"/>
                </a:lnTo>
                <a:lnTo>
                  <a:pt x="55597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18" name="Figure S1 (i–l) plot object 217">
            <a:extLst>
              <a:ext uri="{FF2B5EF4-FFF2-40B4-BE49-F238E27FC236}">
                <ns2:creationId id="{C39FCAEE-7F2B-4ECC-BB82-A1CB133B8F86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9" name="Figure S1 (i–l) plot object 218">
            <a:extLst>
              <a:ext uri="{FF2B5EF4-FFF2-40B4-BE49-F238E27FC236}">
                <ns2:creationId id="{85721731-704C-454C-B977-192CB1ED9BA8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220950" cy="103006"/>
          </a:xfrm>
          <a:custGeom>
            <a:pathLst>
              <a:path w="220950" h="103006">
                <a:moveTo>
                  <a:pt x="0" y="103006"/>
                </a:moveTo>
                <a:lnTo>
                  <a:pt x="220950" y="103006"/>
                </a:lnTo>
                <a:lnTo>
                  <a:pt x="2209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0" name="Figure S1 (i–l) plot object 219">
            <a:extLst>
              <a:ext uri="{FF2B5EF4-FFF2-40B4-BE49-F238E27FC236}">
                <ns2:creationId id="{51A83FF2-E1AC-48A1-95F9-93BDDB4C3792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1" name="Figure S1 (i–l) plot object 220">
            <a:extLst>
              <a:ext uri="{FF2B5EF4-FFF2-40B4-BE49-F238E27FC236}">
                <ns2:creationId id="{E1F28429-A813-407A-84AB-303FD4CDB861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179952" cy="103006"/>
          </a:xfrm>
          <a:custGeom>
            <a:pathLst>
              <a:path w="179952" h="103006">
                <a:moveTo>
                  <a:pt x="0" y="103006"/>
                </a:moveTo>
                <a:lnTo>
                  <a:pt x="179952" y="103006"/>
                </a:lnTo>
                <a:lnTo>
                  <a:pt x="17995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2" name="Figure S1 (i–l) plot object 221">
            <a:extLst>
              <a:ext uri="{FF2B5EF4-FFF2-40B4-BE49-F238E27FC236}">
                <ns2:creationId id="{91386FB2-785A-48B3-8AFA-6BF30333969C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3" name="Figure S1 (i–l) plot object 222">
            <a:extLst>
              <a:ext uri="{FF2B5EF4-FFF2-40B4-BE49-F238E27FC236}">
                <ns2:creationId id="{B9B9893F-FDD6-4FCC-8F55-3AED60D7853D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202971" cy="103006"/>
          </a:xfrm>
          <a:custGeom>
            <a:pathLst>
              <a:path w="202971" h="103006">
                <a:moveTo>
                  <a:pt x="0" y="103006"/>
                </a:moveTo>
                <a:lnTo>
                  <a:pt x="202971" y="103006"/>
                </a:lnTo>
                <a:lnTo>
                  <a:pt x="2029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24" name="Figure S1 (i–l) plot object 223">
            <a:extLst>
              <a:ext uri="{FF2B5EF4-FFF2-40B4-BE49-F238E27FC236}">
                <ns2:creationId id="{BEA141AE-7A81-417B-A16C-7A5AFA7FE797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5" name="Figure S1 (i–l) plot object 224">
            <a:extLst>
              <a:ext uri="{FF2B5EF4-FFF2-40B4-BE49-F238E27FC236}">
                <ns2:creationId id="{C0D7454B-4B31-4DEC-8F9C-87E61D59B5FA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1294114" cy="103006"/>
          </a:xfrm>
          <a:custGeom>
            <a:pathLst>
              <a:path w="1294114" h="103006">
                <a:moveTo>
                  <a:pt x="0" y="103006"/>
                </a:moveTo>
                <a:lnTo>
                  <a:pt x="1294114" y="103006"/>
                </a:lnTo>
                <a:lnTo>
                  <a:pt x="129411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6" name="Figure S1 (i–l) plot object 225">
            <a:extLst>
              <a:ext uri="{FF2B5EF4-FFF2-40B4-BE49-F238E27FC236}">
                <ns2:creationId id="{90BF06BE-22B5-4925-80F2-669A152DB1CD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7" name="Figure S1 (i–l) plot object 226">
            <a:extLst>
              <a:ext uri="{FF2B5EF4-FFF2-40B4-BE49-F238E27FC236}">
                <ns2:creationId id="{272F8891-34A9-4D5C-A600-CB448E47200B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455438" cy="103006"/>
          </a:xfrm>
          <a:custGeom>
            <a:pathLst>
              <a:path w="455438" h="103006">
                <a:moveTo>
                  <a:pt x="0" y="103006"/>
                </a:moveTo>
                <a:lnTo>
                  <a:pt x="455438" y="103006"/>
                </a:lnTo>
                <a:lnTo>
                  <a:pt x="45543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8" name="Figure S1 (i–l) plot object 227">
            <a:extLst>
              <a:ext uri="{FF2B5EF4-FFF2-40B4-BE49-F238E27FC236}">
                <ns2:creationId id="{F79EC8F5-DE51-468A-9838-42DCED44C9E5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9" name="Figure S1 (i–l) plot object 228">
            <a:extLst>
              <a:ext uri="{FF2B5EF4-FFF2-40B4-BE49-F238E27FC236}">
                <ns2:creationId id="{6761BB24-EB6C-4B6B-A27C-2468A5B3D6E7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332953" cy="103006"/>
          </a:xfrm>
          <a:custGeom>
            <a:pathLst>
              <a:path w="332953" h="103006">
                <a:moveTo>
                  <a:pt x="0" y="103006"/>
                </a:moveTo>
                <a:lnTo>
                  <a:pt x="332953" y="103006"/>
                </a:lnTo>
                <a:lnTo>
                  <a:pt x="3329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0" name="Figure S1 (i–l) plot object 229">
            <a:extLst>
              <a:ext uri="{FF2B5EF4-FFF2-40B4-BE49-F238E27FC236}">
                <ns2:creationId id="{D3EB753E-9030-4CE6-B693-78800666AFC6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1" name="Figure S1 (i–l) plot object 230">
            <a:extLst>
              <a:ext uri="{FF2B5EF4-FFF2-40B4-BE49-F238E27FC236}">
                <ns2:creationId id="{9D0F09F4-A0D8-4A89-A8B9-3826EF1969BE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113094" cy="103006"/>
          </a:xfrm>
          <a:custGeom>
            <a:pathLst>
              <a:path w="113094" h="103006">
                <a:moveTo>
                  <a:pt x="0" y="103006"/>
                </a:moveTo>
                <a:lnTo>
                  <a:pt x="113094" y="103006"/>
                </a:lnTo>
                <a:lnTo>
                  <a:pt x="11309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2" name="Figure S1 (i–l) plot object 231">
            <a:extLst>
              <a:ext uri="{FF2B5EF4-FFF2-40B4-BE49-F238E27FC236}">
                <ns2:creationId id="{3D80C544-8620-4B0E-8F75-65D167962093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3" name="Figure S1 (i–l) plot object 232">
            <a:extLst>
              <a:ext uri="{FF2B5EF4-FFF2-40B4-BE49-F238E27FC236}">
                <ns2:creationId id="{A762EA34-EBE6-4BAB-9148-D96B14C464CE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892840" cy="103006"/>
          </a:xfrm>
          <a:custGeom>
            <a:pathLst>
              <a:path w="892840" h="103006">
                <a:moveTo>
                  <a:pt x="0" y="103006"/>
                </a:moveTo>
                <a:lnTo>
                  <a:pt x="892840" y="103006"/>
                </a:lnTo>
                <a:lnTo>
                  <a:pt x="89284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34" name="Figure S1 (i–l) plot object 233">
            <a:extLst>
              <a:ext uri="{FF2B5EF4-FFF2-40B4-BE49-F238E27FC236}">
                <ns2:creationId id="{1F741202-8DB0-4841-8093-A1CC4881B53C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5" name="Figure S1 (i–l) plot object 234">
            <a:extLst>
              <a:ext uri="{FF2B5EF4-FFF2-40B4-BE49-F238E27FC236}">
                <ns2:creationId id="{E93D51DD-D7B1-4D4D-B043-7F2CA0DD21C9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147260" cy="103006"/>
          </a:xfrm>
          <a:custGeom>
            <a:pathLst>
              <a:path w="147260" h="103006">
                <a:moveTo>
                  <a:pt x="0" y="103006"/>
                </a:moveTo>
                <a:lnTo>
                  <a:pt x="147260" y="103006"/>
                </a:lnTo>
                <a:lnTo>
                  <a:pt x="14726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6" name="Figure S1 (i–l) plot object 235">
            <a:extLst>
              <a:ext uri="{FF2B5EF4-FFF2-40B4-BE49-F238E27FC236}">
                <ns2:creationId id="{85C20F66-921C-4CD1-B7A6-0F10A99C914D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7" name="Figure S1 (i–l) plot object 236">
            <a:extLst>
              <a:ext uri="{FF2B5EF4-FFF2-40B4-BE49-F238E27FC236}">
                <ns2:creationId id="{76707AC2-6C03-442C-AE04-EF43E57DA075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51025" cy="103006"/>
          </a:xfrm>
          <a:custGeom>
            <a:pathLst>
              <a:path w="51025" h="103006">
                <a:moveTo>
                  <a:pt x="0" y="103006"/>
                </a:moveTo>
                <a:lnTo>
                  <a:pt x="51025" y="103006"/>
                </a:lnTo>
                <a:lnTo>
                  <a:pt x="5102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8" name="Figure S1 (i–l) plot object 237">
            <a:extLst>
              <a:ext uri="{FF2B5EF4-FFF2-40B4-BE49-F238E27FC236}">
                <ns2:creationId id="{1A7F9EFA-D161-447A-80F5-6C9CAFE57F1D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9" name="Figure S1 (i–l) plot object 238">
            <a:extLst>
              <a:ext uri="{FF2B5EF4-FFF2-40B4-BE49-F238E27FC236}">
                <ns2:creationId id="{73A56359-65FE-400F-9CBF-31F44F7ED877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364746" cy="103006"/>
          </a:xfrm>
          <a:custGeom>
            <a:pathLst>
              <a:path w="364746" h="103006">
                <a:moveTo>
                  <a:pt x="0" y="103006"/>
                </a:moveTo>
                <a:lnTo>
                  <a:pt x="364746" y="103006"/>
                </a:lnTo>
                <a:lnTo>
                  <a:pt x="36474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0" name="Figure S1 (i–l) plot object 239">
            <a:extLst>
              <a:ext uri="{FF2B5EF4-FFF2-40B4-BE49-F238E27FC236}">
                <ns2:creationId id="{4C23F2EF-DDF2-4EA3-BFD9-096A024BC327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1" name="Figure S1 (i–l) plot object 240">
            <a:extLst>
              <a:ext uri="{FF2B5EF4-FFF2-40B4-BE49-F238E27FC236}">
                <ns2:creationId id="{B21F79A0-A5B6-41BC-8CFB-BD65AD0B86F1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427295" cy="103006"/>
          </a:xfrm>
          <a:custGeom>
            <a:pathLst>
              <a:path w="427295" h="103006">
                <a:moveTo>
                  <a:pt x="0" y="103006"/>
                </a:moveTo>
                <a:lnTo>
                  <a:pt x="427295" y="103006"/>
                </a:lnTo>
                <a:lnTo>
                  <a:pt x="427295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2" name="Figure S1 (i–l) plot object 241">
            <a:extLst>
              <a:ext uri="{FF2B5EF4-FFF2-40B4-BE49-F238E27FC236}">
                <ns2:creationId id="{68100D0E-8AED-4F05-B252-46EFEE7AF16E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3" name="Figure S1 (i–l) plot object 242">
            <a:extLst>
              <a:ext uri="{FF2B5EF4-FFF2-40B4-BE49-F238E27FC236}">
                <ns2:creationId id="{102FA25B-A655-4145-9413-D6C662BDF617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348952" cy="103006"/>
          </a:xfrm>
          <a:custGeom>
            <a:pathLst>
              <a:path w="348952" h="103006">
                <a:moveTo>
                  <a:pt x="0" y="103006"/>
                </a:moveTo>
                <a:lnTo>
                  <a:pt x="348952" y="103006"/>
                </a:lnTo>
                <a:lnTo>
                  <a:pt x="34895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44" name="Figure S1 (i–l) plot object 243">
            <a:extLst>
              <a:ext uri="{FF2B5EF4-FFF2-40B4-BE49-F238E27FC236}">
                <ns2:creationId id="{789504B6-A7F0-4DF6-B3D7-55C44DA89FDD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5" name="Figure S1 (i–l) plot object 244">
            <a:extLst>
              <a:ext uri="{FF2B5EF4-FFF2-40B4-BE49-F238E27FC236}">
                <ns2:creationId id="{31B4E342-5D85-4F45-8D27-EF97E840BA5B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393932" cy="103006"/>
          </a:xfrm>
          <a:custGeom>
            <a:pathLst>
              <a:path w="393932" h="103006">
                <a:moveTo>
                  <a:pt x="0" y="103006"/>
                </a:moveTo>
                <a:lnTo>
                  <a:pt x="393932" y="103006"/>
                </a:lnTo>
                <a:lnTo>
                  <a:pt x="393932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6" name="Figure S1 (i–l) plot object 245">
            <a:extLst>
              <a:ext uri="{FF2B5EF4-FFF2-40B4-BE49-F238E27FC236}">
                <ns2:creationId id="{EB79029A-8E80-4982-8BC1-16248A43802E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7" name="Figure S1 (i–l) plot object 246">
            <a:extLst>
              <a:ext uri="{FF2B5EF4-FFF2-40B4-BE49-F238E27FC236}">
                <ns2:creationId id="{226B1092-397D-4C84-9854-679A4D620AFD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333291" cy="103006"/>
          </a:xfrm>
          <a:custGeom>
            <a:pathLst>
              <a:path w="333291" h="103006">
                <a:moveTo>
                  <a:pt x="0" y="103006"/>
                </a:moveTo>
                <a:lnTo>
                  <a:pt x="333291" y="103006"/>
                </a:lnTo>
                <a:lnTo>
                  <a:pt x="33329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8" name="Figure S1 (i–l) plot object 247">
            <a:extLst>
              <a:ext uri="{FF2B5EF4-FFF2-40B4-BE49-F238E27FC236}">
                <ns2:creationId id="{AB68BB38-09D3-485C-AF5E-5C3DC047795D}"/>
              </a:ext>
            </a:extLst>
          </p:cNvPr>
          <p:cNvSpPr>
            <a:spLocks noGrp="1"/>
          </p:cNvSpPr>
          <p:nvPr/>
        </p:nvSpPr>
        <p:spPr>
          <a:xfrm>
            <a:off x="4155177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249" name="Figure S1 (i–l) plot object 248">
            <a:extLst>
              <a:ext uri="{FF2B5EF4-FFF2-40B4-BE49-F238E27FC236}">
                <ns2:creationId id="{96371F92-EA12-4CDC-AF87-4A0B03E97090}"/>
              </a:ext>
            </a:extLst>
          </p:cNvPr>
          <p:cNvSpPr>
            <a:spLocks noGrp="1"/>
          </p:cNvSpPr>
          <p:nvPr/>
        </p:nvSpPr>
        <p:spPr>
          <a:xfrm>
            <a:off x="6534136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250" name="Figure S1 (i–l) plot object 249">
            <a:extLst>
              <a:ext uri="{FF2B5EF4-FFF2-40B4-BE49-F238E27FC236}">
                <ns2:creationId id="{3B76A873-D636-4486-A146-97D58DBE1E3B}"/>
              </a:ext>
            </a:extLst>
          </p:cNvPr>
          <p:cNvSpPr>
            <a:spLocks noGrp="1"/>
          </p:cNvSpPr>
          <p:nvPr/>
        </p:nvSpPr>
        <p:spPr>
          <a:xfrm>
            <a:off x="8913095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251" name="Figure S1 (i–l) plot object 250">
            <a:extLst>
              <a:ext uri="{FF2B5EF4-FFF2-40B4-BE49-F238E27FC236}">
                <ns2:creationId id="{CEFE6C1F-55D0-4DFB-B605-BCABC50ACC32}"/>
              </a:ext>
            </a:extLst>
          </p:cNvPr>
          <p:cNvSpPr>
            <a:spLocks noGrp="1"/>
          </p:cNvSpPr>
          <p:nvPr/>
        </p:nvSpPr>
        <p:spPr>
          <a:xfrm>
            <a:off x="2880735" y="10343508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252" name="l">
            <a:extLst>
              <a:ext uri="{FF2B5EF4-FFF2-40B4-BE49-F238E27FC236}">
                <ns2:creationId id="{8D1BD164-C946-4DE8-B853-D2B5E90A3AA2}"/>
              </a:ext>
            </a:extLst>
          </p:cNvPr>
          <p:cNvSpPr>
            <a:spLocks noGrp="1"/>
          </p:cNvSpPr>
          <p:nvPr/>
        </p:nvSpPr>
        <p:spPr>
          <a:xfrm rot="0">
            <a:off x="2880735" y="8392166"/>
            <a:ext cx="167543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253" name="Equilibrium / structural">
            <a:extLst>
              <a:ext uri="{FF2B5EF4-FFF2-40B4-BE49-F238E27FC236}">
                <ns2:creationId id="{EF348FE9-71BD-4275-A064-30E708107DB1}"/>
              </a:ext>
            </a:extLst>
          </p:cNvPr>
          <p:cNvSpPr>
            <a:spLocks noGrp="1"/>
          </p:cNvSpPr>
          <p:nvPr/>
        </p:nvSpPr>
        <p:spPr>
          <a:xfrm rot="0">
            <a:off x="3305549" y="8426233"/>
            <a:ext cx="23749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Equilibrium / structural</a:t>
            </a:r>
          </a:p>
        </p:txBody>
      </p:sp>
      <p:sp>
        <p:nvSpPr>
          <p:cNvPr id="254" name="Macro MAE  0-0.06">
            <a:extLst>
              <a:ext uri="{FF2B5EF4-FFF2-40B4-BE49-F238E27FC236}">
                <ns2:creationId id="{DEAADCBC-9817-44AE-966B-88FD8E556DEB}"/>
              </a:ext>
            </a:extLst>
          </p:cNvPr>
          <p:cNvSpPr>
            <a:spLocks noGrp="1"/>
          </p:cNvSpPr>
          <p:nvPr/>
        </p:nvSpPr>
        <p:spPr>
          <a:xfrm rot="0">
            <a:off x="9971741" y="8439301"/>
            <a:ext cx="1306836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Macro MAE  0-0.06</a:t>
            </a:r>
          </a:p>
        </p:txBody>
      </p:sp>
      <p:sp>
        <p:nvSpPr>
          <p:cNvPr id="255" name="Opaque">
            <a:extLst>
              <a:ext uri="{FF2B5EF4-FFF2-40B4-BE49-F238E27FC236}">
                <ns2:creationId id="{23CADD81-1FF2-4225-B747-C37342A24A87}"/>
              </a:ext>
            </a:extLst>
          </p:cNvPr>
          <p:cNvSpPr>
            <a:spLocks noGrp="1"/>
          </p:cNvSpPr>
          <p:nvPr/>
        </p:nvSpPr>
        <p:spPr>
          <a:xfrm rot="0">
            <a:off x="4155177" y="8752805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256" name="Aligned">
            <a:extLst>
              <a:ext uri="{FF2B5EF4-FFF2-40B4-BE49-F238E27FC236}">
                <ns2:creationId id="{384C8B01-397C-4BBF-B649-1F865B8EAC1F}"/>
              </a:ext>
            </a:extLst>
          </p:cNvPr>
          <p:cNvSpPr>
            <a:spLocks noGrp="1"/>
          </p:cNvSpPr>
          <p:nvPr/>
        </p:nvSpPr>
        <p:spPr>
          <a:xfrm rot="0">
            <a:off x="6534136" y="8750928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257" name="MisIndexed">
            <a:extLst>
              <a:ext uri="{FF2B5EF4-FFF2-40B4-BE49-F238E27FC236}">
                <ns2:creationId id="{E59A0EC5-3FA7-414A-A740-FE48AFE1EDBF}"/>
              </a:ext>
            </a:extLst>
          </p:cNvPr>
          <p:cNvSpPr>
            <a:spLocks noGrp="1"/>
          </p:cNvSpPr>
          <p:nvPr/>
        </p:nvSpPr>
        <p:spPr>
          <a:xfrm rot="0">
            <a:off x="8913095" y="8751901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258" name="W01">
            <a:extLst>
              <a:ext uri="{FF2B5EF4-FFF2-40B4-BE49-F238E27FC236}">
                <ns2:creationId id="{ACB85AB2-D420-49E8-A042-5E6D5C75C16E}"/>
              </a:ext>
            </a:extLst>
          </p:cNvPr>
          <p:cNvSpPr>
            <a:spLocks noGrp="1"/>
          </p:cNvSpPr>
          <p:nvPr/>
        </p:nvSpPr>
        <p:spPr>
          <a:xfrm rot="0">
            <a:off x="2965698" y="9066657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259" name="0.0026">
            <a:extLst>
              <a:ext uri="{FF2B5EF4-FFF2-40B4-BE49-F238E27FC236}">
                <ns2:creationId id="{C06A02D8-455C-463C-BC5C-68D839F9AF21}"/>
              </a:ext>
            </a:extLst>
          </p:cNvPr>
          <p:cNvSpPr>
            <a:spLocks noGrp="1"/>
          </p:cNvSpPr>
          <p:nvPr/>
        </p:nvSpPr>
        <p:spPr>
          <a:xfrm rot="0">
            <a:off x="5693004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0.0026</a:t>
            </a:r>
          </a:p>
        </p:txBody>
      </p:sp>
      <p:sp>
        <p:nvSpPr>
          <p:cNvPr id="260" name="0.0031">
            <a:extLst>
              <a:ext uri="{FF2B5EF4-FFF2-40B4-BE49-F238E27FC236}">
                <ns2:creationId id="{7E9935CC-7DE6-450F-9959-529C417348DC}"/>
              </a:ext>
            </a:extLst>
          </p:cNvPr>
          <p:cNvSpPr>
            <a:spLocks noGrp="1"/>
          </p:cNvSpPr>
          <p:nvPr/>
        </p:nvSpPr>
        <p:spPr>
          <a:xfrm rot="0">
            <a:off x="8071963" y="9075523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0.0031</a:t>
            </a:r>
          </a:p>
        </p:txBody>
      </p:sp>
      <p:sp>
        <p:nvSpPr>
          <p:cNvPr id="261" name="0.0224">
            <a:extLst>
              <a:ext uri="{FF2B5EF4-FFF2-40B4-BE49-F238E27FC236}">
                <ns2:creationId id="{2A2455C0-7C8A-471C-88EB-AA850C876B3C}"/>
              </a:ext>
            </a:extLst>
          </p:cNvPr>
          <p:cNvSpPr>
            <a:spLocks noGrp="1"/>
          </p:cNvSpPr>
          <p:nvPr/>
        </p:nvSpPr>
        <p:spPr>
          <a:xfrm rot="0">
            <a:off x="10450921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0.0224</a:t>
            </a:r>
          </a:p>
        </p:txBody>
      </p:sp>
      <p:sp>
        <p:nvSpPr>
          <p:cNvPr id="262" name="W02">
            <a:extLst>
              <a:ext uri="{FF2B5EF4-FFF2-40B4-BE49-F238E27FC236}">
                <ns2:creationId id="{31AF485C-B309-4288-BE99-E6FCD5965638}"/>
              </a:ext>
            </a:extLst>
          </p:cNvPr>
          <p:cNvSpPr>
            <a:spLocks noGrp="1"/>
          </p:cNvSpPr>
          <p:nvPr/>
        </p:nvSpPr>
        <p:spPr>
          <a:xfrm rot="0">
            <a:off x="2965698" y="9324173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263" name="0.0089">
            <a:extLst>
              <a:ext uri="{FF2B5EF4-FFF2-40B4-BE49-F238E27FC236}">
                <ns2:creationId id="{D9064920-07CB-411C-BEBD-023A7C17E98B}"/>
              </a:ext>
            </a:extLst>
          </p:cNvPr>
          <p:cNvSpPr>
            <a:spLocks noGrp="1"/>
          </p:cNvSpPr>
          <p:nvPr/>
        </p:nvSpPr>
        <p:spPr>
          <a:xfrm rot="0">
            <a:off x="5693004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0.0089</a:t>
            </a:r>
          </a:p>
        </p:txBody>
      </p:sp>
      <p:sp>
        <p:nvSpPr>
          <p:cNvPr id="264" name="0.0073">
            <a:extLst>
              <a:ext uri="{FF2B5EF4-FFF2-40B4-BE49-F238E27FC236}">
                <ns2:creationId id="{347020D2-00AE-4D2E-AB7C-F43922D184ED}"/>
              </a:ext>
            </a:extLst>
          </p:cNvPr>
          <p:cNvSpPr>
            <a:spLocks noGrp="1"/>
          </p:cNvSpPr>
          <p:nvPr/>
        </p:nvSpPr>
        <p:spPr>
          <a:xfrm rot="0">
            <a:off x="8071963" y="933303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0.0073</a:t>
            </a:r>
          </a:p>
        </p:txBody>
      </p:sp>
      <p:sp>
        <p:nvSpPr>
          <p:cNvPr id="265" name="0.0082">
            <a:extLst>
              <a:ext uri="{FF2B5EF4-FFF2-40B4-BE49-F238E27FC236}">
                <ns2:creationId id="{71687DC5-5733-44EE-ADB8-E01F2D6C927C}"/>
              </a:ext>
            </a:extLst>
          </p:cNvPr>
          <p:cNvSpPr>
            <a:spLocks noGrp="1"/>
          </p:cNvSpPr>
          <p:nvPr/>
        </p:nvSpPr>
        <p:spPr>
          <a:xfrm rot="0">
            <a:off x="10450921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0.0082</a:t>
            </a:r>
          </a:p>
        </p:txBody>
      </p:sp>
      <p:sp>
        <p:nvSpPr>
          <p:cNvPr id="266" name="W03">
            <a:extLst>
              <a:ext uri="{FF2B5EF4-FFF2-40B4-BE49-F238E27FC236}">
                <ns2:creationId id="{E21CF642-91F5-410A-ABE2-4F379FA0F8E7}"/>
              </a:ext>
            </a:extLst>
          </p:cNvPr>
          <p:cNvSpPr>
            <a:spLocks noGrp="1"/>
          </p:cNvSpPr>
          <p:nvPr/>
        </p:nvSpPr>
        <p:spPr>
          <a:xfrm rot="0">
            <a:off x="2965698" y="958168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267" name="0.0522">
            <a:extLst>
              <a:ext uri="{FF2B5EF4-FFF2-40B4-BE49-F238E27FC236}">
                <ns2:creationId id="{FF98FE6C-D37A-4D22-87B4-7D0FD541C2A3}"/>
              </a:ext>
            </a:extLst>
          </p:cNvPr>
          <p:cNvSpPr>
            <a:spLocks noGrp="1"/>
          </p:cNvSpPr>
          <p:nvPr/>
        </p:nvSpPr>
        <p:spPr>
          <a:xfrm rot="0">
            <a:off x="5693004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0.0522</a:t>
            </a:r>
          </a:p>
        </p:txBody>
      </p:sp>
      <p:sp>
        <p:nvSpPr>
          <p:cNvPr id="268" name="0.0184">
            <a:extLst>
              <a:ext uri="{FF2B5EF4-FFF2-40B4-BE49-F238E27FC236}">
                <ns2:creationId id="{BE5093FF-B9DF-483E-A57E-6FE10B33F2DE}"/>
              </a:ext>
            </a:extLst>
          </p:cNvPr>
          <p:cNvSpPr>
            <a:spLocks noGrp="1"/>
          </p:cNvSpPr>
          <p:nvPr/>
        </p:nvSpPr>
        <p:spPr>
          <a:xfrm rot="0">
            <a:off x="8071963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0.0184</a:t>
            </a:r>
          </a:p>
        </p:txBody>
      </p:sp>
      <p:sp>
        <p:nvSpPr>
          <p:cNvPr id="269" name="0.0134">
            <a:extLst>
              <a:ext uri="{FF2B5EF4-FFF2-40B4-BE49-F238E27FC236}">
                <ns2:creationId id="{93C88F7D-2685-4B8F-8E81-B51F1F9E772D}"/>
              </a:ext>
            </a:extLst>
          </p:cNvPr>
          <p:cNvSpPr>
            <a:spLocks noGrp="1"/>
          </p:cNvSpPr>
          <p:nvPr/>
        </p:nvSpPr>
        <p:spPr>
          <a:xfrm rot="0">
            <a:off x="10450921" y="9590555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0.0134</a:t>
            </a:r>
          </a:p>
        </p:txBody>
      </p:sp>
      <p:sp>
        <p:nvSpPr>
          <p:cNvPr id="270" name="W04">
            <a:extLst>
              <a:ext uri="{FF2B5EF4-FFF2-40B4-BE49-F238E27FC236}">
                <ns2:creationId id="{9A3667F6-E8A7-4E6D-AEE8-F68523BA8995}"/>
              </a:ext>
            </a:extLst>
          </p:cNvPr>
          <p:cNvSpPr>
            <a:spLocks noGrp="1"/>
          </p:cNvSpPr>
          <p:nvPr/>
        </p:nvSpPr>
        <p:spPr>
          <a:xfrm rot="0">
            <a:off x="2965698" y="983920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71" name="0.0046">
            <a:extLst>
              <a:ext uri="{FF2B5EF4-FFF2-40B4-BE49-F238E27FC236}">
                <ns2:creationId id="{C24A5FE1-22FC-4BED-8A66-50F9A083BB69}"/>
              </a:ext>
            </a:extLst>
          </p:cNvPr>
          <p:cNvSpPr>
            <a:spLocks noGrp="1"/>
          </p:cNvSpPr>
          <p:nvPr/>
        </p:nvSpPr>
        <p:spPr>
          <a:xfrm rot="0">
            <a:off x="5693004" y="984807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0.0046</a:t>
            </a:r>
          </a:p>
        </p:txBody>
      </p:sp>
      <p:sp>
        <p:nvSpPr>
          <p:cNvPr id="272" name="0.0360">
            <a:extLst>
              <a:ext uri="{FF2B5EF4-FFF2-40B4-BE49-F238E27FC236}">
                <ns2:creationId id="{CA2B9583-CA7F-4DCD-85E3-EAA66CDBAE72}"/>
              </a:ext>
            </a:extLst>
          </p:cNvPr>
          <p:cNvSpPr>
            <a:spLocks noGrp="1"/>
          </p:cNvSpPr>
          <p:nvPr/>
        </p:nvSpPr>
        <p:spPr>
          <a:xfrm rot="0">
            <a:off x="8071963" y="984807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0.0360</a:t>
            </a:r>
          </a:p>
        </p:txBody>
      </p:sp>
      <p:sp>
        <p:nvSpPr>
          <p:cNvPr id="273" name="0.0059">
            <a:extLst>
              <a:ext uri="{FF2B5EF4-FFF2-40B4-BE49-F238E27FC236}">
                <ns2:creationId id="{4BA98F4E-D6B1-4259-A3B7-9FF21ED79D19}"/>
              </a:ext>
            </a:extLst>
          </p:cNvPr>
          <p:cNvSpPr>
            <a:spLocks noGrp="1"/>
          </p:cNvSpPr>
          <p:nvPr/>
        </p:nvSpPr>
        <p:spPr>
          <a:xfrm rot="0">
            <a:off x="10450921" y="984807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0.0059</a:t>
            </a:r>
          </a:p>
        </p:txBody>
      </p:sp>
      <p:sp>
        <p:nvSpPr>
          <p:cNvPr id="274" name="W05">
            <a:extLst>
              <a:ext uri="{FF2B5EF4-FFF2-40B4-BE49-F238E27FC236}">
                <ns2:creationId id="{007F9D34-3400-4FF4-B336-4320F20BFAA8}"/>
              </a:ext>
            </a:extLst>
          </p:cNvPr>
          <p:cNvSpPr>
            <a:spLocks noGrp="1"/>
          </p:cNvSpPr>
          <p:nvPr/>
        </p:nvSpPr>
        <p:spPr>
          <a:xfrm rot="0">
            <a:off x="2965698" y="10096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75" name="0.0021">
            <a:extLst>
              <a:ext uri="{FF2B5EF4-FFF2-40B4-BE49-F238E27FC236}">
                <ns2:creationId id="{1BD24375-6575-49B7-9D59-BB89C7898E0D}"/>
              </a:ext>
            </a:extLst>
          </p:cNvPr>
          <p:cNvSpPr>
            <a:spLocks noGrp="1"/>
          </p:cNvSpPr>
          <p:nvPr/>
        </p:nvSpPr>
        <p:spPr>
          <a:xfrm rot="0">
            <a:off x="5693004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0.0021</a:t>
            </a:r>
          </a:p>
        </p:txBody>
      </p:sp>
      <p:sp>
        <p:nvSpPr>
          <p:cNvPr id="276" name="0.0147">
            <a:extLst>
              <a:ext uri="{FF2B5EF4-FFF2-40B4-BE49-F238E27FC236}">
                <ns2:creationId id="{14599C4D-7642-4AE2-AEB2-17F57135A3B6}"/>
              </a:ext>
            </a:extLst>
          </p:cNvPr>
          <p:cNvSpPr>
            <a:spLocks noGrp="1"/>
          </p:cNvSpPr>
          <p:nvPr/>
        </p:nvSpPr>
        <p:spPr>
          <a:xfrm rot="0">
            <a:off x="8071963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0.0147</a:t>
            </a:r>
          </a:p>
        </p:txBody>
      </p:sp>
      <p:sp>
        <p:nvSpPr>
          <p:cNvPr id="277" name="0.0172">
            <a:extLst>
              <a:ext uri="{FF2B5EF4-FFF2-40B4-BE49-F238E27FC236}">
                <ns2:creationId id="{3BC8A890-421D-4019-BF73-B8A1B4213776}"/>
              </a:ext>
            </a:extLst>
          </p:cNvPr>
          <p:cNvSpPr>
            <a:spLocks noGrp="1"/>
          </p:cNvSpPr>
          <p:nvPr/>
        </p:nvSpPr>
        <p:spPr>
          <a:xfrm rot="0">
            <a:off x="10450921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0.0172</a:t>
            </a:r>
          </a:p>
        </p:txBody>
      </p:sp>
      <p:sp>
        <p:nvSpPr>
          <p:cNvPr id="278" name="Mean">
            <a:extLst>
              <a:ext uri="{FF2B5EF4-FFF2-40B4-BE49-F238E27FC236}">
                <ns2:creationId id="{093EAD40-B82A-4229-81FF-929CF9901327}"/>
              </a:ext>
            </a:extLst>
          </p:cNvPr>
          <p:cNvSpPr>
            <a:spLocks noGrp="1"/>
          </p:cNvSpPr>
          <p:nvPr/>
        </p:nvSpPr>
        <p:spPr>
          <a:xfrm rot="0">
            <a:off x="2965698" y="1043627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79" name="0.0141">
            <a:extLst>
              <a:ext uri="{FF2B5EF4-FFF2-40B4-BE49-F238E27FC236}">
                <ns2:creationId id="{7D980ADA-E2A7-4362-BFC9-B531CD1BBCA5}"/>
              </a:ext>
            </a:extLst>
          </p:cNvPr>
          <p:cNvSpPr>
            <a:spLocks noGrp="1"/>
          </p:cNvSpPr>
          <p:nvPr/>
        </p:nvSpPr>
        <p:spPr>
          <a:xfrm rot="0">
            <a:off x="5693004" y="10445135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0.0141</a:t>
            </a:r>
          </a:p>
        </p:txBody>
      </p:sp>
      <p:sp>
        <p:nvSpPr>
          <p:cNvPr id="280" name="0.0159">
            <a:extLst>
              <a:ext uri="{FF2B5EF4-FFF2-40B4-BE49-F238E27FC236}">
                <ns2:creationId id="{2B8E569A-A074-4004-99D1-1BBE1D20DB82}"/>
              </a:ext>
            </a:extLst>
          </p:cNvPr>
          <p:cNvSpPr>
            <a:spLocks noGrp="1"/>
          </p:cNvSpPr>
          <p:nvPr/>
        </p:nvSpPr>
        <p:spPr>
          <a:xfrm rot="0">
            <a:off x="8071963" y="1044513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0.0159</a:t>
            </a:r>
          </a:p>
        </p:txBody>
      </p:sp>
      <p:sp>
        <p:nvSpPr>
          <p:cNvPr id="281" name="0.0134">
            <a:extLst>
              <a:ext uri="{FF2B5EF4-FFF2-40B4-BE49-F238E27FC236}">
                <ns2:creationId id="{01C84AFA-5CC9-4F0C-8158-A1C1B1129450}"/>
              </a:ext>
            </a:extLst>
          </p:cNvPr>
          <p:cNvSpPr>
            <a:spLocks noGrp="1"/>
          </p:cNvSpPr>
          <p:nvPr/>
        </p:nvSpPr>
        <p:spPr>
          <a:xfrm rot="0">
            <a:off x="10450921" y="10445135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0.0134</a:t>
            </a:r>
          </a:p>
        </p:txBody>
      </p:sp>
    </p:spTree>
    <p:extLst>
      <p:ext uri="{BB962C8B-B14F-4D97-AF65-F5344CB8AC3E}">
        <ns3:creationId val="1119205549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1 (m–p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5" name="Figure S1 (m–p) plot object 0">
            <a:extLst>
              <a:ext uri="{FF2B5EF4-FFF2-40B4-BE49-F238E27FC236}">
                <ns2:creationId id="{6EC8390E-F25A-4FAF-8C11-A2A322808714}"/>
              </a:ext>
            </a:extLst>
          </p:cNvPr>
          <p:cNvSpPr>
            <a:spLocks noGrp="1"/>
          </p:cNvSpPr>
          <p:nvPr/>
        </p:nvSpPr>
        <p:spPr>
          <a:xfrm>
            <a:off x="2290107" y="342900"/>
            <a:ext cx="9135787" cy="10744200"/>
          </a:xfrm>
          <a:custGeom>
            <a:pathLst>
              <a:path w="9135787" h="10744200">
                <a:moveTo>
                  <a:pt x="0" y="10744200"/>
                </a:moveTo>
                <a:lnTo>
                  <a:pt x="9135787" y="10744200"/>
                </a:lnTo>
                <a:lnTo>
                  <a:pt x="913578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7871">
            <a:noFill/>
            <a:prstDash val="solid"/>
          </a:ln>
        </p:spPr>
      </p:sp>
      <p:sp>
        <p:nvSpPr>
          <p:cNvPr id="2" name="Figure S1 (m–p) plot object 1">
            <a:extLst>
              <a:ext uri="{FF2B5EF4-FFF2-40B4-BE49-F238E27FC236}">
                <ns2:creationId id="{DD93434B-79F1-45F5-94F3-B74E1C2A8260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" name="Figure S1 (m–p) plot object 2">
            <a:extLst>
              <a:ext uri="{FF2B5EF4-FFF2-40B4-BE49-F238E27FC236}">
                <ns2:creationId id="{0A157442-191B-428F-8CDA-E3080BC49CD7}"/>
              </a:ext>
            </a:extLst>
          </p:cNvPr>
          <p:cNvSpPr>
            <a:spLocks noGrp="1"/>
          </p:cNvSpPr>
          <p:nvPr/>
        </p:nvSpPr>
        <p:spPr>
          <a:xfrm>
            <a:off x="4155177" y="1248518"/>
            <a:ext cx="671022" cy="103006"/>
          </a:xfrm>
          <a:custGeom>
            <a:pathLst>
              <a:path w="671022" h="103006">
                <a:moveTo>
                  <a:pt x="0" y="103006"/>
                </a:moveTo>
                <a:lnTo>
                  <a:pt x="671022" y="103006"/>
                </a:lnTo>
                <a:lnTo>
                  <a:pt x="67102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4" name="Figure S1 (m–p) plot object 3">
            <a:extLst>
              <a:ext uri="{FF2B5EF4-FFF2-40B4-BE49-F238E27FC236}">
                <ns2:creationId id="{B6014618-A939-4393-B918-6A7A6F61EF76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5" name="Figure S1 (m–p) plot object 4">
            <a:extLst>
              <a:ext uri="{FF2B5EF4-FFF2-40B4-BE49-F238E27FC236}">
                <ns2:creationId id="{AC4DEE20-DA44-43FA-ABDE-BE6E4E5E99EA}"/>
              </a:ext>
            </a:extLst>
          </p:cNvPr>
          <p:cNvSpPr>
            <a:spLocks noGrp="1"/>
          </p:cNvSpPr>
          <p:nvPr/>
        </p:nvSpPr>
        <p:spPr>
          <a:xfrm>
            <a:off x="6534136" y="1248518"/>
            <a:ext cx="762076" cy="103006"/>
          </a:xfrm>
          <a:custGeom>
            <a:pathLst>
              <a:path w="762076" h="103006">
                <a:moveTo>
                  <a:pt x="0" y="103006"/>
                </a:moveTo>
                <a:lnTo>
                  <a:pt x="762076" y="103006"/>
                </a:lnTo>
                <a:lnTo>
                  <a:pt x="76207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6" name="Figure S1 (m–p) plot object 5">
            <a:extLst>
              <a:ext uri="{FF2B5EF4-FFF2-40B4-BE49-F238E27FC236}">
                <ns2:creationId id="{B756D82B-6050-4D1E-B081-36D93B922464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" name="Figure S1 (m–p) plot object 6">
            <a:extLst>
              <a:ext uri="{FF2B5EF4-FFF2-40B4-BE49-F238E27FC236}">
                <ns2:creationId id="{15E8389C-3D7D-4348-8FB4-5DEB10DB649B}"/>
              </a:ext>
            </a:extLst>
          </p:cNvPr>
          <p:cNvSpPr>
            <a:spLocks noGrp="1"/>
          </p:cNvSpPr>
          <p:nvPr/>
        </p:nvSpPr>
        <p:spPr>
          <a:xfrm>
            <a:off x="8913095" y="1248518"/>
            <a:ext cx="581163" cy="103006"/>
          </a:xfrm>
          <a:custGeom>
            <a:pathLst>
              <a:path w="581163" h="103006">
                <a:moveTo>
                  <a:pt x="0" y="103006"/>
                </a:moveTo>
                <a:lnTo>
                  <a:pt x="581163" y="103006"/>
                </a:lnTo>
                <a:lnTo>
                  <a:pt x="5811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" name="Figure S1 (m–p) plot object 7">
            <a:extLst>
              <a:ext uri="{FF2B5EF4-FFF2-40B4-BE49-F238E27FC236}">
                <ns2:creationId id="{D87DE2FC-C4B9-419F-AF85-F91067C619C7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" name="Figure S1 (m–p) plot object 8">
            <a:extLst>
              <a:ext uri="{FF2B5EF4-FFF2-40B4-BE49-F238E27FC236}">
                <ns2:creationId id="{EF2769A0-361E-4BBA-BAD1-940553009524}"/>
              </a:ext>
            </a:extLst>
          </p:cNvPr>
          <p:cNvSpPr>
            <a:spLocks noGrp="1"/>
          </p:cNvSpPr>
          <p:nvPr/>
        </p:nvSpPr>
        <p:spPr>
          <a:xfrm>
            <a:off x="4155177" y="1506034"/>
            <a:ext cx="1081787" cy="103006"/>
          </a:xfrm>
          <a:custGeom>
            <a:pathLst>
              <a:path w="1081787" h="103006">
                <a:moveTo>
                  <a:pt x="0" y="103006"/>
                </a:moveTo>
                <a:lnTo>
                  <a:pt x="1081787" y="103006"/>
                </a:lnTo>
                <a:lnTo>
                  <a:pt x="108178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" name="Figure S1 (m–p) plot object 9">
            <a:extLst>
              <a:ext uri="{FF2B5EF4-FFF2-40B4-BE49-F238E27FC236}">
                <ns2:creationId id="{7874F28D-03D9-44E9-84B9-ED128EE88547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1" name="Figure S1 (m–p) plot object 10">
            <a:extLst>
              <a:ext uri="{FF2B5EF4-FFF2-40B4-BE49-F238E27FC236}">
                <ns2:creationId id="{1D2D2267-D82B-4F6E-9943-E4DF06D4FB9B}"/>
              </a:ext>
            </a:extLst>
          </p:cNvPr>
          <p:cNvSpPr>
            <a:spLocks noGrp="1"/>
          </p:cNvSpPr>
          <p:nvPr/>
        </p:nvSpPr>
        <p:spPr>
          <a:xfrm>
            <a:off x="6534136" y="1506034"/>
            <a:ext cx="722488" cy="103006"/>
          </a:xfrm>
          <a:custGeom>
            <a:pathLst>
              <a:path w="722488" h="103006">
                <a:moveTo>
                  <a:pt x="0" y="103006"/>
                </a:moveTo>
                <a:lnTo>
                  <a:pt x="722488" y="103006"/>
                </a:lnTo>
                <a:lnTo>
                  <a:pt x="722488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2" name="Figure S1 (m–p) plot object 11">
            <a:extLst>
              <a:ext uri="{FF2B5EF4-FFF2-40B4-BE49-F238E27FC236}">
                <ns2:creationId id="{3AA3AF89-4F42-44B9-A4B8-21A3B7485508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3" name="Figure S1 (m–p) plot object 12">
            <a:extLst>
              <a:ext uri="{FF2B5EF4-FFF2-40B4-BE49-F238E27FC236}">
                <ns2:creationId id="{AD5698D3-AEF3-4FBE-B54A-723063D0E67B}"/>
              </a:ext>
            </a:extLst>
          </p:cNvPr>
          <p:cNvSpPr>
            <a:spLocks noGrp="1"/>
          </p:cNvSpPr>
          <p:nvPr/>
        </p:nvSpPr>
        <p:spPr>
          <a:xfrm>
            <a:off x="8913095" y="1506034"/>
            <a:ext cx="1085089" cy="103006"/>
          </a:xfrm>
          <a:custGeom>
            <a:pathLst>
              <a:path w="1085089" h="103006">
                <a:moveTo>
                  <a:pt x="0" y="103006"/>
                </a:moveTo>
                <a:lnTo>
                  <a:pt x="1085089" y="103006"/>
                </a:lnTo>
                <a:lnTo>
                  <a:pt x="108508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" name="Figure S1 (m–p) plot object 13">
            <a:extLst>
              <a:ext uri="{FF2B5EF4-FFF2-40B4-BE49-F238E27FC236}">
                <ns2:creationId id="{2AE274CD-DFF5-40D3-AFF3-60E2B452C851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" name="Figure S1 (m–p) plot object 14">
            <a:extLst>
              <a:ext uri="{FF2B5EF4-FFF2-40B4-BE49-F238E27FC236}">
                <ns2:creationId id="{0439DA2C-A7F5-47D7-985F-F869057045B0}"/>
              </a:ext>
            </a:extLst>
          </p:cNvPr>
          <p:cNvSpPr>
            <a:spLocks noGrp="1"/>
          </p:cNvSpPr>
          <p:nvPr/>
        </p:nvSpPr>
        <p:spPr>
          <a:xfrm>
            <a:off x="4155177" y="1763549"/>
            <a:ext cx="1307237" cy="103006"/>
          </a:xfrm>
          <a:custGeom>
            <a:pathLst>
              <a:path w="1307237" h="103006">
                <a:moveTo>
                  <a:pt x="0" y="103006"/>
                </a:moveTo>
                <a:lnTo>
                  <a:pt x="1307237" y="103006"/>
                </a:lnTo>
                <a:lnTo>
                  <a:pt x="130723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" name="Figure S1 (m–p) plot object 15">
            <a:extLst>
              <a:ext uri="{FF2B5EF4-FFF2-40B4-BE49-F238E27FC236}">
                <ns2:creationId id="{97AEFB42-B139-4417-9C93-6FEF4F92A11D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" name="Figure S1 (m–p) plot object 16">
            <a:extLst>
              <a:ext uri="{FF2B5EF4-FFF2-40B4-BE49-F238E27FC236}">
                <ns2:creationId id="{A388D6C2-DE70-4096-A30A-40790B936F76}"/>
              </a:ext>
            </a:extLst>
          </p:cNvPr>
          <p:cNvSpPr>
            <a:spLocks noGrp="1"/>
          </p:cNvSpPr>
          <p:nvPr/>
        </p:nvSpPr>
        <p:spPr>
          <a:xfrm>
            <a:off x="6534136" y="1763549"/>
            <a:ext cx="644410" cy="103006"/>
          </a:xfrm>
          <a:custGeom>
            <a:pathLst>
              <a:path w="644410" h="103006">
                <a:moveTo>
                  <a:pt x="0" y="103006"/>
                </a:moveTo>
                <a:lnTo>
                  <a:pt x="644410" y="103006"/>
                </a:lnTo>
                <a:lnTo>
                  <a:pt x="64441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8" name="Figure S1 (m–p) plot object 17">
            <a:extLst>
              <a:ext uri="{FF2B5EF4-FFF2-40B4-BE49-F238E27FC236}">
                <ns2:creationId id="{9525438C-1036-40A5-AF2E-D39D99D7CE06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9" name="Figure S1 (m–p) plot object 18">
            <a:extLst>
              <a:ext uri="{FF2B5EF4-FFF2-40B4-BE49-F238E27FC236}">
                <ns2:creationId id="{3489A2B8-9EE4-4C80-9242-880B2AEB621F}"/>
              </a:ext>
            </a:extLst>
          </p:cNvPr>
          <p:cNvSpPr>
            <a:spLocks noGrp="1"/>
          </p:cNvSpPr>
          <p:nvPr/>
        </p:nvSpPr>
        <p:spPr>
          <a:xfrm>
            <a:off x="8913095" y="1763549"/>
            <a:ext cx="842180" cy="103006"/>
          </a:xfrm>
          <a:custGeom>
            <a:pathLst>
              <a:path w="842180" h="103006">
                <a:moveTo>
                  <a:pt x="0" y="103006"/>
                </a:moveTo>
                <a:lnTo>
                  <a:pt x="842180" y="103006"/>
                </a:lnTo>
                <a:lnTo>
                  <a:pt x="84218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0" name="Figure S1 (m–p) plot object 19">
            <a:extLst>
              <a:ext uri="{FF2B5EF4-FFF2-40B4-BE49-F238E27FC236}">
                <ns2:creationId id="{BD00EEAF-FD86-4D1B-BB34-0D2D8D1134F5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" name="Figure S1 (m–p) plot object 20">
            <a:extLst>
              <a:ext uri="{FF2B5EF4-FFF2-40B4-BE49-F238E27FC236}">
                <ns2:creationId id="{F0E9C965-4CD3-4522-B57D-C5A25AC21F9B}"/>
              </a:ext>
            </a:extLst>
          </p:cNvPr>
          <p:cNvSpPr>
            <a:spLocks noGrp="1"/>
          </p:cNvSpPr>
          <p:nvPr/>
        </p:nvSpPr>
        <p:spPr>
          <a:xfrm>
            <a:off x="4155177" y="2021065"/>
            <a:ext cx="668481" cy="103006"/>
          </a:xfrm>
          <a:custGeom>
            <a:pathLst>
              <a:path w="668481" h="103006">
                <a:moveTo>
                  <a:pt x="0" y="103006"/>
                </a:moveTo>
                <a:lnTo>
                  <a:pt x="668481" y="103006"/>
                </a:lnTo>
                <a:lnTo>
                  <a:pt x="668481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" name="Figure S1 (m–p) plot object 21">
            <a:extLst>
              <a:ext uri="{FF2B5EF4-FFF2-40B4-BE49-F238E27FC236}">
                <ns2:creationId id="{E2D94DCF-ECE3-43FF-AA56-26AB1A54BE2D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" name="Figure S1 (m–p) plot object 22">
            <a:extLst>
              <a:ext uri="{FF2B5EF4-FFF2-40B4-BE49-F238E27FC236}">
                <ns2:creationId id="{340BD8DD-126A-41E1-91C4-7F8396FBFB52}"/>
              </a:ext>
            </a:extLst>
          </p:cNvPr>
          <p:cNvSpPr>
            <a:spLocks noGrp="1"/>
          </p:cNvSpPr>
          <p:nvPr/>
        </p:nvSpPr>
        <p:spPr>
          <a:xfrm>
            <a:off x="6534136" y="2021065"/>
            <a:ext cx="880547" cy="103006"/>
          </a:xfrm>
          <a:custGeom>
            <a:pathLst>
              <a:path w="880547" h="103006">
                <a:moveTo>
                  <a:pt x="0" y="103006"/>
                </a:moveTo>
                <a:lnTo>
                  <a:pt x="880547" y="103006"/>
                </a:lnTo>
                <a:lnTo>
                  <a:pt x="8805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" name="Figure S1 (m–p) plot object 23">
            <a:extLst>
              <a:ext uri="{FF2B5EF4-FFF2-40B4-BE49-F238E27FC236}">
                <ns2:creationId id="{C4D4AAD2-864A-4B91-89B1-4004BC653559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5" name="Figure S1 (m–p) plot object 24">
            <a:extLst>
              <a:ext uri="{FF2B5EF4-FFF2-40B4-BE49-F238E27FC236}">
                <ns2:creationId id="{295C7C0E-F0E8-41AB-9523-46844F048EF1}"/>
              </a:ext>
            </a:extLst>
          </p:cNvPr>
          <p:cNvSpPr>
            <a:spLocks noGrp="1"/>
          </p:cNvSpPr>
          <p:nvPr/>
        </p:nvSpPr>
        <p:spPr>
          <a:xfrm>
            <a:off x="8913095" y="2021065"/>
            <a:ext cx="794402" cy="103006"/>
          </a:xfrm>
          <a:custGeom>
            <a:pathLst>
              <a:path w="794402" h="103006">
                <a:moveTo>
                  <a:pt x="0" y="103006"/>
                </a:moveTo>
                <a:lnTo>
                  <a:pt x="794402" y="103006"/>
                </a:lnTo>
                <a:lnTo>
                  <a:pt x="794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6" name="Figure S1 (m–p) plot object 25">
            <a:extLst>
              <a:ext uri="{FF2B5EF4-FFF2-40B4-BE49-F238E27FC236}">
                <ns2:creationId id="{170AA934-CA1E-495E-AFBC-A3F27D6B275C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7" name="Figure S1 (m–p) plot object 26">
            <a:extLst>
              <a:ext uri="{FF2B5EF4-FFF2-40B4-BE49-F238E27FC236}">
                <ns2:creationId id="{1ECFA666-120C-4689-80BF-9B4D61E94368}"/>
              </a:ext>
            </a:extLst>
          </p:cNvPr>
          <p:cNvSpPr>
            <a:spLocks noGrp="1"/>
          </p:cNvSpPr>
          <p:nvPr/>
        </p:nvSpPr>
        <p:spPr>
          <a:xfrm>
            <a:off x="4155177" y="2278581"/>
            <a:ext cx="959419" cy="103006"/>
          </a:xfrm>
          <a:custGeom>
            <a:pathLst>
              <a:path w="959419" h="103006">
                <a:moveTo>
                  <a:pt x="0" y="103006"/>
                </a:moveTo>
                <a:lnTo>
                  <a:pt x="959419" y="103006"/>
                </a:lnTo>
                <a:lnTo>
                  <a:pt x="95941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8" name="Figure S1 (m–p) plot object 27">
            <a:extLst>
              <a:ext uri="{FF2B5EF4-FFF2-40B4-BE49-F238E27FC236}">
                <ns2:creationId id="{56EA5DA9-14FC-4B39-873F-6882241E5C21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9" name="Figure S1 (m–p) plot object 28">
            <a:extLst>
              <a:ext uri="{FF2B5EF4-FFF2-40B4-BE49-F238E27FC236}">
                <ns2:creationId id="{82EBD6C2-715E-4960-ACC1-B00CDA20A89D}"/>
              </a:ext>
            </a:extLst>
          </p:cNvPr>
          <p:cNvSpPr>
            <a:spLocks noGrp="1"/>
          </p:cNvSpPr>
          <p:nvPr/>
        </p:nvSpPr>
        <p:spPr>
          <a:xfrm>
            <a:off x="6534136" y="2278581"/>
            <a:ext cx="1416911" cy="103006"/>
          </a:xfrm>
          <a:custGeom>
            <a:pathLst>
              <a:path w="1416911" h="103006">
                <a:moveTo>
                  <a:pt x="0" y="103006"/>
                </a:moveTo>
                <a:lnTo>
                  <a:pt x="1416911" y="103006"/>
                </a:lnTo>
                <a:lnTo>
                  <a:pt x="141691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0" name="Figure S1 (m–p) plot object 29">
            <a:extLst>
              <a:ext uri="{FF2B5EF4-FFF2-40B4-BE49-F238E27FC236}">
                <ns2:creationId id="{527C77A9-99DD-497C-8BEB-8275103318D9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1" name="Figure S1 (m–p) plot object 30">
            <a:extLst>
              <a:ext uri="{FF2B5EF4-FFF2-40B4-BE49-F238E27FC236}">
                <ns2:creationId id="{0C89DBC9-7B51-4ECE-BB5B-E718AB6F068A}"/>
              </a:ext>
            </a:extLst>
          </p:cNvPr>
          <p:cNvSpPr>
            <a:spLocks noGrp="1"/>
          </p:cNvSpPr>
          <p:nvPr/>
        </p:nvSpPr>
        <p:spPr>
          <a:xfrm>
            <a:off x="8913095" y="2278581"/>
            <a:ext cx="878404" cy="103006"/>
          </a:xfrm>
          <a:custGeom>
            <a:pathLst>
              <a:path w="878404" h="103006">
                <a:moveTo>
                  <a:pt x="0" y="103006"/>
                </a:moveTo>
                <a:lnTo>
                  <a:pt x="878404" y="103006"/>
                </a:lnTo>
                <a:lnTo>
                  <a:pt x="878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2" name="Figure S1 (m–p) plot object 31">
            <a:extLst>
              <a:ext uri="{FF2B5EF4-FFF2-40B4-BE49-F238E27FC236}">
                <ns2:creationId id="{0D0CE91E-CF5D-489A-A086-57BF49144394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3" name="Figure S1 (m–p) plot object 32">
            <a:extLst>
              <a:ext uri="{FF2B5EF4-FFF2-40B4-BE49-F238E27FC236}">
                <ns2:creationId id="{A903D38E-E4D6-4849-AC1F-5BD74707916F}"/>
              </a:ext>
            </a:extLst>
          </p:cNvPr>
          <p:cNvSpPr>
            <a:spLocks noGrp="1"/>
          </p:cNvSpPr>
          <p:nvPr/>
        </p:nvSpPr>
        <p:spPr>
          <a:xfrm>
            <a:off x="4155177" y="2618034"/>
            <a:ext cx="937589" cy="103006"/>
          </a:xfrm>
          <a:custGeom>
            <a:pathLst>
              <a:path w="937589" h="103006">
                <a:moveTo>
                  <a:pt x="0" y="103006"/>
                </a:moveTo>
                <a:lnTo>
                  <a:pt x="937589" y="103006"/>
                </a:lnTo>
                <a:lnTo>
                  <a:pt x="93758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34" name="Figure S1 (m–p) plot object 33">
            <a:extLst>
              <a:ext uri="{FF2B5EF4-FFF2-40B4-BE49-F238E27FC236}">
                <ns2:creationId id="{3CF21837-BDA6-4943-9455-549011F0ADA4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5" name="Figure S1 (m–p) plot object 34">
            <a:extLst>
              <a:ext uri="{FF2B5EF4-FFF2-40B4-BE49-F238E27FC236}">
                <ns2:creationId id="{8CF845A0-89B3-462A-91E6-CDA762CB2D73}"/>
              </a:ext>
            </a:extLst>
          </p:cNvPr>
          <p:cNvSpPr>
            <a:spLocks noGrp="1"/>
          </p:cNvSpPr>
          <p:nvPr/>
        </p:nvSpPr>
        <p:spPr>
          <a:xfrm>
            <a:off x="6534136" y="2618034"/>
            <a:ext cx="885286" cy="103006"/>
          </a:xfrm>
          <a:custGeom>
            <a:pathLst>
              <a:path w="885286" h="103006">
                <a:moveTo>
                  <a:pt x="0" y="103006"/>
                </a:moveTo>
                <a:lnTo>
                  <a:pt x="885286" y="103006"/>
                </a:lnTo>
                <a:lnTo>
                  <a:pt x="885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36" name="Figure S1 (m–p) plot object 35">
            <a:extLst>
              <a:ext uri="{FF2B5EF4-FFF2-40B4-BE49-F238E27FC236}">
                <ns2:creationId id="{F877134A-6D5E-40D6-A5FC-E8EA0FA6E8F4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37" name="Figure S1 (m–p) plot object 36">
            <a:extLst>
              <a:ext uri="{FF2B5EF4-FFF2-40B4-BE49-F238E27FC236}">
                <ns2:creationId id="{47334273-70C7-45EF-A38E-68F62C018585}"/>
              </a:ext>
            </a:extLst>
          </p:cNvPr>
          <p:cNvSpPr>
            <a:spLocks noGrp="1"/>
          </p:cNvSpPr>
          <p:nvPr/>
        </p:nvSpPr>
        <p:spPr>
          <a:xfrm>
            <a:off x="8913095" y="2618034"/>
            <a:ext cx="836247" cy="103006"/>
          </a:xfrm>
          <a:custGeom>
            <a:pathLst>
              <a:path w="836247" h="103006">
                <a:moveTo>
                  <a:pt x="0" y="103006"/>
                </a:moveTo>
                <a:lnTo>
                  <a:pt x="836247" y="103006"/>
                </a:lnTo>
                <a:lnTo>
                  <a:pt x="83624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38" name="Figure S1 (m–p) plot object 37">
            <a:extLst>
              <a:ext uri="{FF2B5EF4-FFF2-40B4-BE49-F238E27FC236}">
                <ns2:creationId id="{81428578-AA8C-4FC0-9B49-EE3F9322DC62}"/>
              </a:ext>
            </a:extLst>
          </p:cNvPr>
          <p:cNvSpPr>
            <a:spLocks noGrp="1"/>
          </p:cNvSpPr>
          <p:nvPr/>
        </p:nvSpPr>
        <p:spPr>
          <a:xfrm>
            <a:off x="4155177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39" name="Figure S1 (m–p) plot object 38">
            <a:extLst>
              <a:ext uri="{FF2B5EF4-FFF2-40B4-BE49-F238E27FC236}">
                <ns2:creationId id="{9F40E4C3-05C9-47FD-8F93-4B2C6E928054}"/>
              </a:ext>
            </a:extLst>
          </p:cNvPr>
          <p:cNvSpPr>
            <a:spLocks noGrp="1"/>
          </p:cNvSpPr>
          <p:nvPr/>
        </p:nvSpPr>
        <p:spPr>
          <a:xfrm>
            <a:off x="6534136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40" name="Figure S1 (m–p) plot object 39">
            <a:extLst>
              <a:ext uri="{FF2B5EF4-FFF2-40B4-BE49-F238E27FC236}">
                <ns2:creationId id="{8C86B0FD-9F94-41AC-A99C-BE2F98E400C7}"/>
              </a:ext>
            </a:extLst>
          </p:cNvPr>
          <p:cNvSpPr>
            <a:spLocks noGrp="1"/>
          </p:cNvSpPr>
          <p:nvPr/>
        </p:nvSpPr>
        <p:spPr>
          <a:xfrm>
            <a:off x="8913095" y="1075280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41" name="Figure S1 (m–p) plot object 40">
            <a:extLst>
              <a:ext uri="{FF2B5EF4-FFF2-40B4-BE49-F238E27FC236}">
                <ns2:creationId id="{7D159959-2514-4B5E-985A-451EBFDA5D80}"/>
              </a:ext>
            </a:extLst>
          </p:cNvPr>
          <p:cNvSpPr>
            <a:spLocks noGrp="1"/>
          </p:cNvSpPr>
          <p:nvPr/>
        </p:nvSpPr>
        <p:spPr>
          <a:xfrm>
            <a:off x="2880735" y="247757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42" name="m">
            <a:extLst>
              <a:ext uri="{FF2B5EF4-FFF2-40B4-BE49-F238E27FC236}">
                <ns2:creationId id="{ED110C29-8652-433A-8AF6-B0935FB79E2A}"/>
              </a:ext>
            </a:extLst>
          </p:cNvPr>
          <p:cNvSpPr>
            <a:spLocks noGrp="1"/>
          </p:cNvSpPr>
          <p:nvPr/>
        </p:nvSpPr>
        <p:spPr>
          <a:xfrm rot="0">
            <a:off x="2880735" y="526229"/>
            <a:ext cx="299344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43" name="Crystallization / 12">
            <a:extLst>
              <a:ext uri="{FF2B5EF4-FFF2-40B4-BE49-F238E27FC236}">
                <ns2:creationId id="{F22EDE5C-6D83-4C2D-AA9D-0070A74DE593}"/>
              </a:ext>
            </a:extLst>
          </p:cNvPr>
          <p:cNvSpPr>
            <a:spLocks noGrp="1"/>
          </p:cNvSpPr>
          <p:nvPr/>
        </p:nvSpPr>
        <p:spPr>
          <a:xfrm rot="0">
            <a:off x="3305549" y="559217"/>
            <a:ext cx="18669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Crystallization / 12</a:t>
            </a:r>
          </a:p>
        </p:txBody>
      </p:sp>
      <p:sp>
        <p:nvSpPr>
          <p:cNvPr id="44" name="Fines MAE  0-0.52">
            <a:extLst>
              <a:ext uri="{FF2B5EF4-FFF2-40B4-BE49-F238E27FC236}">
                <ns2:creationId id="{CAF059A0-F895-416F-8CD6-DC0B867BCF7E}"/>
              </a:ext>
            </a:extLst>
          </p:cNvPr>
          <p:cNvSpPr>
            <a:spLocks noGrp="1"/>
          </p:cNvSpPr>
          <p:nvPr/>
        </p:nvSpPr>
        <p:spPr>
          <a:xfrm rot="0">
            <a:off x="10025354" y="573364"/>
            <a:ext cx="1253222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Fines MAE  0-0.52</a:t>
            </a:r>
          </a:p>
        </p:txBody>
      </p:sp>
      <p:sp>
        <p:nvSpPr>
          <p:cNvPr id="45" name="Opaque">
            <a:extLst>
              <a:ext uri="{FF2B5EF4-FFF2-40B4-BE49-F238E27FC236}">
                <ns2:creationId id="{F81AF321-4CBC-4E3D-AB54-A5761538078F}"/>
              </a:ext>
            </a:extLst>
          </p:cNvPr>
          <p:cNvSpPr>
            <a:spLocks noGrp="1"/>
          </p:cNvSpPr>
          <p:nvPr/>
        </p:nvSpPr>
        <p:spPr>
          <a:xfrm rot="0">
            <a:off x="4155177" y="886868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46" name="Aligned">
            <a:extLst>
              <a:ext uri="{FF2B5EF4-FFF2-40B4-BE49-F238E27FC236}">
                <ns2:creationId id="{585D6FAD-B1E9-433E-B96B-7067A516B494}"/>
              </a:ext>
            </a:extLst>
          </p:cNvPr>
          <p:cNvSpPr>
            <a:spLocks noGrp="1"/>
          </p:cNvSpPr>
          <p:nvPr/>
        </p:nvSpPr>
        <p:spPr>
          <a:xfrm rot="0">
            <a:off x="6534136" y="884991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47" name="MisIndexed">
            <a:extLst>
              <a:ext uri="{FF2B5EF4-FFF2-40B4-BE49-F238E27FC236}">
                <ns2:creationId id="{413CE6D6-C4A1-4884-ABDD-1E56C4995D91}"/>
              </a:ext>
            </a:extLst>
          </p:cNvPr>
          <p:cNvSpPr>
            <a:spLocks noGrp="1"/>
          </p:cNvSpPr>
          <p:nvPr/>
        </p:nvSpPr>
        <p:spPr>
          <a:xfrm rot="0">
            <a:off x="8913095" y="885964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48" name="W01">
            <a:extLst>
              <a:ext uri="{FF2B5EF4-FFF2-40B4-BE49-F238E27FC236}">
                <ns2:creationId id="{643EE4DB-1E84-447F-9339-54E0CF218877}"/>
              </a:ext>
            </a:extLst>
          </p:cNvPr>
          <p:cNvSpPr>
            <a:spLocks noGrp="1"/>
          </p:cNvSpPr>
          <p:nvPr/>
        </p:nvSpPr>
        <p:spPr>
          <a:xfrm rot="0">
            <a:off x="2965698" y="1200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49" name="0.2347">
            <a:extLst>
              <a:ext uri="{FF2B5EF4-FFF2-40B4-BE49-F238E27FC236}">
                <ns2:creationId id="{32040D79-7395-4897-9B77-12E80763D7D2}"/>
              </a:ext>
            </a:extLst>
          </p:cNvPr>
          <p:cNvSpPr>
            <a:spLocks noGrp="1"/>
          </p:cNvSpPr>
          <p:nvPr/>
        </p:nvSpPr>
        <p:spPr>
          <a:xfrm rot="0">
            <a:off x="5693004" y="1209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0.2347</a:t>
            </a:r>
          </a:p>
        </p:txBody>
      </p:sp>
      <p:sp>
        <p:nvSpPr>
          <p:cNvPr id="50" name="0.2665">
            <a:extLst>
              <a:ext uri="{FF2B5EF4-FFF2-40B4-BE49-F238E27FC236}">
                <ns2:creationId id="{2FD6426F-B6D6-425F-B8D7-7735080757AB}"/>
              </a:ext>
            </a:extLst>
          </p:cNvPr>
          <p:cNvSpPr>
            <a:spLocks noGrp="1"/>
          </p:cNvSpPr>
          <p:nvPr/>
        </p:nvSpPr>
        <p:spPr>
          <a:xfrm rot="0">
            <a:off x="8071963" y="1209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0.2665</a:t>
            </a:r>
          </a:p>
        </p:txBody>
      </p:sp>
      <p:sp>
        <p:nvSpPr>
          <p:cNvPr id="51" name="0.2033">
            <a:extLst>
              <a:ext uri="{FF2B5EF4-FFF2-40B4-BE49-F238E27FC236}">
                <ns2:creationId id="{1652D04C-B3D4-431A-95D0-D90E580B5CF5}"/>
              </a:ext>
            </a:extLst>
          </p:cNvPr>
          <p:cNvSpPr>
            <a:spLocks noGrp="1"/>
          </p:cNvSpPr>
          <p:nvPr/>
        </p:nvSpPr>
        <p:spPr>
          <a:xfrm rot="0">
            <a:off x="10450921" y="1209586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0.2033</a:t>
            </a:r>
          </a:p>
        </p:txBody>
      </p:sp>
      <p:sp>
        <p:nvSpPr>
          <p:cNvPr id="52" name="W02">
            <a:extLst>
              <a:ext uri="{FF2B5EF4-FFF2-40B4-BE49-F238E27FC236}">
                <ns2:creationId id="{79A2700B-1C4B-4FEF-B8B9-48A88AFBE1D7}"/>
              </a:ext>
            </a:extLst>
          </p:cNvPr>
          <p:cNvSpPr>
            <a:spLocks noGrp="1"/>
          </p:cNvSpPr>
          <p:nvPr/>
        </p:nvSpPr>
        <p:spPr>
          <a:xfrm rot="0">
            <a:off x="2965698" y="145823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53" name="0.3783">
            <a:extLst>
              <a:ext uri="{FF2B5EF4-FFF2-40B4-BE49-F238E27FC236}">
                <ns2:creationId id="{954FAC56-0D15-43FD-B37C-181F2679DD96}"/>
              </a:ext>
            </a:extLst>
          </p:cNvPr>
          <p:cNvSpPr>
            <a:spLocks noGrp="1"/>
          </p:cNvSpPr>
          <p:nvPr/>
        </p:nvSpPr>
        <p:spPr>
          <a:xfrm rot="0">
            <a:off x="5693004" y="1467102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0.3783</a:t>
            </a:r>
          </a:p>
        </p:txBody>
      </p:sp>
      <p:sp>
        <p:nvSpPr>
          <p:cNvPr id="54" name="x">
            <a:extLst>
              <a:ext uri="{FF2B5EF4-FFF2-40B4-BE49-F238E27FC236}">
                <ns2:creationId id="{A3E9043F-41B5-419D-891D-6D749A0736CF}"/>
              </a:ext>
            </a:extLst>
          </p:cNvPr>
          <p:cNvSpPr>
            <a:spLocks noGrp="1"/>
          </p:cNvSpPr>
          <p:nvPr/>
        </p:nvSpPr>
        <p:spPr>
          <a:xfrm rot="0">
            <a:off x="5499020" y="1359851"/>
            <a:ext cx="189882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55" name="0.2527">
            <a:extLst>
              <a:ext uri="{FF2B5EF4-FFF2-40B4-BE49-F238E27FC236}">
                <ns2:creationId id="{CCBA2D3E-96AE-4CF4-A715-7CD6CDAAFFCC}"/>
              </a:ext>
            </a:extLst>
          </p:cNvPr>
          <p:cNvSpPr>
            <a:spLocks noGrp="1"/>
          </p:cNvSpPr>
          <p:nvPr/>
        </p:nvSpPr>
        <p:spPr>
          <a:xfrm rot="0">
            <a:off x="8071963" y="146710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0.2527</a:t>
            </a:r>
          </a:p>
        </p:txBody>
      </p:sp>
      <p:sp>
        <p:nvSpPr>
          <p:cNvPr id="56" name="0.3795">
            <a:extLst>
              <a:ext uri="{FF2B5EF4-FFF2-40B4-BE49-F238E27FC236}">
                <ns2:creationId id="{3A01EC9E-D657-49A6-A92C-A7895FD0861A}"/>
              </a:ext>
            </a:extLst>
          </p:cNvPr>
          <p:cNvSpPr>
            <a:spLocks noGrp="1"/>
          </p:cNvSpPr>
          <p:nvPr/>
        </p:nvSpPr>
        <p:spPr>
          <a:xfrm rot="0">
            <a:off x="10450921" y="146710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0.3795</a:t>
            </a:r>
          </a:p>
        </p:txBody>
      </p:sp>
      <p:sp>
        <p:nvSpPr>
          <p:cNvPr id="57" name="W03">
            <a:extLst>
              <a:ext uri="{FF2B5EF4-FFF2-40B4-BE49-F238E27FC236}">
                <ns2:creationId id="{0DBD652E-9E0F-4410-AEC4-E77699F709B7}"/>
              </a:ext>
            </a:extLst>
          </p:cNvPr>
          <p:cNvSpPr>
            <a:spLocks noGrp="1"/>
          </p:cNvSpPr>
          <p:nvPr/>
        </p:nvSpPr>
        <p:spPr>
          <a:xfrm rot="0">
            <a:off x="2965698" y="171575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58" name="0.4572">
            <a:extLst>
              <a:ext uri="{FF2B5EF4-FFF2-40B4-BE49-F238E27FC236}">
                <ns2:creationId id="{BC2C701D-7B13-4653-BC61-17BE78AA2F48}"/>
              </a:ext>
            </a:extLst>
          </p:cNvPr>
          <p:cNvSpPr>
            <a:spLocks noGrp="1"/>
          </p:cNvSpPr>
          <p:nvPr/>
        </p:nvSpPr>
        <p:spPr>
          <a:xfrm rot="0">
            <a:off x="5693004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0.4572</a:t>
            </a:r>
          </a:p>
        </p:txBody>
      </p:sp>
      <p:sp>
        <p:nvSpPr>
          <p:cNvPr id="59" name="0.2254">
            <a:extLst>
              <a:ext uri="{FF2B5EF4-FFF2-40B4-BE49-F238E27FC236}">
                <ns2:creationId id="{CACAD768-E09E-47CD-8AA2-596111C5D80D}"/>
              </a:ext>
            </a:extLst>
          </p:cNvPr>
          <p:cNvSpPr>
            <a:spLocks noGrp="1"/>
          </p:cNvSpPr>
          <p:nvPr/>
        </p:nvSpPr>
        <p:spPr>
          <a:xfrm rot="0">
            <a:off x="8071963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0.2254</a:t>
            </a:r>
          </a:p>
        </p:txBody>
      </p:sp>
      <p:sp>
        <p:nvSpPr>
          <p:cNvPr id="60" name="0.2945">
            <a:extLst>
              <a:ext uri="{FF2B5EF4-FFF2-40B4-BE49-F238E27FC236}">
                <ns2:creationId id="{F2DB8C93-FA7E-4375-9997-62EA65E215B1}"/>
              </a:ext>
            </a:extLst>
          </p:cNvPr>
          <p:cNvSpPr>
            <a:spLocks noGrp="1"/>
          </p:cNvSpPr>
          <p:nvPr/>
        </p:nvSpPr>
        <p:spPr>
          <a:xfrm rot="0">
            <a:off x="10450921" y="172461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0.2945</a:t>
            </a:r>
          </a:p>
        </p:txBody>
      </p:sp>
      <p:sp>
        <p:nvSpPr>
          <p:cNvPr id="61" name="W04">
            <a:extLst>
              <a:ext uri="{FF2B5EF4-FFF2-40B4-BE49-F238E27FC236}">
                <ns2:creationId id="{E14162FE-F424-406B-955E-7CC00B8DE125}"/>
              </a:ext>
            </a:extLst>
          </p:cNvPr>
          <p:cNvSpPr>
            <a:spLocks noGrp="1"/>
          </p:cNvSpPr>
          <p:nvPr/>
        </p:nvSpPr>
        <p:spPr>
          <a:xfrm rot="0">
            <a:off x="2965698" y="1973267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62" name="0.2338">
            <a:extLst>
              <a:ext uri="{FF2B5EF4-FFF2-40B4-BE49-F238E27FC236}">
                <ns2:creationId id="{5C99183F-D9A4-4748-B33E-AAC93C0D1D70}"/>
              </a:ext>
            </a:extLst>
          </p:cNvPr>
          <p:cNvSpPr>
            <a:spLocks noGrp="1"/>
          </p:cNvSpPr>
          <p:nvPr/>
        </p:nvSpPr>
        <p:spPr>
          <a:xfrm rot="0">
            <a:off x="5693004" y="1982133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0.2338</a:t>
            </a:r>
          </a:p>
        </p:txBody>
      </p:sp>
      <p:sp>
        <p:nvSpPr>
          <p:cNvPr id="63" name="0.3080">
            <a:extLst>
              <a:ext uri="{FF2B5EF4-FFF2-40B4-BE49-F238E27FC236}">
                <ns2:creationId id="{B453879F-5951-40DF-95F9-8D33A245CE82}"/>
              </a:ext>
            </a:extLst>
          </p:cNvPr>
          <p:cNvSpPr>
            <a:spLocks noGrp="1"/>
          </p:cNvSpPr>
          <p:nvPr/>
        </p:nvSpPr>
        <p:spPr>
          <a:xfrm rot="0">
            <a:off x="8071963" y="1982133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0.3080</a:t>
            </a:r>
          </a:p>
        </p:txBody>
      </p:sp>
      <p:sp>
        <p:nvSpPr>
          <p:cNvPr id="64" name="0.2778">
            <a:extLst>
              <a:ext uri="{FF2B5EF4-FFF2-40B4-BE49-F238E27FC236}">
                <ns2:creationId id="{B9F43A62-C049-4848-AF4B-8CC611E19870}"/>
              </a:ext>
            </a:extLst>
          </p:cNvPr>
          <p:cNvSpPr>
            <a:spLocks noGrp="1"/>
          </p:cNvSpPr>
          <p:nvPr/>
        </p:nvSpPr>
        <p:spPr>
          <a:xfrm rot="0">
            <a:off x="10450921" y="198213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0.2778</a:t>
            </a:r>
          </a:p>
        </p:txBody>
      </p:sp>
      <p:sp>
        <p:nvSpPr>
          <p:cNvPr id="65" name="W05">
            <a:extLst>
              <a:ext uri="{FF2B5EF4-FFF2-40B4-BE49-F238E27FC236}">
                <ns2:creationId id="{10A66AE0-DBF4-4E90-8135-AA39488963F2}"/>
              </a:ext>
            </a:extLst>
          </p:cNvPr>
          <p:cNvSpPr>
            <a:spLocks noGrp="1"/>
          </p:cNvSpPr>
          <p:nvPr/>
        </p:nvSpPr>
        <p:spPr>
          <a:xfrm rot="0">
            <a:off x="2965698" y="2230783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66" name="0.3355">
            <a:extLst>
              <a:ext uri="{FF2B5EF4-FFF2-40B4-BE49-F238E27FC236}">
                <ns2:creationId id="{913CF286-0121-47D3-AF46-4393DF90946C}"/>
              </a:ext>
            </a:extLst>
          </p:cNvPr>
          <p:cNvSpPr>
            <a:spLocks noGrp="1"/>
          </p:cNvSpPr>
          <p:nvPr/>
        </p:nvSpPr>
        <p:spPr>
          <a:xfrm rot="0">
            <a:off x="5693004" y="2239649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0.3355</a:t>
            </a:r>
          </a:p>
        </p:txBody>
      </p:sp>
      <p:sp>
        <p:nvSpPr>
          <p:cNvPr id="67" name="0.4955">
            <a:extLst>
              <a:ext uri="{FF2B5EF4-FFF2-40B4-BE49-F238E27FC236}">
                <ns2:creationId id="{3DD7530E-BE6C-4ECE-891E-A320319FA8E7}"/>
              </a:ext>
            </a:extLst>
          </p:cNvPr>
          <p:cNvSpPr>
            <a:spLocks noGrp="1"/>
          </p:cNvSpPr>
          <p:nvPr/>
        </p:nvSpPr>
        <p:spPr>
          <a:xfrm rot="0">
            <a:off x="8071963" y="223964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0.4955</a:t>
            </a:r>
          </a:p>
        </p:txBody>
      </p:sp>
      <p:sp>
        <p:nvSpPr>
          <p:cNvPr id="68" name="0.3072">
            <a:extLst>
              <a:ext uri="{FF2B5EF4-FFF2-40B4-BE49-F238E27FC236}">
                <ns2:creationId id="{F148353E-CCAD-400D-9634-A9B69DF02A79}"/>
              </a:ext>
            </a:extLst>
          </p:cNvPr>
          <p:cNvSpPr>
            <a:spLocks noGrp="1"/>
          </p:cNvSpPr>
          <p:nvPr/>
        </p:nvSpPr>
        <p:spPr>
          <a:xfrm rot="0">
            <a:off x="10450921" y="223964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0.3072</a:t>
            </a:r>
          </a:p>
        </p:txBody>
      </p:sp>
      <p:sp>
        <p:nvSpPr>
          <p:cNvPr id="69" name="Mean">
            <a:extLst>
              <a:ext uri="{FF2B5EF4-FFF2-40B4-BE49-F238E27FC236}">
                <ns2:creationId id="{C305AE28-95A4-4BB3-9016-1A3EDAF6C0BE}"/>
              </a:ext>
            </a:extLst>
          </p:cNvPr>
          <p:cNvSpPr>
            <a:spLocks noGrp="1"/>
          </p:cNvSpPr>
          <p:nvPr/>
        </p:nvSpPr>
        <p:spPr>
          <a:xfrm rot="0">
            <a:off x="2965698" y="2570341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70" name="0.3279">
            <a:extLst>
              <a:ext uri="{FF2B5EF4-FFF2-40B4-BE49-F238E27FC236}">
                <ns2:creationId id="{F3443EF3-E420-4143-A693-A4B4376BDDEF}"/>
              </a:ext>
            </a:extLst>
          </p:cNvPr>
          <p:cNvSpPr>
            <a:spLocks noGrp="1"/>
          </p:cNvSpPr>
          <p:nvPr/>
        </p:nvSpPr>
        <p:spPr>
          <a:xfrm rot="0">
            <a:off x="5693004" y="257919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0.3279</a:t>
            </a:r>
          </a:p>
        </p:txBody>
      </p:sp>
      <p:sp>
        <p:nvSpPr>
          <p:cNvPr id="71" name="0.3096">
            <a:extLst>
              <a:ext uri="{FF2B5EF4-FFF2-40B4-BE49-F238E27FC236}">
                <ns2:creationId id="{25EE0D74-C5C5-4FD1-B75B-5F1410C986C4}"/>
              </a:ext>
            </a:extLst>
          </p:cNvPr>
          <p:cNvSpPr>
            <a:spLocks noGrp="1"/>
          </p:cNvSpPr>
          <p:nvPr/>
        </p:nvSpPr>
        <p:spPr>
          <a:xfrm rot="0">
            <a:off x="8071963" y="2579198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0.3096</a:t>
            </a:r>
          </a:p>
        </p:txBody>
      </p:sp>
      <p:sp>
        <p:nvSpPr>
          <p:cNvPr id="72" name="0.2925">
            <a:extLst>
              <a:ext uri="{FF2B5EF4-FFF2-40B4-BE49-F238E27FC236}">
                <ns2:creationId id="{50F6E341-9378-438A-AB11-E227C114E0F2}"/>
              </a:ext>
            </a:extLst>
          </p:cNvPr>
          <p:cNvSpPr>
            <a:spLocks noGrp="1"/>
          </p:cNvSpPr>
          <p:nvPr/>
        </p:nvSpPr>
        <p:spPr>
          <a:xfrm rot="0">
            <a:off x="10450921" y="2579198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0.2925</a:t>
            </a:r>
          </a:p>
        </p:txBody>
      </p:sp>
      <p:sp>
        <p:nvSpPr>
          <p:cNvPr id="73" name="Figure S1 (m–p) plot object 72">
            <a:extLst>
              <a:ext uri="{FF2B5EF4-FFF2-40B4-BE49-F238E27FC236}">
                <ns2:creationId id="{899BF114-1564-4994-858F-048B4A4CBCBA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4" name="Figure S1 (m–p) plot object 73">
            <a:extLst>
              <a:ext uri="{FF2B5EF4-FFF2-40B4-BE49-F238E27FC236}">
                <ns2:creationId id="{5CA77A3E-C879-4C97-9DC3-5860E6D9C9E0}"/>
              </a:ext>
            </a:extLst>
          </p:cNvPr>
          <p:cNvSpPr>
            <a:spLocks noGrp="1"/>
          </p:cNvSpPr>
          <p:nvPr/>
        </p:nvSpPr>
        <p:spPr>
          <a:xfrm>
            <a:off x="4155177" y="3870497"/>
            <a:ext cx="507835" cy="103006"/>
          </a:xfrm>
          <a:custGeom>
            <a:pathLst>
              <a:path w="507835" h="103006">
                <a:moveTo>
                  <a:pt x="0" y="103006"/>
                </a:moveTo>
                <a:lnTo>
                  <a:pt x="507835" y="103006"/>
                </a:lnTo>
                <a:lnTo>
                  <a:pt x="507835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75" name="Figure S1 (m–p) plot object 74">
            <a:extLst>
              <a:ext uri="{FF2B5EF4-FFF2-40B4-BE49-F238E27FC236}">
                <ns2:creationId id="{B5E8C8C7-7105-4312-88C9-87805B3FC424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6" name="Figure S1 (m–p) plot object 75">
            <a:extLst>
              <a:ext uri="{FF2B5EF4-FFF2-40B4-BE49-F238E27FC236}">
                <ns2:creationId id="{1871F5FD-3072-439B-AF1C-F31FB9DEDB6C}"/>
              </a:ext>
            </a:extLst>
          </p:cNvPr>
          <p:cNvSpPr>
            <a:spLocks noGrp="1"/>
          </p:cNvSpPr>
          <p:nvPr/>
        </p:nvSpPr>
        <p:spPr>
          <a:xfrm>
            <a:off x="6534136" y="3870497"/>
            <a:ext cx="800201" cy="103006"/>
          </a:xfrm>
          <a:custGeom>
            <a:pathLst>
              <a:path w="800201" h="103006">
                <a:moveTo>
                  <a:pt x="0" y="103006"/>
                </a:moveTo>
                <a:lnTo>
                  <a:pt x="800201" y="103006"/>
                </a:lnTo>
                <a:lnTo>
                  <a:pt x="80020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77" name="Figure S1 (m–p) plot object 76">
            <a:extLst>
              <a:ext uri="{FF2B5EF4-FFF2-40B4-BE49-F238E27FC236}">
                <ns2:creationId id="{5CD3B60C-B948-49AD-93F2-C89A2F789500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78" name="Figure S1 (m–p) plot object 77">
            <a:extLst>
              <a:ext uri="{FF2B5EF4-FFF2-40B4-BE49-F238E27FC236}">
                <ns2:creationId id="{642AEFAA-5C44-4C44-917A-6BBBF346D81F}"/>
              </a:ext>
            </a:extLst>
          </p:cNvPr>
          <p:cNvSpPr>
            <a:spLocks noGrp="1"/>
          </p:cNvSpPr>
          <p:nvPr/>
        </p:nvSpPr>
        <p:spPr>
          <a:xfrm>
            <a:off x="8913095" y="3870497"/>
            <a:ext cx="775863" cy="103006"/>
          </a:xfrm>
          <a:custGeom>
            <a:pathLst>
              <a:path w="775863" h="103006">
                <a:moveTo>
                  <a:pt x="0" y="103006"/>
                </a:moveTo>
                <a:lnTo>
                  <a:pt x="775863" y="103006"/>
                </a:lnTo>
                <a:lnTo>
                  <a:pt x="77586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79" name="Figure S1 (m–p) plot object 78">
            <a:extLst>
              <a:ext uri="{FF2B5EF4-FFF2-40B4-BE49-F238E27FC236}">
                <ns2:creationId id="{B13D2D0A-8B62-4656-9640-62F34FA84BF7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0" name="Figure S1 (m–p) plot object 79">
            <a:extLst>
              <a:ext uri="{FF2B5EF4-FFF2-40B4-BE49-F238E27FC236}">
                <ns2:creationId id="{AB4BBD5D-7C3B-4D78-ABF7-173018036208}"/>
              </a:ext>
            </a:extLst>
          </p:cNvPr>
          <p:cNvSpPr>
            <a:spLocks noGrp="1"/>
          </p:cNvSpPr>
          <p:nvPr/>
        </p:nvSpPr>
        <p:spPr>
          <a:xfrm>
            <a:off x="4155177" y="4128013"/>
            <a:ext cx="386937" cy="103006"/>
          </a:xfrm>
          <a:custGeom>
            <a:pathLst>
              <a:path w="386937" h="103006">
                <a:moveTo>
                  <a:pt x="0" y="103006"/>
                </a:moveTo>
                <a:lnTo>
                  <a:pt x="386937" y="103006"/>
                </a:lnTo>
                <a:lnTo>
                  <a:pt x="38693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1" name="Figure S1 (m–p) plot object 80">
            <a:extLst>
              <a:ext uri="{FF2B5EF4-FFF2-40B4-BE49-F238E27FC236}">
                <ns2:creationId id="{A3684D81-D9C8-45F1-AF7F-3EBDB0ACED7F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2" name="Figure S1 (m–p) plot object 81">
            <a:extLst>
              <a:ext uri="{FF2B5EF4-FFF2-40B4-BE49-F238E27FC236}">
                <ns2:creationId id="{C82790DB-A4F0-4E36-83B7-D1613CB848E1}"/>
              </a:ext>
            </a:extLst>
          </p:cNvPr>
          <p:cNvSpPr>
            <a:spLocks noGrp="1"/>
          </p:cNvSpPr>
          <p:nvPr/>
        </p:nvSpPr>
        <p:spPr>
          <a:xfrm>
            <a:off x="6534136" y="4128013"/>
            <a:ext cx="770759" cy="103006"/>
          </a:xfrm>
          <a:custGeom>
            <a:pathLst>
              <a:path w="770759" h="103006">
                <a:moveTo>
                  <a:pt x="0" y="103006"/>
                </a:moveTo>
                <a:lnTo>
                  <a:pt x="770759" y="103006"/>
                </a:lnTo>
                <a:lnTo>
                  <a:pt x="770759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3" name="Figure S1 (m–p) plot object 82">
            <a:extLst>
              <a:ext uri="{FF2B5EF4-FFF2-40B4-BE49-F238E27FC236}">
                <ns2:creationId id="{23BDBA6C-59EE-4D05-B586-8DCED8C12B60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4" name="Figure S1 (m–p) plot object 83">
            <a:extLst>
              <a:ext uri="{FF2B5EF4-FFF2-40B4-BE49-F238E27FC236}">
                <ns2:creationId id="{301859BF-70B9-4C6E-9235-04263EBC330A}"/>
              </a:ext>
            </a:extLst>
          </p:cNvPr>
          <p:cNvSpPr>
            <a:spLocks noGrp="1"/>
          </p:cNvSpPr>
          <p:nvPr/>
        </p:nvSpPr>
        <p:spPr>
          <a:xfrm>
            <a:off x="8913095" y="4128013"/>
            <a:ext cx="819682" cy="103006"/>
          </a:xfrm>
          <a:custGeom>
            <a:pathLst>
              <a:path w="819682" h="103006">
                <a:moveTo>
                  <a:pt x="0" y="103006"/>
                </a:moveTo>
                <a:lnTo>
                  <a:pt x="819682" y="103006"/>
                </a:lnTo>
                <a:lnTo>
                  <a:pt x="81968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85" name="Figure S1 (m–p) plot object 84">
            <a:extLst>
              <a:ext uri="{FF2B5EF4-FFF2-40B4-BE49-F238E27FC236}">
                <ns2:creationId id="{E9364245-7B6B-45D9-9546-BF7C00660D62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6" name="Figure S1 (m–p) plot object 85">
            <a:extLst>
              <a:ext uri="{FF2B5EF4-FFF2-40B4-BE49-F238E27FC236}">
                <ns2:creationId id="{B7EE8D18-C828-4AE4-A24A-4FCE02FBE609}"/>
              </a:ext>
            </a:extLst>
          </p:cNvPr>
          <p:cNvSpPr>
            <a:spLocks noGrp="1"/>
          </p:cNvSpPr>
          <p:nvPr/>
        </p:nvSpPr>
        <p:spPr>
          <a:xfrm>
            <a:off x="4155177" y="4385528"/>
            <a:ext cx="817120" cy="103006"/>
          </a:xfrm>
          <a:custGeom>
            <a:pathLst>
              <a:path w="817120" h="103006">
                <a:moveTo>
                  <a:pt x="0" y="103006"/>
                </a:moveTo>
                <a:lnTo>
                  <a:pt x="817120" y="103006"/>
                </a:lnTo>
                <a:lnTo>
                  <a:pt x="817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87" name="Figure S1 (m–p) plot object 86">
            <a:extLst>
              <a:ext uri="{FF2B5EF4-FFF2-40B4-BE49-F238E27FC236}">
                <ns2:creationId id="{4D1A27EB-857C-4E09-B22D-24FCA3830E6E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88" name="Figure S1 (m–p) plot object 87">
            <a:extLst>
              <a:ext uri="{FF2B5EF4-FFF2-40B4-BE49-F238E27FC236}">
                <ns2:creationId id="{DA0432DB-BB38-4710-A71E-B2AF5A3282E9}"/>
              </a:ext>
            </a:extLst>
          </p:cNvPr>
          <p:cNvSpPr>
            <a:spLocks noGrp="1"/>
          </p:cNvSpPr>
          <p:nvPr/>
        </p:nvSpPr>
        <p:spPr>
          <a:xfrm>
            <a:off x="6534136" y="4385528"/>
            <a:ext cx="812024" cy="103006"/>
          </a:xfrm>
          <a:custGeom>
            <a:pathLst>
              <a:path w="812024" h="103006">
                <a:moveTo>
                  <a:pt x="0" y="103006"/>
                </a:moveTo>
                <a:lnTo>
                  <a:pt x="812024" y="103006"/>
                </a:lnTo>
                <a:lnTo>
                  <a:pt x="81202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89" name="Figure S1 (m–p) plot object 88">
            <a:extLst>
              <a:ext uri="{FF2B5EF4-FFF2-40B4-BE49-F238E27FC236}">
                <ns2:creationId id="{53C9FB46-26DF-42EC-8123-474E8487756B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0" name="Figure S1 (m–p) plot object 89">
            <a:extLst>
              <a:ext uri="{FF2B5EF4-FFF2-40B4-BE49-F238E27FC236}">
                <ns2:creationId id="{8998930A-53D9-47FE-AF69-71D483C12261}"/>
              </a:ext>
            </a:extLst>
          </p:cNvPr>
          <p:cNvSpPr>
            <a:spLocks noGrp="1"/>
          </p:cNvSpPr>
          <p:nvPr/>
        </p:nvSpPr>
        <p:spPr>
          <a:xfrm>
            <a:off x="8913095" y="4385528"/>
            <a:ext cx="1011858" cy="103006"/>
          </a:xfrm>
          <a:custGeom>
            <a:pathLst>
              <a:path w="1011858" h="103006">
                <a:moveTo>
                  <a:pt x="0" y="103006"/>
                </a:moveTo>
                <a:lnTo>
                  <a:pt x="1011858" y="103006"/>
                </a:lnTo>
                <a:lnTo>
                  <a:pt x="101185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1" name="Figure S1 (m–p) plot object 90">
            <a:extLst>
              <a:ext uri="{FF2B5EF4-FFF2-40B4-BE49-F238E27FC236}">
                <ns2:creationId id="{853D4232-2A54-482E-9D33-0BDD45F5012B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2" name="Figure S1 (m–p) plot object 91">
            <a:extLst>
              <a:ext uri="{FF2B5EF4-FFF2-40B4-BE49-F238E27FC236}">
                <ns2:creationId id="{8836C4EF-5D52-4E60-A92E-2846C354E43B}"/>
              </a:ext>
            </a:extLst>
          </p:cNvPr>
          <p:cNvSpPr>
            <a:spLocks noGrp="1"/>
          </p:cNvSpPr>
          <p:nvPr/>
        </p:nvSpPr>
        <p:spPr>
          <a:xfrm>
            <a:off x="4155177" y="4643044"/>
            <a:ext cx="949224" cy="103006"/>
          </a:xfrm>
          <a:custGeom>
            <a:pathLst>
              <a:path w="949224" h="103006">
                <a:moveTo>
                  <a:pt x="0" y="103006"/>
                </a:moveTo>
                <a:lnTo>
                  <a:pt x="949224" y="103006"/>
                </a:lnTo>
                <a:lnTo>
                  <a:pt x="94922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3" name="Figure S1 (m–p) plot object 92">
            <a:extLst>
              <a:ext uri="{FF2B5EF4-FFF2-40B4-BE49-F238E27FC236}">
                <ns2:creationId id="{32ABAD64-C370-468D-BFDD-CFC47724FC73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4" name="Figure S1 (m–p) plot object 93">
            <a:extLst>
              <a:ext uri="{FF2B5EF4-FFF2-40B4-BE49-F238E27FC236}">
                <ns2:creationId id="{C32C9B16-555E-4AF4-8887-0294A28C957E}"/>
              </a:ext>
            </a:extLst>
          </p:cNvPr>
          <p:cNvSpPr>
            <a:spLocks noGrp="1"/>
          </p:cNvSpPr>
          <p:nvPr/>
        </p:nvSpPr>
        <p:spPr>
          <a:xfrm>
            <a:off x="6534136" y="4643044"/>
            <a:ext cx="684815" cy="103006"/>
          </a:xfrm>
          <a:custGeom>
            <a:pathLst>
              <a:path w="684815" h="103006">
                <a:moveTo>
                  <a:pt x="0" y="103006"/>
                </a:moveTo>
                <a:lnTo>
                  <a:pt x="684815" y="103006"/>
                </a:lnTo>
                <a:lnTo>
                  <a:pt x="684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95" name="Figure S1 (m–p) plot object 94">
            <a:extLst>
              <a:ext uri="{FF2B5EF4-FFF2-40B4-BE49-F238E27FC236}">
                <ns2:creationId id="{0C295289-C81D-4415-B0AE-0BD2B9A8BD86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6" name="Figure S1 (m–p) plot object 95">
            <a:extLst>
              <a:ext uri="{FF2B5EF4-FFF2-40B4-BE49-F238E27FC236}">
                <ns2:creationId id="{E9628443-853E-49DA-8163-FF333BEFA3AE}"/>
              </a:ext>
            </a:extLst>
          </p:cNvPr>
          <p:cNvSpPr>
            <a:spLocks noGrp="1"/>
          </p:cNvSpPr>
          <p:nvPr/>
        </p:nvSpPr>
        <p:spPr>
          <a:xfrm>
            <a:off x="8913095" y="4643044"/>
            <a:ext cx="994920" cy="103006"/>
          </a:xfrm>
          <a:custGeom>
            <a:pathLst>
              <a:path w="994920" h="103006">
                <a:moveTo>
                  <a:pt x="0" y="103006"/>
                </a:moveTo>
                <a:lnTo>
                  <a:pt x="994920" y="103006"/>
                </a:lnTo>
                <a:lnTo>
                  <a:pt x="994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97" name="Figure S1 (m–p) plot object 96">
            <a:extLst>
              <a:ext uri="{FF2B5EF4-FFF2-40B4-BE49-F238E27FC236}">
                <ns2:creationId id="{386799B6-A99C-44CB-8787-0501EA2746AD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98" name="Figure S1 (m–p) plot object 97">
            <a:extLst>
              <a:ext uri="{FF2B5EF4-FFF2-40B4-BE49-F238E27FC236}">
                <ns2:creationId id="{9763342D-83F7-4C3E-B158-5CC2D5383C66}"/>
              </a:ext>
            </a:extLst>
          </p:cNvPr>
          <p:cNvSpPr>
            <a:spLocks noGrp="1"/>
          </p:cNvSpPr>
          <p:nvPr/>
        </p:nvSpPr>
        <p:spPr>
          <a:xfrm>
            <a:off x="4155177" y="4900560"/>
            <a:ext cx="599620" cy="103006"/>
          </a:xfrm>
          <a:custGeom>
            <a:pathLst>
              <a:path w="599620" h="103006">
                <a:moveTo>
                  <a:pt x="0" y="103006"/>
                </a:moveTo>
                <a:lnTo>
                  <a:pt x="599620" y="103006"/>
                </a:lnTo>
                <a:lnTo>
                  <a:pt x="59962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99" name="Figure S1 (m–p) plot object 98">
            <a:extLst>
              <a:ext uri="{FF2B5EF4-FFF2-40B4-BE49-F238E27FC236}">
                <ns2:creationId id="{E328C146-29EC-45B3-B278-9FDF7AD3927F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0" name="Figure S1 (m–p) plot object 99">
            <a:extLst>
              <a:ext uri="{FF2B5EF4-FFF2-40B4-BE49-F238E27FC236}">
                <ns2:creationId id="{A0908408-9CB6-46C2-905E-A934BCD09050}"/>
              </a:ext>
            </a:extLst>
          </p:cNvPr>
          <p:cNvSpPr>
            <a:spLocks noGrp="1"/>
          </p:cNvSpPr>
          <p:nvPr/>
        </p:nvSpPr>
        <p:spPr>
          <a:xfrm>
            <a:off x="6534136" y="4900560"/>
            <a:ext cx="897631" cy="103006"/>
          </a:xfrm>
          <a:custGeom>
            <a:pathLst>
              <a:path w="897631" h="103006">
                <a:moveTo>
                  <a:pt x="0" y="103006"/>
                </a:moveTo>
                <a:lnTo>
                  <a:pt x="897631" y="103006"/>
                </a:lnTo>
                <a:lnTo>
                  <a:pt x="89763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1" name="Figure S1 (m–p) plot object 100">
            <a:extLst>
              <a:ext uri="{FF2B5EF4-FFF2-40B4-BE49-F238E27FC236}">
                <ns2:creationId id="{E26E288B-FD42-4613-AC30-4CD714BC7694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2" name="Figure S1 (m–p) plot object 101">
            <a:extLst>
              <a:ext uri="{FF2B5EF4-FFF2-40B4-BE49-F238E27FC236}">
                <ns2:creationId id="{433F5F46-80D6-4DA6-A04A-8B7F739A496C}"/>
              </a:ext>
            </a:extLst>
          </p:cNvPr>
          <p:cNvSpPr>
            <a:spLocks noGrp="1"/>
          </p:cNvSpPr>
          <p:nvPr/>
        </p:nvSpPr>
        <p:spPr>
          <a:xfrm>
            <a:off x="8913095" y="4900560"/>
            <a:ext cx="751819" cy="103006"/>
          </a:xfrm>
          <a:custGeom>
            <a:pathLst>
              <a:path w="751819" h="103006">
                <a:moveTo>
                  <a:pt x="0" y="103006"/>
                </a:moveTo>
                <a:lnTo>
                  <a:pt x="751819" y="103006"/>
                </a:lnTo>
                <a:lnTo>
                  <a:pt x="75181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3" name="Figure S1 (m–p) plot object 102">
            <a:extLst>
              <a:ext uri="{FF2B5EF4-FFF2-40B4-BE49-F238E27FC236}">
                <ns2:creationId id="{28A7BADD-DB81-4621-AD0D-C6BFED2C6296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4" name="Figure S1 (m–p) plot object 103">
            <a:extLst>
              <a:ext uri="{FF2B5EF4-FFF2-40B4-BE49-F238E27FC236}">
                <ns2:creationId id="{FA9B935E-C052-4F27-BA7C-DEDA2F2D4717}"/>
              </a:ext>
            </a:extLst>
          </p:cNvPr>
          <p:cNvSpPr>
            <a:spLocks noGrp="1"/>
          </p:cNvSpPr>
          <p:nvPr/>
        </p:nvSpPr>
        <p:spPr>
          <a:xfrm>
            <a:off x="4155177" y="5240013"/>
            <a:ext cx="652147" cy="103006"/>
          </a:xfrm>
          <a:custGeom>
            <a:pathLst>
              <a:path w="652147" h="103006">
                <a:moveTo>
                  <a:pt x="0" y="103006"/>
                </a:moveTo>
                <a:lnTo>
                  <a:pt x="652147" y="103006"/>
                </a:lnTo>
                <a:lnTo>
                  <a:pt x="652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05" name="Figure S1 (m–p) plot object 104">
            <a:extLst>
              <a:ext uri="{FF2B5EF4-FFF2-40B4-BE49-F238E27FC236}">
                <ns2:creationId id="{1CDC81F3-F793-4703-A58E-4C883FD00519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6" name="Figure S1 (m–p) plot object 105">
            <a:extLst>
              <a:ext uri="{FF2B5EF4-FFF2-40B4-BE49-F238E27FC236}">
                <ns2:creationId id="{7ACBED54-6A7A-4159-A42A-E7D40BF3F9AC}"/>
              </a:ext>
            </a:extLst>
          </p:cNvPr>
          <p:cNvSpPr>
            <a:spLocks noGrp="1"/>
          </p:cNvSpPr>
          <p:nvPr/>
        </p:nvSpPr>
        <p:spPr>
          <a:xfrm>
            <a:off x="6534136" y="5240013"/>
            <a:ext cx="793086" cy="103006"/>
          </a:xfrm>
          <a:custGeom>
            <a:pathLst>
              <a:path w="793086" h="103006">
                <a:moveTo>
                  <a:pt x="0" y="103006"/>
                </a:moveTo>
                <a:lnTo>
                  <a:pt x="793086" y="103006"/>
                </a:lnTo>
                <a:lnTo>
                  <a:pt x="79308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07" name="Figure S1 (m–p) plot object 106">
            <a:extLst>
              <a:ext uri="{FF2B5EF4-FFF2-40B4-BE49-F238E27FC236}">
                <ns2:creationId id="{E43B3F26-0B53-46F9-AF1B-E42DDC6AC7A5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08" name="Figure S1 (m–p) plot object 107">
            <a:extLst>
              <a:ext uri="{FF2B5EF4-FFF2-40B4-BE49-F238E27FC236}">
                <ns2:creationId id="{3B706303-90B7-4399-8C53-DACD3F422AC3}"/>
              </a:ext>
            </a:extLst>
          </p:cNvPr>
          <p:cNvSpPr>
            <a:spLocks noGrp="1"/>
          </p:cNvSpPr>
          <p:nvPr/>
        </p:nvSpPr>
        <p:spPr>
          <a:xfrm>
            <a:off x="8913095" y="5240013"/>
            <a:ext cx="870829" cy="103006"/>
          </a:xfrm>
          <a:custGeom>
            <a:pathLst>
              <a:path w="870829" h="103006">
                <a:moveTo>
                  <a:pt x="0" y="103006"/>
                </a:moveTo>
                <a:lnTo>
                  <a:pt x="870829" y="103006"/>
                </a:lnTo>
                <a:lnTo>
                  <a:pt x="870829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09" name="Figure S1 (m–p) plot object 108">
            <a:extLst>
              <a:ext uri="{FF2B5EF4-FFF2-40B4-BE49-F238E27FC236}">
                <ns2:creationId id="{77C01BA2-6574-440C-8213-731B611B4E77}"/>
              </a:ext>
            </a:extLst>
          </p:cNvPr>
          <p:cNvSpPr>
            <a:spLocks noGrp="1"/>
          </p:cNvSpPr>
          <p:nvPr/>
        </p:nvSpPr>
        <p:spPr>
          <a:xfrm>
            <a:off x="4155177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10" name="Figure S1 (m–p) plot object 109">
            <a:extLst>
              <a:ext uri="{FF2B5EF4-FFF2-40B4-BE49-F238E27FC236}">
                <ns2:creationId id="{47D7CBF5-8EB2-43B4-BD7A-B86D4A384288}"/>
              </a:ext>
            </a:extLst>
          </p:cNvPr>
          <p:cNvSpPr>
            <a:spLocks noGrp="1"/>
          </p:cNvSpPr>
          <p:nvPr/>
        </p:nvSpPr>
        <p:spPr>
          <a:xfrm>
            <a:off x="6534136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11" name="Figure S1 (m–p) plot object 110">
            <a:extLst>
              <a:ext uri="{FF2B5EF4-FFF2-40B4-BE49-F238E27FC236}">
                <ns2:creationId id="{1E17E09F-709C-4ED5-AF1C-83B4F3CA28D3}"/>
              </a:ext>
            </a:extLst>
          </p:cNvPr>
          <p:cNvSpPr>
            <a:spLocks noGrp="1"/>
          </p:cNvSpPr>
          <p:nvPr/>
        </p:nvSpPr>
        <p:spPr>
          <a:xfrm>
            <a:off x="8913095" y="3697259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12" name="Figure S1 (m–p) plot object 111">
            <a:extLst>
              <a:ext uri="{FF2B5EF4-FFF2-40B4-BE49-F238E27FC236}">
                <ns2:creationId id="{342DE43E-733E-4E88-91A5-F64FCB67993E}"/>
              </a:ext>
            </a:extLst>
          </p:cNvPr>
          <p:cNvSpPr>
            <a:spLocks noGrp="1"/>
          </p:cNvSpPr>
          <p:nvPr/>
        </p:nvSpPr>
        <p:spPr>
          <a:xfrm>
            <a:off x="2880735" y="5099550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13" name="n">
            <a:extLst>
              <a:ext uri="{FF2B5EF4-FFF2-40B4-BE49-F238E27FC236}">
                <ns2:creationId id="{D7A68615-8BFB-4F6E-9561-9A9759444449}"/>
              </a:ext>
            </a:extLst>
          </p:cNvPr>
          <p:cNvSpPr>
            <a:spLocks noGrp="1"/>
          </p:cNvSpPr>
          <p:nvPr/>
        </p:nvSpPr>
        <p:spPr>
          <a:xfrm rot="0">
            <a:off x="2880735" y="3148208"/>
            <a:ext cx="239028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4" name="Crystallization / 24">
            <a:extLst>
              <a:ext uri="{FF2B5EF4-FFF2-40B4-BE49-F238E27FC236}">
                <ns2:creationId id="{88F545F7-22BD-4B3F-A3B8-B643BAEC2A6B}"/>
              </a:ext>
            </a:extLst>
          </p:cNvPr>
          <p:cNvSpPr>
            <a:spLocks noGrp="1"/>
          </p:cNvSpPr>
          <p:nvPr/>
        </p:nvSpPr>
        <p:spPr>
          <a:xfrm rot="0">
            <a:off x="3305549" y="3181196"/>
            <a:ext cx="18669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Crystallization / 24</a:t>
            </a:r>
          </a:p>
        </p:txBody>
      </p:sp>
      <p:sp>
        <p:nvSpPr>
          <p:cNvPr id="115" name="Fines MAE  0-0.52">
            <a:extLst>
              <a:ext uri="{FF2B5EF4-FFF2-40B4-BE49-F238E27FC236}">
                <ns2:creationId id="{7D1AEDC5-2D68-4653-A3D0-F1C4E677BD57}"/>
              </a:ext>
            </a:extLst>
          </p:cNvPr>
          <p:cNvSpPr>
            <a:spLocks noGrp="1"/>
          </p:cNvSpPr>
          <p:nvPr/>
        </p:nvSpPr>
        <p:spPr>
          <a:xfrm rot="0">
            <a:off x="10025354" y="3195343"/>
            <a:ext cx="1253222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Fines MAE  0-0.52</a:t>
            </a:r>
          </a:p>
        </p:txBody>
      </p:sp>
      <p:sp>
        <p:nvSpPr>
          <p:cNvPr id="116" name="Opaque">
            <a:extLst>
              <a:ext uri="{FF2B5EF4-FFF2-40B4-BE49-F238E27FC236}">
                <ns2:creationId id="{AD033E12-6480-4333-AE56-C13073F7A7E2}"/>
              </a:ext>
            </a:extLst>
          </p:cNvPr>
          <p:cNvSpPr>
            <a:spLocks noGrp="1"/>
          </p:cNvSpPr>
          <p:nvPr/>
        </p:nvSpPr>
        <p:spPr>
          <a:xfrm rot="0">
            <a:off x="4155177" y="3508847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17" name="Aligned">
            <a:extLst>
              <a:ext uri="{FF2B5EF4-FFF2-40B4-BE49-F238E27FC236}">
                <ns2:creationId id="{7E639174-E5C8-49E1-B72B-F036714BA7E8}"/>
              </a:ext>
            </a:extLst>
          </p:cNvPr>
          <p:cNvSpPr>
            <a:spLocks noGrp="1"/>
          </p:cNvSpPr>
          <p:nvPr/>
        </p:nvSpPr>
        <p:spPr>
          <a:xfrm rot="0">
            <a:off x="6534136" y="3506970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18" name="MisIndexed">
            <a:extLst>
              <a:ext uri="{FF2B5EF4-FFF2-40B4-BE49-F238E27FC236}">
                <ns2:creationId id="{FDD5155F-7CB0-4417-8337-9CB8AC5D35FA}"/>
              </a:ext>
            </a:extLst>
          </p:cNvPr>
          <p:cNvSpPr>
            <a:spLocks noGrp="1"/>
          </p:cNvSpPr>
          <p:nvPr/>
        </p:nvSpPr>
        <p:spPr>
          <a:xfrm rot="0">
            <a:off x="8913095" y="3507943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19" name="W01">
            <a:extLst>
              <a:ext uri="{FF2B5EF4-FFF2-40B4-BE49-F238E27FC236}">
                <ns2:creationId id="{5745B17C-4D2C-42F6-8594-B032B29E9050}"/>
              </a:ext>
            </a:extLst>
          </p:cNvPr>
          <p:cNvSpPr>
            <a:spLocks noGrp="1"/>
          </p:cNvSpPr>
          <p:nvPr/>
        </p:nvSpPr>
        <p:spPr>
          <a:xfrm rot="0">
            <a:off x="2965698" y="382269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20" name="0.1776">
            <a:extLst>
              <a:ext uri="{FF2B5EF4-FFF2-40B4-BE49-F238E27FC236}">
                <ns2:creationId id="{48CAA9C1-561D-410D-B9EA-9A46227DAC4D}"/>
              </a:ext>
            </a:extLst>
          </p:cNvPr>
          <p:cNvSpPr>
            <a:spLocks noGrp="1"/>
          </p:cNvSpPr>
          <p:nvPr/>
        </p:nvSpPr>
        <p:spPr>
          <a:xfrm rot="0">
            <a:off x="5693004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0.1776</a:t>
            </a:r>
          </a:p>
        </p:txBody>
      </p:sp>
      <p:sp>
        <p:nvSpPr>
          <p:cNvPr id="121" name="0.2799">
            <a:extLst>
              <a:ext uri="{FF2B5EF4-FFF2-40B4-BE49-F238E27FC236}">
                <ns2:creationId id="{9F5BB05B-4465-4A71-BD56-04B654ADE9AA}"/>
              </a:ext>
            </a:extLst>
          </p:cNvPr>
          <p:cNvSpPr>
            <a:spLocks noGrp="1"/>
          </p:cNvSpPr>
          <p:nvPr/>
        </p:nvSpPr>
        <p:spPr>
          <a:xfrm rot="0">
            <a:off x="8071963" y="383156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0.2799</a:t>
            </a:r>
          </a:p>
        </p:txBody>
      </p:sp>
      <p:sp>
        <p:nvSpPr>
          <p:cNvPr id="122" name="0.2713">
            <a:extLst>
              <a:ext uri="{FF2B5EF4-FFF2-40B4-BE49-F238E27FC236}">
                <ns2:creationId id="{6ECB04CE-C277-4DA7-9F03-3B28DB705275}"/>
              </a:ext>
            </a:extLst>
          </p:cNvPr>
          <p:cNvSpPr>
            <a:spLocks noGrp="1"/>
          </p:cNvSpPr>
          <p:nvPr/>
        </p:nvSpPr>
        <p:spPr>
          <a:xfrm rot="0">
            <a:off x="10450921" y="3831565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0.2713</a:t>
            </a:r>
          </a:p>
        </p:txBody>
      </p:sp>
      <p:sp>
        <p:nvSpPr>
          <p:cNvPr id="123" name="W02">
            <a:extLst>
              <a:ext uri="{FF2B5EF4-FFF2-40B4-BE49-F238E27FC236}">
                <ns2:creationId id="{9EA71A74-7695-4602-BC21-A5616FEDD6F3}"/>
              </a:ext>
            </a:extLst>
          </p:cNvPr>
          <p:cNvSpPr>
            <a:spLocks noGrp="1"/>
          </p:cNvSpPr>
          <p:nvPr/>
        </p:nvSpPr>
        <p:spPr>
          <a:xfrm rot="0">
            <a:off x="2965698" y="408021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24" name="0.1353">
            <a:extLst>
              <a:ext uri="{FF2B5EF4-FFF2-40B4-BE49-F238E27FC236}">
                <ns2:creationId id="{DFE42C74-A694-4BC1-9E8C-6E4132C5D5D2}"/>
              </a:ext>
            </a:extLst>
          </p:cNvPr>
          <p:cNvSpPr>
            <a:spLocks noGrp="1"/>
          </p:cNvSpPr>
          <p:nvPr/>
        </p:nvSpPr>
        <p:spPr>
          <a:xfrm rot="0">
            <a:off x="5693004" y="4089081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0.1353</a:t>
            </a:r>
          </a:p>
        </p:txBody>
      </p:sp>
      <p:sp>
        <p:nvSpPr>
          <p:cNvPr id="125" name="0.2696">
            <a:extLst>
              <a:ext uri="{FF2B5EF4-FFF2-40B4-BE49-F238E27FC236}">
                <ns2:creationId id="{6D90C14E-F785-4188-9214-2DDA2810B81B}"/>
              </a:ext>
            </a:extLst>
          </p:cNvPr>
          <p:cNvSpPr>
            <a:spLocks noGrp="1"/>
          </p:cNvSpPr>
          <p:nvPr/>
        </p:nvSpPr>
        <p:spPr>
          <a:xfrm rot="0">
            <a:off x="8071963" y="408908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0.2696</a:t>
            </a:r>
          </a:p>
        </p:txBody>
      </p:sp>
      <p:sp>
        <p:nvSpPr>
          <p:cNvPr id="126" name="0.2867">
            <a:extLst>
              <a:ext uri="{FF2B5EF4-FFF2-40B4-BE49-F238E27FC236}">
                <ns2:creationId id="{05AA0400-67B6-4A3E-AFF8-B1C89207EE53}"/>
              </a:ext>
            </a:extLst>
          </p:cNvPr>
          <p:cNvSpPr>
            <a:spLocks noGrp="1"/>
          </p:cNvSpPr>
          <p:nvPr/>
        </p:nvSpPr>
        <p:spPr>
          <a:xfrm rot="0">
            <a:off x="10450921" y="408908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0.2867</a:t>
            </a:r>
          </a:p>
        </p:txBody>
      </p:sp>
      <p:sp>
        <p:nvSpPr>
          <p:cNvPr id="127" name="W03">
            <a:extLst>
              <a:ext uri="{FF2B5EF4-FFF2-40B4-BE49-F238E27FC236}">
                <ns2:creationId id="{C76D4F26-52F3-4581-9FE3-50629A8E84C4}"/>
              </a:ext>
            </a:extLst>
          </p:cNvPr>
          <p:cNvSpPr>
            <a:spLocks noGrp="1"/>
          </p:cNvSpPr>
          <p:nvPr/>
        </p:nvSpPr>
        <p:spPr>
          <a:xfrm rot="0">
            <a:off x="2965698" y="433773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28" name="0.2858">
            <a:extLst>
              <a:ext uri="{FF2B5EF4-FFF2-40B4-BE49-F238E27FC236}">
                <ns2:creationId id="{5FF2066C-2916-4D16-A697-A75D098D0614}"/>
              </a:ext>
            </a:extLst>
          </p:cNvPr>
          <p:cNvSpPr>
            <a:spLocks noGrp="1"/>
          </p:cNvSpPr>
          <p:nvPr/>
        </p:nvSpPr>
        <p:spPr>
          <a:xfrm rot="0">
            <a:off x="5693004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0.2858</a:t>
            </a:r>
          </a:p>
        </p:txBody>
      </p:sp>
      <p:sp>
        <p:nvSpPr>
          <p:cNvPr id="129" name="0.2840">
            <a:extLst>
              <a:ext uri="{FF2B5EF4-FFF2-40B4-BE49-F238E27FC236}">
                <ns2:creationId id="{D70EDEB1-2C51-48B9-8640-341656307C64}"/>
              </a:ext>
            </a:extLst>
          </p:cNvPr>
          <p:cNvSpPr>
            <a:spLocks noGrp="1"/>
          </p:cNvSpPr>
          <p:nvPr/>
        </p:nvSpPr>
        <p:spPr>
          <a:xfrm rot="0">
            <a:off x="8071963" y="434659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0.2840</a:t>
            </a:r>
          </a:p>
        </p:txBody>
      </p:sp>
      <p:sp>
        <p:nvSpPr>
          <p:cNvPr id="130" name="0.3539">
            <a:extLst>
              <a:ext uri="{FF2B5EF4-FFF2-40B4-BE49-F238E27FC236}">
                <ns2:creationId id="{63FDA222-46EC-4642-922D-4CEA9669890A}"/>
              </a:ext>
            </a:extLst>
          </p:cNvPr>
          <p:cNvSpPr>
            <a:spLocks noGrp="1"/>
          </p:cNvSpPr>
          <p:nvPr/>
        </p:nvSpPr>
        <p:spPr>
          <a:xfrm rot="0">
            <a:off x="10450921" y="4346597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0.3539</a:t>
            </a:r>
          </a:p>
        </p:txBody>
      </p:sp>
      <p:sp>
        <p:nvSpPr>
          <p:cNvPr id="131" name="W04">
            <a:extLst>
              <a:ext uri="{FF2B5EF4-FFF2-40B4-BE49-F238E27FC236}">
                <ns2:creationId id="{0C3EB7BB-F5FC-4528-9B51-3B13CFF92088}"/>
              </a:ext>
            </a:extLst>
          </p:cNvPr>
          <p:cNvSpPr>
            <a:spLocks noGrp="1"/>
          </p:cNvSpPr>
          <p:nvPr/>
        </p:nvSpPr>
        <p:spPr>
          <a:xfrm rot="0">
            <a:off x="2965698" y="4595246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132" name="0.3320">
            <a:extLst>
              <a:ext uri="{FF2B5EF4-FFF2-40B4-BE49-F238E27FC236}">
                <ns2:creationId id="{9BD3B360-B0F2-4887-9804-32B65AE18432}"/>
              </a:ext>
            </a:extLst>
          </p:cNvPr>
          <p:cNvSpPr>
            <a:spLocks noGrp="1"/>
          </p:cNvSpPr>
          <p:nvPr/>
        </p:nvSpPr>
        <p:spPr>
          <a:xfrm rot="0">
            <a:off x="5693004" y="4604113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0.3320</a:t>
            </a:r>
          </a:p>
        </p:txBody>
      </p:sp>
      <p:sp>
        <p:nvSpPr>
          <p:cNvPr id="133" name="0.2395">
            <a:extLst>
              <a:ext uri="{FF2B5EF4-FFF2-40B4-BE49-F238E27FC236}">
                <ns2:creationId id="{827DEDDC-C729-40C7-BD9B-6F6D3B934D57}"/>
              </a:ext>
            </a:extLst>
          </p:cNvPr>
          <p:cNvSpPr>
            <a:spLocks noGrp="1"/>
          </p:cNvSpPr>
          <p:nvPr/>
        </p:nvSpPr>
        <p:spPr>
          <a:xfrm rot="0">
            <a:off x="8071963" y="4604113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0.2395</a:t>
            </a:r>
          </a:p>
        </p:txBody>
      </p:sp>
      <p:sp>
        <p:nvSpPr>
          <p:cNvPr id="134" name="0.3480">
            <a:extLst>
              <a:ext uri="{FF2B5EF4-FFF2-40B4-BE49-F238E27FC236}">
                <ns2:creationId id="{69CBBFAC-0FF5-49DD-A18D-67C132FE9049}"/>
              </a:ext>
            </a:extLst>
          </p:cNvPr>
          <p:cNvSpPr>
            <a:spLocks noGrp="1"/>
          </p:cNvSpPr>
          <p:nvPr/>
        </p:nvSpPr>
        <p:spPr>
          <a:xfrm rot="0">
            <a:off x="10450921" y="4604113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0.3480</a:t>
            </a:r>
          </a:p>
        </p:txBody>
      </p:sp>
      <p:sp>
        <p:nvSpPr>
          <p:cNvPr id="135" name="W05">
            <a:extLst>
              <a:ext uri="{FF2B5EF4-FFF2-40B4-BE49-F238E27FC236}">
                <ns2:creationId id="{6E987E62-ADAF-46CC-BC28-65E223222B7E}"/>
              </a:ext>
            </a:extLst>
          </p:cNvPr>
          <p:cNvSpPr>
            <a:spLocks noGrp="1"/>
          </p:cNvSpPr>
          <p:nvPr/>
        </p:nvSpPr>
        <p:spPr>
          <a:xfrm rot="0">
            <a:off x="2965698" y="4852762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136" name="0.2097">
            <a:extLst>
              <a:ext uri="{FF2B5EF4-FFF2-40B4-BE49-F238E27FC236}">
                <ns2:creationId id="{E06094B2-10DC-49C7-874B-9373174DF3EB}"/>
              </a:ext>
            </a:extLst>
          </p:cNvPr>
          <p:cNvSpPr>
            <a:spLocks noGrp="1"/>
          </p:cNvSpPr>
          <p:nvPr/>
        </p:nvSpPr>
        <p:spPr>
          <a:xfrm rot="0">
            <a:off x="5693004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0.2097</a:t>
            </a:r>
          </a:p>
        </p:txBody>
      </p:sp>
      <p:sp>
        <p:nvSpPr>
          <p:cNvPr id="137" name="0.3139">
            <a:extLst>
              <a:ext uri="{FF2B5EF4-FFF2-40B4-BE49-F238E27FC236}">
                <ns2:creationId id="{ECD8361A-C358-4D5E-87C1-1DAFCAA66DC6}"/>
              </a:ext>
            </a:extLst>
          </p:cNvPr>
          <p:cNvSpPr>
            <a:spLocks noGrp="1"/>
          </p:cNvSpPr>
          <p:nvPr/>
        </p:nvSpPr>
        <p:spPr>
          <a:xfrm rot="0">
            <a:off x="8071963" y="4861628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0.3139</a:t>
            </a:r>
          </a:p>
        </p:txBody>
      </p:sp>
      <p:sp>
        <p:nvSpPr>
          <p:cNvPr id="138" name="0.2629">
            <a:extLst>
              <a:ext uri="{FF2B5EF4-FFF2-40B4-BE49-F238E27FC236}">
                <ns2:creationId id="{63C9D77B-B81C-420F-9988-714FB18FBB77}"/>
              </a:ext>
            </a:extLst>
          </p:cNvPr>
          <p:cNvSpPr>
            <a:spLocks noGrp="1"/>
          </p:cNvSpPr>
          <p:nvPr/>
        </p:nvSpPr>
        <p:spPr>
          <a:xfrm rot="0">
            <a:off x="10450921" y="4861628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0.2629</a:t>
            </a:r>
          </a:p>
        </p:txBody>
      </p:sp>
      <p:sp>
        <p:nvSpPr>
          <p:cNvPr id="139" name="Mean">
            <a:extLst>
              <a:ext uri="{FF2B5EF4-FFF2-40B4-BE49-F238E27FC236}">
                <ns2:creationId id="{AC2A80BA-3D24-4F6D-85BB-63E05D510932}"/>
              </a:ext>
            </a:extLst>
          </p:cNvPr>
          <p:cNvSpPr>
            <a:spLocks noGrp="1"/>
          </p:cNvSpPr>
          <p:nvPr/>
        </p:nvSpPr>
        <p:spPr>
          <a:xfrm rot="0">
            <a:off x="2965698" y="5192320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40" name="0.2281">
            <a:extLst>
              <a:ext uri="{FF2B5EF4-FFF2-40B4-BE49-F238E27FC236}">
                <ns2:creationId id="{359891DA-9830-4C84-9A6C-C773F5B4C150}"/>
              </a:ext>
            </a:extLst>
          </p:cNvPr>
          <p:cNvSpPr>
            <a:spLocks noGrp="1"/>
          </p:cNvSpPr>
          <p:nvPr/>
        </p:nvSpPr>
        <p:spPr>
          <a:xfrm rot="0">
            <a:off x="5693004" y="5201177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0.2281</a:t>
            </a:r>
          </a:p>
        </p:txBody>
      </p:sp>
      <p:sp>
        <p:nvSpPr>
          <p:cNvPr id="141" name="0.2774">
            <a:extLst>
              <a:ext uri="{FF2B5EF4-FFF2-40B4-BE49-F238E27FC236}">
                <ns2:creationId id="{F72CE666-BF97-45B8-A0E3-0BA22CED526D}"/>
              </a:ext>
            </a:extLst>
          </p:cNvPr>
          <p:cNvSpPr>
            <a:spLocks noGrp="1"/>
          </p:cNvSpPr>
          <p:nvPr/>
        </p:nvSpPr>
        <p:spPr>
          <a:xfrm rot="0">
            <a:off x="8071963" y="520117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0.2774</a:t>
            </a:r>
          </a:p>
        </p:txBody>
      </p:sp>
      <p:sp>
        <p:nvSpPr>
          <p:cNvPr id="142" name="0.3046">
            <a:extLst>
              <a:ext uri="{FF2B5EF4-FFF2-40B4-BE49-F238E27FC236}">
                <ns2:creationId id="{6D7E287A-60D5-40C6-B72D-8A90E1BF551B}"/>
              </a:ext>
            </a:extLst>
          </p:cNvPr>
          <p:cNvSpPr>
            <a:spLocks noGrp="1"/>
          </p:cNvSpPr>
          <p:nvPr/>
        </p:nvSpPr>
        <p:spPr>
          <a:xfrm rot="0">
            <a:off x="10450921" y="5201177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0.3046</a:t>
            </a:r>
          </a:p>
        </p:txBody>
      </p:sp>
      <p:sp>
        <p:nvSpPr>
          <p:cNvPr id="143" name="Figure S1 (m–p) plot object 142">
            <a:extLst>
              <a:ext uri="{FF2B5EF4-FFF2-40B4-BE49-F238E27FC236}">
                <ns2:creationId id="{DFC08BEE-E01A-415D-9490-04C4925B7B92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4" name="Figure S1 (m–p) plot object 143">
            <a:extLst>
              <a:ext uri="{FF2B5EF4-FFF2-40B4-BE49-F238E27FC236}">
                <ns2:creationId id="{576D3BD3-8A2C-48B3-BEF9-3C143B48EE0D}"/>
              </a:ext>
            </a:extLst>
          </p:cNvPr>
          <p:cNvSpPr>
            <a:spLocks noGrp="1"/>
          </p:cNvSpPr>
          <p:nvPr/>
        </p:nvSpPr>
        <p:spPr>
          <a:xfrm>
            <a:off x="4155177" y="6492476"/>
            <a:ext cx="671044" cy="103006"/>
          </a:xfrm>
          <a:custGeom>
            <a:pathLst>
              <a:path w="671044" h="103006">
                <a:moveTo>
                  <a:pt x="0" y="103006"/>
                </a:moveTo>
                <a:lnTo>
                  <a:pt x="671044" y="103006"/>
                </a:lnTo>
                <a:lnTo>
                  <a:pt x="67104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45" name="Figure S1 (m–p) plot object 144">
            <a:extLst>
              <a:ext uri="{FF2B5EF4-FFF2-40B4-BE49-F238E27FC236}">
                <ns2:creationId id="{B671B512-0762-40F7-8793-2EBE5CC05B44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6" name="Figure S1 (m–p) plot object 145">
            <a:extLst>
              <a:ext uri="{FF2B5EF4-FFF2-40B4-BE49-F238E27FC236}">
                <ns2:creationId id="{D4973B46-30B5-4C19-9337-8097D7597688}"/>
              </a:ext>
            </a:extLst>
          </p:cNvPr>
          <p:cNvSpPr>
            <a:spLocks noGrp="1"/>
          </p:cNvSpPr>
          <p:nvPr/>
        </p:nvSpPr>
        <p:spPr>
          <a:xfrm>
            <a:off x="6534136" y="6492476"/>
            <a:ext cx="679625" cy="103006"/>
          </a:xfrm>
          <a:custGeom>
            <a:pathLst>
              <a:path w="679625" h="103006">
                <a:moveTo>
                  <a:pt x="0" y="103006"/>
                </a:moveTo>
                <a:lnTo>
                  <a:pt x="679625" y="103006"/>
                </a:lnTo>
                <a:lnTo>
                  <a:pt x="679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47" name="Figure S1 (m–p) plot object 146">
            <a:extLst>
              <a:ext uri="{FF2B5EF4-FFF2-40B4-BE49-F238E27FC236}">
                <ns2:creationId id="{8462C171-607A-48BA-9689-AE4D681C8846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48" name="Figure S1 (m–p) plot object 147">
            <a:extLst>
              <a:ext uri="{FF2B5EF4-FFF2-40B4-BE49-F238E27FC236}">
                <ns2:creationId id="{860D6B76-0390-4DCA-8A2D-D375FBB51EAC}"/>
              </a:ext>
            </a:extLst>
          </p:cNvPr>
          <p:cNvSpPr>
            <a:spLocks noGrp="1"/>
          </p:cNvSpPr>
          <p:nvPr/>
        </p:nvSpPr>
        <p:spPr>
          <a:xfrm>
            <a:off x="8913095" y="6492476"/>
            <a:ext cx="461587" cy="103006"/>
          </a:xfrm>
          <a:custGeom>
            <a:pathLst>
              <a:path w="461587" h="103006">
                <a:moveTo>
                  <a:pt x="0" y="103006"/>
                </a:moveTo>
                <a:lnTo>
                  <a:pt x="461587" y="103006"/>
                </a:lnTo>
                <a:lnTo>
                  <a:pt x="46158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49" name="Figure S1 (m–p) plot object 148">
            <a:extLst>
              <a:ext uri="{FF2B5EF4-FFF2-40B4-BE49-F238E27FC236}">
                <ns2:creationId id="{5C53C43E-01F8-48EC-AC6A-249E9950D0D6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0" name="Figure S1 (m–p) plot object 149">
            <a:extLst>
              <a:ext uri="{FF2B5EF4-FFF2-40B4-BE49-F238E27FC236}">
                <ns2:creationId id="{E81741B9-6D06-4CBD-8CFC-FC142B01497E}"/>
              </a:ext>
            </a:extLst>
          </p:cNvPr>
          <p:cNvSpPr>
            <a:spLocks noGrp="1"/>
          </p:cNvSpPr>
          <p:nvPr/>
        </p:nvSpPr>
        <p:spPr>
          <a:xfrm>
            <a:off x="4155177" y="6749992"/>
            <a:ext cx="563082" cy="103006"/>
          </a:xfrm>
          <a:custGeom>
            <a:pathLst>
              <a:path w="563082" h="103006">
                <a:moveTo>
                  <a:pt x="0" y="103006"/>
                </a:moveTo>
                <a:lnTo>
                  <a:pt x="563082" y="103006"/>
                </a:lnTo>
                <a:lnTo>
                  <a:pt x="563082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1" name="Figure S1 (m–p) plot object 150">
            <a:extLst>
              <a:ext uri="{FF2B5EF4-FFF2-40B4-BE49-F238E27FC236}">
                <ns2:creationId id="{D06C13C8-BEA1-4D3D-ACDC-89B6E558FA00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2" name="Figure S1 (m–p) plot object 151">
            <a:extLst>
              <a:ext uri="{FF2B5EF4-FFF2-40B4-BE49-F238E27FC236}">
                <ns2:creationId id="{F3E6FF51-43F0-4680-A6D7-3ACCB0B86F43}"/>
              </a:ext>
            </a:extLst>
          </p:cNvPr>
          <p:cNvSpPr>
            <a:spLocks noGrp="1"/>
          </p:cNvSpPr>
          <p:nvPr/>
        </p:nvSpPr>
        <p:spPr>
          <a:xfrm>
            <a:off x="6534136" y="6749992"/>
            <a:ext cx="513167" cy="103006"/>
          </a:xfrm>
          <a:custGeom>
            <a:pathLst>
              <a:path w="513167" h="103006">
                <a:moveTo>
                  <a:pt x="0" y="103006"/>
                </a:moveTo>
                <a:lnTo>
                  <a:pt x="513167" y="103006"/>
                </a:lnTo>
                <a:lnTo>
                  <a:pt x="51316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3" name="Figure S1 (m–p) plot object 152">
            <a:extLst>
              <a:ext uri="{FF2B5EF4-FFF2-40B4-BE49-F238E27FC236}">
                <ns2:creationId id="{F5580BCA-77B4-4869-B7B8-6BFF8E784962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4" name="Figure S1 (m–p) plot object 153">
            <a:extLst>
              <a:ext uri="{FF2B5EF4-FFF2-40B4-BE49-F238E27FC236}">
                <ns2:creationId id="{AC3787B7-0228-4209-B063-089B4BC647B8}"/>
              </a:ext>
            </a:extLst>
          </p:cNvPr>
          <p:cNvSpPr>
            <a:spLocks noGrp="1"/>
          </p:cNvSpPr>
          <p:nvPr/>
        </p:nvSpPr>
        <p:spPr>
          <a:xfrm>
            <a:off x="8913095" y="6749992"/>
            <a:ext cx="929153" cy="103006"/>
          </a:xfrm>
          <a:custGeom>
            <a:pathLst>
              <a:path w="929153" h="103006">
                <a:moveTo>
                  <a:pt x="0" y="103006"/>
                </a:moveTo>
                <a:lnTo>
                  <a:pt x="929153" y="103006"/>
                </a:lnTo>
                <a:lnTo>
                  <a:pt x="92915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55" name="Figure S1 (m–p) plot object 154">
            <a:extLst>
              <a:ext uri="{FF2B5EF4-FFF2-40B4-BE49-F238E27FC236}">
                <ns2:creationId id="{7FFD1751-A005-4D6D-9797-A0388E7AD43F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6" name="Figure S1 (m–p) plot object 155">
            <a:extLst>
              <a:ext uri="{FF2B5EF4-FFF2-40B4-BE49-F238E27FC236}">
                <ns2:creationId id="{79EE6E1D-1FC7-47CC-BA06-503EFEB69273}"/>
              </a:ext>
            </a:extLst>
          </p:cNvPr>
          <p:cNvSpPr>
            <a:spLocks noGrp="1"/>
          </p:cNvSpPr>
          <p:nvPr/>
        </p:nvSpPr>
        <p:spPr>
          <a:xfrm>
            <a:off x="4155177" y="7007508"/>
            <a:ext cx="518017" cy="103006"/>
          </a:xfrm>
          <a:custGeom>
            <a:pathLst>
              <a:path w="518017" h="103006">
                <a:moveTo>
                  <a:pt x="0" y="103006"/>
                </a:moveTo>
                <a:lnTo>
                  <a:pt x="518017" y="103006"/>
                </a:lnTo>
                <a:lnTo>
                  <a:pt x="51801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57" name="Figure S1 (m–p) plot object 156">
            <a:extLst>
              <a:ext uri="{FF2B5EF4-FFF2-40B4-BE49-F238E27FC236}">
                <ns2:creationId id="{20E333D2-0F30-4342-B584-8D55F804B5E8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58" name="Figure S1 (m–p) plot object 157">
            <a:extLst>
              <a:ext uri="{FF2B5EF4-FFF2-40B4-BE49-F238E27FC236}">
                <ns2:creationId id="{D95DC50A-5322-42A0-BD64-61ED72F65A3B}"/>
              </a:ext>
            </a:extLst>
          </p:cNvPr>
          <p:cNvSpPr>
            <a:spLocks noGrp="1"/>
          </p:cNvSpPr>
          <p:nvPr/>
        </p:nvSpPr>
        <p:spPr>
          <a:xfrm>
            <a:off x="6534136" y="7007508"/>
            <a:ext cx="563084" cy="103006"/>
          </a:xfrm>
          <a:custGeom>
            <a:pathLst>
              <a:path w="563084" h="103006">
                <a:moveTo>
                  <a:pt x="0" y="103006"/>
                </a:moveTo>
                <a:lnTo>
                  <a:pt x="563084" y="103006"/>
                </a:lnTo>
                <a:lnTo>
                  <a:pt x="56308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59" name="Figure S1 (m–p) plot object 158">
            <a:extLst>
              <a:ext uri="{FF2B5EF4-FFF2-40B4-BE49-F238E27FC236}">
                <ns2:creationId id="{F8589DE4-85D5-4214-9A02-CAD87017BDC3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0" name="Figure S1 (m–p) plot object 159">
            <a:extLst>
              <a:ext uri="{FF2B5EF4-FFF2-40B4-BE49-F238E27FC236}">
                <ns2:creationId id="{431C5297-7397-4CAC-A93C-55ADD8D8B784}"/>
              </a:ext>
            </a:extLst>
          </p:cNvPr>
          <p:cNvSpPr>
            <a:spLocks noGrp="1"/>
          </p:cNvSpPr>
          <p:nvPr/>
        </p:nvSpPr>
        <p:spPr>
          <a:xfrm>
            <a:off x="8913095" y="7007508"/>
            <a:ext cx="1159988" cy="103006"/>
          </a:xfrm>
          <a:custGeom>
            <a:pathLst>
              <a:path w="1159988" h="103006">
                <a:moveTo>
                  <a:pt x="0" y="103006"/>
                </a:moveTo>
                <a:lnTo>
                  <a:pt x="1159988" y="103006"/>
                </a:lnTo>
                <a:lnTo>
                  <a:pt x="1159988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1" name="Figure S1 (m–p) plot object 160">
            <a:extLst>
              <a:ext uri="{FF2B5EF4-FFF2-40B4-BE49-F238E27FC236}">
                <ns2:creationId id="{FFE2F264-736D-4441-90D6-1C064018F1B6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2" name="Figure S1 (m–p) plot object 161">
            <a:extLst>
              <a:ext uri="{FF2B5EF4-FFF2-40B4-BE49-F238E27FC236}">
                <ns2:creationId id="{0907C92D-36CA-423B-A18F-D66630EC3D9E}"/>
              </a:ext>
            </a:extLst>
          </p:cNvPr>
          <p:cNvSpPr>
            <a:spLocks noGrp="1"/>
          </p:cNvSpPr>
          <p:nvPr/>
        </p:nvSpPr>
        <p:spPr>
          <a:xfrm>
            <a:off x="4155177" y="7265023"/>
            <a:ext cx="1188760" cy="103006"/>
          </a:xfrm>
          <a:custGeom>
            <a:pathLst>
              <a:path w="1188760" h="103006">
                <a:moveTo>
                  <a:pt x="0" y="103006"/>
                </a:moveTo>
                <a:lnTo>
                  <a:pt x="1188760" y="103006"/>
                </a:lnTo>
                <a:lnTo>
                  <a:pt x="1188760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3" name="Figure S1 (m–p) plot object 162">
            <a:extLst>
              <a:ext uri="{FF2B5EF4-FFF2-40B4-BE49-F238E27FC236}">
                <ns2:creationId id="{2A84B4B7-675C-438E-AF55-2BC7C7022916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4" name="Figure S1 (m–p) plot object 163">
            <a:extLst>
              <a:ext uri="{FF2B5EF4-FFF2-40B4-BE49-F238E27FC236}">
                <ns2:creationId id="{19B5C98D-D2F4-45AF-9224-6F942AB8595E}"/>
              </a:ext>
            </a:extLst>
          </p:cNvPr>
          <p:cNvSpPr>
            <a:spLocks noGrp="1"/>
          </p:cNvSpPr>
          <p:nvPr/>
        </p:nvSpPr>
        <p:spPr>
          <a:xfrm>
            <a:off x="6534136" y="7265023"/>
            <a:ext cx="893265" cy="103006"/>
          </a:xfrm>
          <a:custGeom>
            <a:pathLst>
              <a:path w="893265" h="103006">
                <a:moveTo>
                  <a:pt x="0" y="103006"/>
                </a:moveTo>
                <a:lnTo>
                  <a:pt x="893265" y="103006"/>
                </a:lnTo>
                <a:lnTo>
                  <a:pt x="893265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65" name="Figure S1 (m–p) plot object 164">
            <a:extLst>
              <a:ext uri="{FF2B5EF4-FFF2-40B4-BE49-F238E27FC236}">
                <ns2:creationId id="{441C85D2-00A1-4A0A-9896-F780EC66BF7E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6" name="Figure S1 (m–p) plot object 165">
            <a:extLst>
              <a:ext uri="{FF2B5EF4-FFF2-40B4-BE49-F238E27FC236}">
                <ns2:creationId id="{12346D7B-C96A-47BD-A488-45116C9AA3B0}"/>
              </a:ext>
            </a:extLst>
          </p:cNvPr>
          <p:cNvSpPr>
            <a:spLocks noGrp="1"/>
          </p:cNvSpPr>
          <p:nvPr/>
        </p:nvSpPr>
        <p:spPr>
          <a:xfrm>
            <a:off x="8913095" y="7265023"/>
            <a:ext cx="1421630" cy="103006"/>
          </a:xfrm>
          <a:custGeom>
            <a:pathLst>
              <a:path w="1421630" h="103006">
                <a:moveTo>
                  <a:pt x="0" y="103006"/>
                </a:moveTo>
                <a:lnTo>
                  <a:pt x="1421630" y="103006"/>
                </a:lnTo>
                <a:lnTo>
                  <a:pt x="1421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67" name="Figure S1 (m–p) plot object 166">
            <a:extLst>
              <a:ext uri="{FF2B5EF4-FFF2-40B4-BE49-F238E27FC236}">
                <ns2:creationId id="{2D3418BE-0CCA-4BE5-9990-5FE3E83A314B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68" name="Figure S1 (m–p) plot object 167">
            <a:extLst>
              <a:ext uri="{FF2B5EF4-FFF2-40B4-BE49-F238E27FC236}">
                <ns2:creationId id="{D5552559-353D-4534-B435-FBA1AD3DC00A}"/>
              </a:ext>
            </a:extLst>
          </p:cNvPr>
          <p:cNvSpPr>
            <a:spLocks noGrp="1"/>
          </p:cNvSpPr>
          <p:nvPr/>
        </p:nvSpPr>
        <p:spPr>
          <a:xfrm>
            <a:off x="4155177" y="7522539"/>
            <a:ext cx="1023314" cy="103006"/>
          </a:xfrm>
          <a:custGeom>
            <a:pathLst>
              <a:path w="1023314" h="103006">
                <a:moveTo>
                  <a:pt x="0" y="103006"/>
                </a:moveTo>
                <a:lnTo>
                  <a:pt x="1023314" y="103006"/>
                </a:lnTo>
                <a:lnTo>
                  <a:pt x="102331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69" name="Figure S1 (m–p) plot object 168">
            <a:extLst>
              <a:ext uri="{FF2B5EF4-FFF2-40B4-BE49-F238E27FC236}">
                <ns2:creationId id="{042ADC05-29C0-47F7-91E3-CC82313FCC95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0" name="Figure S1 (m–p) plot object 169">
            <a:extLst>
              <a:ext uri="{FF2B5EF4-FFF2-40B4-BE49-F238E27FC236}">
                <ns2:creationId id="{44161D40-7DE3-440C-8C2C-531AC5A6CE38}"/>
              </a:ext>
            </a:extLst>
          </p:cNvPr>
          <p:cNvSpPr>
            <a:spLocks noGrp="1"/>
          </p:cNvSpPr>
          <p:nvPr/>
        </p:nvSpPr>
        <p:spPr>
          <a:xfrm>
            <a:off x="6534136" y="7522539"/>
            <a:ext cx="683826" cy="103006"/>
          </a:xfrm>
          <a:custGeom>
            <a:pathLst>
              <a:path w="683826" h="103006">
                <a:moveTo>
                  <a:pt x="0" y="103006"/>
                </a:moveTo>
                <a:lnTo>
                  <a:pt x="683826" y="103006"/>
                </a:lnTo>
                <a:lnTo>
                  <a:pt x="683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1" name="Figure S1 (m–p) plot object 170">
            <a:extLst>
              <a:ext uri="{FF2B5EF4-FFF2-40B4-BE49-F238E27FC236}">
                <ns2:creationId id="{52430769-ADAF-41A1-84C7-F4A703396E19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2" name="Figure S1 (m–p) plot object 171">
            <a:extLst>
              <a:ext uri="{FF2B5EF4-FFF2-40B4-BE49-F238E27FC236}">
                <ns2:creationId id="{BF0148ED-8EDE-40C9-BB21-8D276078E2FB}"/>
              </a:ext>
            </a:extLst>
          </p:cNvPr>
          <p:cNvSpPr>
            <a:spLocks noGrp="1"/>
          </p:cNvSpPr>
          <p:nvPr/>
        </p:nvSpPr>
        <p:spPr>
          <a:xfrm>
            <a:off x="8913095" y="7522539"/>
            <a:ext cx="466592" cy="103006"/>
          </a:xfrm>
          <a:custGeom>
            <a:pathLst>
              <a:path w="466592" h="103006">
                <a:moveTo>
                  <a:pt x="0" y="103006"/>
                </a:moveTo>
                <a:lnTo>
                  <a:pt x="466592" y="103006"/>
                </a:lnTo>
                <a:lnTo>
                  <a:pt x="46659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3" name="Figure S1 (m–p) plot object 172">
            <a:extLst>
              <a:ext uri="{FF2B5EF4-FFF2-40B4-BE49-F238E27FC236}">
                <ns2:creationId id="{C366BAD0-7A62-4D8E-BBA7-921393DDDB6B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4" name="Figure S1 (m–p) plot object 173">
            <a:extLst>
              <a:ext uri="{FF2B5EF4-FFF2-40B4-BE49-F238E27FC236}">
                <ns2:creationId id="{D1E8A3D9-1C42-4B4D-B8F9-93141FA67F53}"/>
              </a:ext>
            </a:extLst>
          </p:cNvPr>
          <p:cNvSpPr>
            <a:spLocks noGrp="1"/>
          </p:cNvSpPr>
          <p:nvPr/>
        </p:nvSpPr>
        <p:spPr>
          <a:xfrm>
            <a:off x="4155177" y="7861992"/>
            <a:ext cx="792844" cy="103006"/>
          </a:xfrm>
          <a:custGeom>
            <a:pathLst>
              <a:path w="792844" h="103006">
                <a:moveTo>
                  <a:pt x="0" y="103006"/>
                </a:moveTo>
                <a:lnTo>
                  <a:pt x="792844" y="103006"/>
                </a:lnTo>
                <a:lnTo>
                  <a:pt x="79284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175" name="Figure S1 (m–p) plot object 174">
            <a:extLst>
              <a:ext uri="{FF2B5EF4-FFF2-40B4-BE49-F238E27FC236}">
                <ns2:creationId id="{9473031E-2095-4FBE-8119-103EF0818F7A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6" name="Figure S1 (m–p) plot object 175">
            <a:extLst>
              <a:ext uri="{FF2B5EF4-FFF2-40B4-BE49-F238E27FC236}">
                <ns2:creationId id="{1E5CB11D-46A1-494E-9907-C44C5F5C29CC}"/>
              </a:ext>
            </a:extLst>
          </p:cNvPr>
          <p:cNvSpPr>
            <a:spLocks noGrp="1"/>
          </p:cNvSpPr>
          <p:nvPr/>
        </p:nvSpPr>
        <p:spPr>
          <a:xfrm>
            <a:off x="6534136" y="7861992"/>
            <a:ext cx="666594" cy="103006"/>
          </a:xfrm>
          <a:custGeom>
            <a:pathLst>
              <a:path w="666594" h="103006">
                <a:moveTo>
                  <a:pt x="0" y="103006"/>
                </a:moveTo>
                <a:lnTo>
                  <a:pt x="666594" y="103006"/>
                </a:lnTo>
                <a:lnTo>
                  <a:pt x="666594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177" name="Figure S1 (m–p) plot object 176">
            <a:extLst>
              <a:ext uri="{FF2B5EF4-FFF2-40B4-BE49-F238E27FC236}">
                <ns2:creationId id="{A7956CAA-301B-4A77-849D-141441340BC6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178" name="Figure S1 (m–p) plot object 177">
            <a:extLst>
              <a:ext uri="{FF2B5EF4-FFF2-40B4-BE49-F238E27FC236}">
                <ns2:creationId id="{87343FFC-893C-4243-83E3-DD5E6923F205}"/>
              </a:ext>
            </a:extLst>
          </p:cNvPr>
          <p:cNvSpPr>
            <a:spLocks noGrp="1"/>
          </p:cNvSpPr>
          <p:nvPr/>
        </p:nvSpPr>
        <p:spPr>
          <a:xfrm>
            <a:off x="8913095" y="7861992"/>
            <a:ext cx="887790" cy="103006"/>
          </a:xfrm>
          <a:custGeom>
            <a:pathLst>
              <a:path w="887790" h="103006">
                <a:moveTo>
                  <a:pt x="0" y="103006"/>
                </a:moveTo>
                <a:lnTo>
                  <a:pt x="887790" y="103006"/>
                </a:lnTo>
                <a:lnTo>
                  <a:pt x="887790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179" name="Figure S1 (m–p) plot object 178">
            <a:extLst>
              <a:ext uri="{FF2B5EF4-FFF2-40B4-BE49-F238E27FC236}">
                <ns2:creationId id="{8E7CFAE6-0619-4347-9915-02D19A6F14B1}"/>
              </a:ext>
            </a:extLst>
          </p:cNvPr>
          <p:cNvSpPr>
            <a:spLocks noGrp="1"/>
          </p:cNvSpPr>
          <p:nvPr/>
        </p:nvSpPr>
        <p:spPr>
          <a:xfrm>
            <a:off x="4155177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180" name="Figure S1 (m–p) plot object 179">
            <a:extLst>
              <a:ext uri="{FF2B5EF4-FFF2-40B4-BE49-F238E27FC236}">
                <ns2:creationId id="{E93EC59E-E545-4C0A-AF17-DA6F57C9CC9E}"/>
              </a:ext>
            </a:extLst>
          </p:cNvPr>
          <p:cNvSpPr>
            <a:spLocks noGrp="1"/>
          </p:cNvSpPr>
          <p:nvPr/>
        </p:nvSpPr>
        <p:spPr>
          <a:xfrm>
            <a:off x="6534136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181" name="Figure S1 (m–p) plot object 180">
            <a:extLst>
              <a:ext uri="{FF2B5EF4-FFF2-40B4-BE49-F238E27FC236}">
                <ns2:creationId id="{8E131096-E1E8-4B26-99C2-AE4C14DC6AB7}"/>
              </a:ext>
            </a:extLst>
          </p:cNvPr>
          <p:cNvSpPr>
            <a:spLocks noGrp="1"/>
          </p:cNvSpPr>
          <p:nvPr/>
        </p:nvSpPr>
        <p:spPr>
          <a:xfrm>
            <a:off x="8913095" y="6319238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182" name="Figure S1 (m–p) plot object 181">
            <a:extLst>
              <a:ext uri="{FF2B5EF4-FFF2-40B4-BE49-F238E27FC236}">
                <ns2:creationId id="{58FC50B5-412D-458C-8C5B-58E6EFD40A20}"/>
              </a:ext>
            </a:extLst>
          </p:cNvPr>
          <p:cNvSpPr>
            <a:spLocks noGrp="1"/>
          </p:cNvSpPr>
          <p:nvPr/>
        </p:nvSpPr>
        <p:spPr>
          <a:xfrm>
            <a:off x="2880735" y="7721529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183" name="o">
            <a:extLst>
              <a:ext uri="{FF2B5EF4-FFF2-40B4-BE49-F238E27FC236}">
                <ns2:creationId id="{1583C521-4224-4B48-91F6-20CC2C334DC7}"/>
              </a:ext>
            </a:extLst>
          </p:cNvPr>
          <p:cNvSpPr>
            <a:spLocks noGrp="1"/>
          </p:cNvSpPr>
          <p:nvPr/>
        </p:nvSpPr>
        <p:spPr>
          <a:xfrm rot="0">
            <a:off x="2880735" y="5770187"/>
            <a:ext cx="239028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</a:t>
            </a:r>
          </a:p>
        </p:txBody>
      </p:sp>
      <p:sp>
        <p:nvSpPr>
          <p:cNvPr id="184" name="Purification / purity">
            <a:extLst>
              <a:ext uri="{FF2B5EF4-FFF2-40B4-BE49-F238E27FC236}">
                <ns2:creationId id="{8A9C3FE3-9588-460D-BA45-7AB4A9237439}"/>
              </a:ext>
            </a:extLst>
          </p:cNvPr>
          <p:cNvSpPr>
            <a:spLocks noGrp="1"/>
          </p:cNvSpPr>
          <p:nvPr/>
        </p:nvSpPr>
        <p:spPr>
          <a:xfrm rot="0">
            <a:off x="3305549" y="5803175"/>
            <a:ext cx="196850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Purification / purity</a:t>
            </a:r>
          </a:p>
        </p:txBody>
      </p:sp>
      <p:sp>
        <p:nvSpPr>
          <p:cNvPr id="185" name="Purity MAE  0-0.42">
            <a:extLst>
              <a:ext uri="{FF2B5EF4-FFF2-40B4-BE49-F238E27FC236}">
                <ns2:creationId id="{53F16135-7FFC-4723-A7F8-2889A96E806A}"/>
              </a:ext>
            </a:extLst>
          </p:cNvPr>
          <p:cNvSpPr>
            <a:spLocks noGrp="1"/>
          </p:cNvSpPr>
          <p:nvPr/>
        </p:nvSpPr>
        <p:spPr>
          <a:xfrm rot="0">
            <a:off x="10003015" y="5816697"/>
            <a:ext cx="1275561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Purity MAE  0-0.42</a:t>
            </a:r>
          </a:p>
        </p:txBody>
      </p:sp>
      <p:sp>
        <p:nvSpPr>
          <p:cNvPr id="186" name="Opaque">
            <a:extLst>
              <a:ext uri="{FF2B5EF4-FFF2-40B4-BE49-F238E27FC236}">
                <ns2:creationId id="{A8950823-1907-4AE7-87AA-51D6A36C1E0C}"/>
              </a:ext>
            </a:extLst>
          </p:cNvPr>
          <p:cNvSpPr>
            <a:spLocks noGrp="1"/>
          </p:cNvSpPr>
          <p:nvPr/>
        </p:nvSpPr>
        <p:spPr>
          <a:xfrm rot="0">
            <a:off x="4155177" y="6130826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187" name="Aligned">
            <a:extLst>
              <a:ext uri="{FF2B5EF4-FFF2-40B4-BE49-F238E27FC236}">
                <ns2:creationId id="{EEF2D042-65D7-4DED-80B0-AD63C38A71D7}"/>
              </a:ext>
            </a:extLst>
          </p:cNvPr>
          <p:cNvSpPr>
            <a:spLocks noGrp="1"/>
          </p:cNvSpPr>
          <p:nvPr/>
        </p:nvSpPr>
        <p:spPr>
          <a:xfrm rot="0">
            <a:off x="6534136" y="6128949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188" name="MisIndexed">
            <a:extLst>
              <a:ext uri="{FF2B5EF4-FFF2-40B4-BE49-F238E27FC236}">
                <ns2:creationId id="{61280858-4CF7-4DE7-8770-C3B43B35DE11}"/>
              </a:ext>
            </a:extLst>
          </p:cNvPr>
          <p:cNvSpPr>
            <a:spLocks noGrp="1"/>
          </p:cNvSpPr>
          <p:nvPr/>
        </p:nvSpPr>
        <p:spPr>
          <a:xfrm rot="0">
            <a:off x="8913095" y="6129922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189" name="W01">
            <a:extLst>
              <a:ext uri="{FF2B5EF4-FFF2-40B4-BE49-F238E27FC236}">
                <ns2:creationId id="{1EFAA593-4D01-46EB-974D-3CE41BE1BD05}"/>
              </a:ext>
            </a:extLst>
          </p:cNvPr>
          <p:cNvSpPr>
            <a:spLocks noGrp="1"/>
          </p:cNvSpPr>
          <p:nvPr/>
        </p:nvSpPr>
        <p:spPr>
          <a:xfrm rot="0">
            <a:off x="2965698" y="6444678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190" name="0.1896">
            <a:extLst>
              <a:ext uri="{FF2B5EF4-FFF2-40B4-BE49-F238E27FC236}">
                <ns2:creationId id="{9FA0E346-419E-462F-9A69-3AFB3F9713FB}"/>
              </a:ext>
            </a:extLst>
          </p:cNvPr>
          <p:cNvSpPr>
            <a:spLocks noGrp="1"/>
          </p:cNvSpPr>
          <p:nvPr/>
        </p:nvSpPr>
        <p:spPr>
          <a:xfrm rot="0">
            <a:off x="5693004" y="6453544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0.1896</a:t>
            </a:r>
          </a:p>
        </p:txBody>
      </p:sp>
      <p:sp>
        <p:nvSpPr>
          <p:cNvPr id="191" name="0.1920">
            <a:extLst>
              <a:ext uri="{FF2B5EF4-FFF2-40B4-BE49-F238E27FC236}">
                <ns2:creationId id="{9E062872-CE4E-4DEE-BEE7-7F44CCB82764}"/>
              </a:ext>
            </a:extLst>
          </p:cNvPr>
          <p:cNvSpPr>
            <a:spLocks noGrp="1"/>
          </p:cNvSpPr>
          <p:nvPr/>
        </p:nvSpPr>
        <p:spPr>
          <a:xfrm rot="0">
            <a:off x="8071963" y="6453544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0.1920</a:t>
            </a:r>
          </a:p>
        </p:txBody>
      </p:sp>
      <p:sp>
        <p:nvSpPr>
          <p:cNvPr id="192" name="0.1304">
            <a:extLst>
              <a:ext uri="{FF2B5EF4-FFF2-40B4-BE49-F238E27FC236}">
                <ns2:creationId id="{B38A0AB8-DB65-4DB0-8154-151C76FD520A}"/>
              </a:ext>
            </a:extLst>
          </p:cNvPr>
          <p:cNvSpPr>
            <a:spLocks noGrp="1"/>
          </p:cNvSpPr>
          <p:nvPr/>
        </p:nvSpPr>
        <p:spPr>
          <a:xfrm rot="0">
            <a:off x="10450921" y="6453544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0.1304</a:t>
            </a:r>
          </a:p>
        </p:txBody>
      </p:sp>
      <p:sp>
        <p:nvSpPr>
          <p:cNvPr id="193" name="W02">
            <a:extLst>
              <a:ext uri="{FF2B5EF4-FFF2-40B4-BE49-F238E27FC236}">
                <ns2:creationId id="{52A1BF5B-6ADC-4C30-AF43-2A98A055FB9E}"/>
              </a:ext>
            </a:extLst>
          </p:cNvPr>
          <p:cNvSpPr>
            <a:spLocks noGrp="1"/>
          </p:cNvSpPr>
          <p:nvPr/>
        </p:nvSpPr>
        <p:spPr>
          <a:xfrm rot="0">
            <a:off x="2965698" y="6702194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194" name="0.1591">
            <a:extLst>
              <a:ext uri="{FF2B5EF4-FFF2-40B4-BE49-F238E27FC236}">
                <ns2:creationId id="{9AE6CF1F-317E-44AA-90CE-842437DF0B93}"/>
              </a:ext>
            </a:extLst>
          </p:cNvPr>
          <p:cNvSpPr>
            <a:spLocks noGrp="1"/>
          </p:cNvSpPr>
          <p:nvPr/>
        </p:nvSpPr>
        <p:spPr>
          <a:xfrm rot="0">
            <a:off x="5693004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0.1591</a:t>
            </a:r>
          </a:p>
        </p:txBody>
      </p:sp>
      <p:sp>
        <p:nvSpPr>
          <p:cNvPr id="195" name="0.1450">
            <a:extLst>
              <a:ext uri="{FF2B5EF4-FFF2-40B4-BE49-F238E27FC236}">
                <ns2:creationId id="{11517A2C-5CDC-46C1-B091-E73CA88EF432}"/>
              </a:ext>
            </a:extLst>
          </p:cNvPr>
          <p:cNvSpPr>
            <a:spLocks noGrp="1"/>
          </p:cNvSpPr>
          <p:nvPr/>
        </p:nvSpPr>
        <p:spPr>
          <a:xfrm rot="0">
            <a:off x="8071963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0.1450</a:t>
            </a:r>
          </a:p>
        </p:txBody>
      </p:sp>
      <p:sp>
        <p:nvSpPr>
          <p:cNvPr id="196" name="0.2625">
            <a:extLst>
              <a:ext uri="{FF2B5EF4-FFF2-40B4-BE49-F238E27FC236}">
                <ns2:creationId id="{A47A0FF5-C952-43C5-A513-3F8CA502BF38}"/>
              </a:ext>
            </a:extLst>
          </p:cNvPr>
          <p:cNvSpPr>
            <a:spLocks noGrp="1"/>
          </p:cNvSpPr>
          <p:nvPr/>
        </p:nvSpPr>
        <p:spPr>
          <a:xfrm rot="0">
            <a:off x="10450921" y="6711060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0.2625</a:t>
            </a:r>
          </a:p>
        </p:txBody>
      </p:sp>
      <p:sp>
        <p:nvSpPr>
          <p:cNvPr id="197" name="W03">
            <a:extLst>
              <a:ext uri="{FF2B5EF4-FFF2-40B4-BE49-F238E27FC236}">
                <ns2:creationId id="{474772B8-1DB2-45CE-B636-31713A018207}"/>
              </a:ext>
            </a:extLst>
          </p:cNvPr>
          <p:cNvSpPr>
            <a:spLocks noGrp="1"/>
          </p:cNvSpPr>
          <p:nvPr/>
        </p:nvSpPr>
        <p:spPr>
          <a:xfrm rot="0">
            <a:off x="2965698" y="695971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198" name="0.1463">
            <a:extLst>
              <a:ext uri="{FF2B5EF4-FFF2-40B4-BE49-F238E27FC236}">
                <ns2:creationId id="{197C7B76-DB53-48B2-BE97-21825029AF6A}"/>
              </a:ext>
            </a:extLst>
          </p:cNvPr>
          <p:cNvSpPr>
            <a:spLocks noGrp="1"/>
          </p:cNvSpPr>
          <p:nvPr/>
        </p:nvSpPr>
        <p:spPr>
          <a:xfrm rot="0">
            <a:off x="5693004" y="696857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0.1463</a:t>
            </a:r>
          </a:p>
        </p:txBody>
      </p:sp>
      <p:sp>
        <p:nvSpPr>
          <p:cNvPr id="199" name="0.1591">
            <a:extLst>
              <a:ext uri="{FF2B5EF4-FFF2-40B4-BE49-F238E27FC236}">
                <ns2:creationId id="{99ADEBD1-61FA-487D-8699-66CBD0D2A065}"/>
              </a:ext>
            </a:extLst>
          </p:cNvPr>
          <p:cNvSpPr>
            <a:spLocks noGrp="1"/>
          </p:cNvSpPr>
          <p:nvPr/>
        </p:nvSpPr>
        <p:spPr>
          <a:xfrm rot="0">
            <a:off x="8071963" y="696857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0.1591</a:t>
            </a:r>
          </a:p>
        </p:txBody>
      </p:sp>
      <p:sp>
        <p:nvSpPr>
          <p:cNvPr id="200" name="0.3277">
            <a:extLst>
              <a:ext uri="{FF2B5EF4-FFF2-40B4-BE49-F238E27FC236}">
                <ns2:creationId id="{D22985A6-AE51-4D93-AE4C-35FCCA7F5A3E}"/>
              </a:ext>
            </a:extLst>
          </p:cNvPr>
          <p:cNvSpPr>
            <a:spLocks noGrp="1"/>
          </p:cNvSpPr>
          <p:nvPr/>
        </p:nvSpPr>
        <p:spPr>
          <a:xfrm rot="0">
            <a:off x="10450921" y="696857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0.3277</a:t>
            </a:r>
          </a:p>
        </p:txBody>
      </p:sp>
      <p:sp>
        <p:nvSpPr>
          <p:cNvPr id="201" name="W04">
            <a:extLst>
              <a:ext uri="{FF2B5EF4-FFF2-40B4-BE49-F238E27FC236}">
                <ns2:creationId id="{31A7D865-4F5A-4966-9268-1F4EAEEA653F}"/>
              </a:ext>
            </a:extLst>
          </p:cNvPr>
          <p:cNvSpPr>
            <a:spLocks noGrp="1"/>
          </p:cNvSpPr>
          <p:nvPr/>
        </p:nvSpPr>
        <p:spPr>
          <a:xfrm rot="0">
            <a:off x="2965698" y="721722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02" name="0.3358">
            <a:extLst>
              <a:ext uri="{FF2B5EF4-FFF2-40B4-BE49-F238E27FC236}">
                <ns2:creationId id="{42F8EF9F-7121-4849-B61F-C49132F9EB21}"/>
              </a:ext>
            </a:extLst>
          </p:cNvPr>
          <p:cNvSpPr>
            <a:spLocks noGrp="1"/>
          </p:cNvSpPr>
          <p:nvPr/>
        </p:nvSpPr>
        <p:spPr>
          <a:xfrm rot="0">
            <a:off x="5693004" y="7226092"/>
            <a:ext cx="481630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0.3358</a:t>
            </a:r>
          </a:p>
        </p:txBody>
      </p:sp>
      <p:sp>
        <p:nvSpPr>
          <p:cNvPr id="203" name="0.2523">
            <a:extLst>
              <a:ext uri="{FF2B5EF4-FFF2-40B4-BE49-F238E27FC236}">
                <ns2:creationId id="{D9D9AD50-F210-4D7D-9888-3F1B4F8B3E31}"/>
              </a:ext>
            </a:extLst>
          </p:cNvPr>
          <p:cNvSpPr>
            <a:spLocks noGrp="1"/>
          </p:cNvSpPr>
          <p:nvPr/>
        </p:nvSpPr>
        <p:spPr>
          <a:xfrm rot="0">
            <a:off x="8071963" y="7226092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0.2523</a:t>
            </a:r>
          </a:p>
        </p:txBody>
      </p:sp>
      <p:sp>
        <p:nvSpPr>
          <p:cNvPr id="204" name="0.4016">
            <a:extLst>
              <a:ext uri="{FF2B5EF4-FFF2-40B4-BE49-F238E27FC236}">
                <ns2:creationId id="{BC0124F9-3C7F-4FF4-B52B-C5899F2ECB5E}"/>
              </a:ext>
            </a:extLst>
          </p:cNvPr>
          <p:cNvSpPr>
            <a:spLocks noGrp="1"/>
          </p:cNvSpPr>
          <p:nvPr/>
        </p:nvSpPr>
        <p:spPr>
          <a:xfrm rot="0">
            <a:off x="10450921" y="7226092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0.4016</a:t>
            </a:r>
          </a:p>
        </p:txBody>
      </p:sp>
      <p:sp>
        <p:nvSpPr>
          <p:cNvPr id="205" name="W05">
            <a:extLst>
              <a:ext uri="{FF2B5EF4-FFF2-40B4-BE49-F238E27FC236}">
                <ns2:creationId id="{C3821C86-DAF0-49F4-8959-CC41769EEB23}"/>
              </a:ext>
            </a:extLst>
          </p:cNvPr>
          <p:cNvSpPr>
            <a:spLocks noGrp="1"/>
          </p:cNvSpPr>
          <p:nvPr/>
        </p:nvSpPr>
        <p:spPr>
          <a:xfrm rot="0">
            <a:off x="2965698" y="7474741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06" name="0.2891">
            <a:extLst>
              <a:ext uri="{FF2B5EF4-FFF2-40B4-BE49-F238E27FC236}">
                <ns2:creationId id="{E5635B5A-347B-497F-8FF7-7D6F6AB1004A}"/>
              </a:ext>
            </a:extLst>
          </p:cNvPr>
          <p:cNvSpPr>
            <a:spLocks noGrp="1"/>
          </p:cNvSpPr>
          <p:nvPr/>
        </p:nvSpPr>
        <p:spPr>
          <a:xfrm rot="0">
            <a:off x="5693004" y="7483607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0.2891</a:t>
            </a:r>
          </a:p>
        </p:txBody>
      </p:sp>
      <p:sp>
        <p:nvSpPr>
          <p:cNvPr id="207" name="x">
            <a:extLst>
              <a:ext uri="{FF2B5EF4-FFF2-40B4-BE49-F238E27FC236}">
                <ns2:creationId id="{D218D05E-7E90-4AFF-A959-581A4F4E7FD3}"/>
              </a:ext>
            </a:extLst>
          </p:cNvPr>
          <p:cNvSpPr>
            <a:spLocks noGrp="1"/>
          </p:cNvSpPr>
          <p:nvPr/>
        </p:nvSpPr>
        <p:spPr>
          <a:xfrm rot="0">
            <a:off x="5499020" y="7376357"/>
            <a:ext cx="189882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08" name="0.1932">
            <a:extLst>
              <a:ext uri="{FF2B5EF4-FFF2-40B4-BE49-F238E27FC236}">
                <ns2:creationId id="{2465E979-034C-4C8B-8600-1DFCD8F7DEFC}"/>
              </a:ext>
            </a:extLst>
          </p:cNvPr>
          <p:cNvSpPr>
            <a:spLocks noGrp="1"/>
          </p:cNvSpPr>
          <p:nvPr/>
        </p:nvSpPr>
        <p:spPr>
          <a:xfrm rot="0">
            <a:off x="8071963" y="748360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0.1932</a:t>
            </a:r>
          </a:p>
        </p:txBody>
      </p:sp>
      <p:sp>
        <p:nvSpPr>
          <p:cNvPr id="209" name="0.1318">
            <a:extLst>
              <a:ext uri="{FF2B5EF4-FFF2-40B4-BE49-F238E27FC236}">
                <ns2:creationId id="{08DE80CE-0475-4842-A09C-7051947E1F18}"/>
              </a:ext>
            </a:extLst>
          </p:cNvPr>
          <p:cNvSpPr>
            <a:spLocks noGrp="1"/>
          </p:cNvSpPr>
          <p:nvPr/>
        </p:nvSpPr>
        <p:spPr>
          <a:xfrm rot="0">
            <a:off x="10450921" y="7483607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0.1318</a:t>
            </a:r>
          </a:p>
        </p:txBody>
      </p:sp>
      <p:sp>
        <p:nvSpPr>
          <p:cNvPr id="210" name="Mean">
            <a:extLst>
              <a:ext uri="{FF2B5EF4-FFF2-40B4-BE49-F238E27FC236}">
                <ns2:creationId id="{8162978E-893A-4D06-9FC3-37E11CFFFC4D}"/>
              </a:ext>
            </a:extLst>
          </p:cNvPr>
          <p:cNvSpPr>
            <a:spLocks noGrp="1"/>
          </p:cNvSpPr>
          <p:nvPr/>
        </p:nvSpPr>
        <p:spPr>
          <a:xfrm rot="0">
            <a:off x="2965698" y="781429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11" name="0.2240">
            <a:extLst>
              <a:ext uri="{FF2B5EF4-FFF2-40B4-BE49-F238E27FC236}">
                <ns2:creationId id="{EB4E6662-76A5-4FA5-9667-223BAF0DE771}"/>
              </a:ext>
            </a:extLst>
          </p:cNvPr>
          <p:cNvSpPr>
            <a:spLocks noGrp="1"/>
          </p:cNvSpPr>
          <p:nvPr/>
        </p:nvSpPr>
        <p:spPr>
          <a:xfrm rot="0">
            <a:off x="5693004" y="782315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0.2240</a:t>
            </a:r>
          </a:p>
        </p:txBody>
      </p:sp>
      <p:sp>
        <p:nvSpPr>
          <p:cNvPr id="212" name="0.1883">
            <a:extLst>
              <a:ext uri="{FF2B5EF4-FFF2-40B4-BE49-F238E27FC236}">
                <ns2:creationId id="{E242E5BF-88C1-40D7-B37D-9B00CE1241B5}"/>
              </a:ext>
            </a:extLst>
          </p:cNvPr>
          <p:cNvSpPr>
            <a:spLocks noGrp="1"/>
          </p:cNvSpPr>
          <p:nvPr/>
        </p:nvSpPr>
        <p:spPr>
          <a:xfrm rot="0">
            <a:off x="8071963" y="7823156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0.1883</a:t>
            </a:r>
          </a:p>
        </p:txBody>
      </p:sp>
      <p:sp>
        <p:nvSpPr>
          <p:cNvPr id="213" name="0.2508">
            <a:extLst>
              <a:ext uri="{FF2B5EF4-FFF2-40B4-BE49-F238E27FC236}">
                <ns2:creationId id="{E0ECA029-99EA-45A3-8F7A-244B7CA179F3}"/>
              </a:ext>
            </a:extLst>
          </p:cNvPr>
          <p:cNvSpPr>
            <a:spLocks noGrp="1"/>
          </p:cNvSpPr>
          <p:nvPr/>
        </p:nvSpPr>
        <p:spPr>
          <a:xfrm rot="0">
            <a:off x="10450921" y="782315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0.2508</a:t>
            </a:r>
          </a:p>
        </p:txBody>
      </p:sp>
      <p:sp>
        <p:nvSpPr>
          <p:cNvPr id="214" name="Figure S1 (m–p) plot object 213">
            <a:extLst>
              <a:ext uri="{FF2B5EF4-FFF2-40B4-BE49-F238E27FC236}">
                <ns2:creationId id="{5DDCFC55-9A00-4289-9319-94BD8127C8BF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5" name="Figure S1 (m–p) plot object 214">
            <a:extLst>
              <a:ext uri="{FF2B5EF4-FFF2-40B4-BE49-F238E27FC236}">
                <ns2:creationId id="{AC578351-AA06-40DB-825D-0E6E6A58DEDB}"/>
              </a:ext>
            </a:extLst>
          </p:cNvPr>
          <p:cNvSpPr>
            <a:spLocks noGrp="1"/>
          </p:cNvSpPr>
          <p:nvPr/>
        </p:nvSpPr>
        <p:spPr>
          <a:xfrm>
            <a:off x="4155177" y="9114455"/>
            <a:ext cx="477004" cy="103006"/>
          </a:xfrm>
          <a:custGeom>
            <a:pathLst>
              <a:path w="477004" h="103006">
                <a:moveTo>
                  <a:pt x="0" y="103006"/>
                </a:moveTo>
                <a:lnTo>
                  <a:pt x="477004" y="103006"/>
                </a:lnTo>
                <a:lnTo>
                  <a:pt x="477004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16" name="Figure S1 (m–p) plot object 215">
            <a:extLst>
              <a:ext uri="{FF2B5EF4-FFF2-40B4-BE49-F238E27FC236}">
                <ns2:creationId id="{02CF09C7-DD4F-4720-B5B1-4019EF39AFF7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7" name="Figure S1 (m–p) plot object 216">
            <a:extLst>
              <a:ext uri="{FF2B5EF4-FFF2-40B4-BE49-F238E27FC236}">
                <ns2:creationId id="{ABF7F652-9619-4E7E-B4C3-EA8FFBAC71C2}"/>
              </a:ext>
            </a:extLst>
          </p:cNvPr>
          <p:cNvSpPr>
            <a:spLocks noGrp="1"/>
          </p:cNvSpPr>
          <p:nvPr/>
        </p:nvSpPr>
        <p:spPr>
          <a:xfrm>
            <a:off x="6534136" y="9114455"/>
            <a:ext cx="520209" cy="103006"/>
          </a:xfrm>
          <a:custGeom>
            <a:pathLst>
              <a:path w="520209" h="103006">
                <a:moveTo>
                  <a:pt x="0" y="103006"/>
                </a:moveTo>
                <a:lnTo>
                  <a:pt x="520209" y="103006"/>
                </a:lnTo>
                <a:lnTo>
                  <a:pt x="5202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18" name="Figure S1 (m–p) plot object 217">
            <a:extLst>
              <a:ext uri="{FF2B5EF4-FFF2-40B4-BE49-F238E27FC236}">
                <ns2:creationId id="{82933DF7-CB17-4189-B592-9AD52DF20A50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19" name="Figure S1 (m–p) plot object 218">
            <a:extLst>
              <a:ext uri="{FF2B5EF4-FFF2-40B4-BE49-F238E27FC236}">
                <ns2:creationId id="{E73670B1-A39B-4022-8DD3-AC7AE80A7604}"/>
              </a:ext>
            </a:extLst>
          </p:cNvPr>
          <p:cNvSpPr>
            <a:spLocks noGrp="1"/>
          </p:cNvSpPr>
          <p:nvPr/>
        </p:nvSpPr>
        <p:spPr>
          <a:xfrm>
            <a:off x="8913095" y="9114455"/>
            <a:ext cx="278377" cy="103006"/>
          </a:xfrm>
          <a:custGeom>
            <a:pathLst>
              <a:path w="278377" h="103006">
                <a:moveTo>
                  <a:pt x="0" y="103006"/>
                </a:moveTo>
                <a:lnTo>
                  <a:pt x="278377" y="103006"/>
                </a:lnTo>
                <a:lnTo>
                  <a:pt x="27837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20" name="Figure S1 (m–p) plot object 219">
            <a:extLst>
              <a:ext uri="{FF2B5EF4-FFF2-40B4-BE49-F238E27FC236}">
                <ns2:creationId id="{1170E314-6FA6-4075-BA98-5464A56959A2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1" name="Figure S1 (m–p) plot object 220">
            <a:extLst>
              <a:ext uri="{FF2B5EF4-FFF2-40B4-BE49-F238E27FC236}">
                <ns2:creationId id="{C9AC3FA8-0F11-440B-A115-A16F75C1C000}"/>
              </a:ext>
            </a:extLst>
          </p:cNvPr>
          <p:cNvSpPr>
            <a:spLocks noGrp="1"/>
          </p:cNvSpPr>
          <p:nvPr/>
        </p:nvSpPr>
        <p:spPr>
          <a:xfrm>
            <a:off x="4155177" y="9371971"/>
            <a:ext cx="992797" cy="103006"/>
          </a:xfrm>
          <a:custGeom>
            <a:pathLst>
              <a:path w="992797" h="103006">
                <a:moveTo>
                  <a:pt x="0" y="103006"/>
                </a:moveTo>
                <a:lnTo>
                  <a:pt x="992797" y="103006"/>
                </a:lnTo>
                <a:lnTo>
                  <a:pt x="992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2" name="Figure S1 (m–p) plot object 221">
            <a:extLst>
              <a:ext uri="{FF2B5EF4-FFF2-40B4-BE49-F238E27FC236}">
                <ns2:creationId id="{74303CC0-BCB3-43D0-9DBC-D9FE73122A85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3" name="Figure S1 (m–p) plot object 222">
            <a:extLst>
              <a:ext uri="{FF2B5EF4-FFF2-40B4-BE49-F238E27FC236}">
                <ns2:creationId id="{C4F8EBD6-D7DF-40E7-8EE6-31F067CF3D62}"/>
              </a:ext>
            </a:extLst>
          </p:cNvPr>
          <p:cNvSpPr>
            <a:spLocks noGrp="1"/>
          </p:cNvSpPr>
          <p:nvPr/>
        </p:nvSpPr>
        <p:spPr>
          <a:xfrm>
            <a:off x="6534136" y="9371971"/>
            <a:ext cx="688347" cy="103006"/>
          </a:xfrm>
          <a:custGeom>
            <a:pathLst>
              <a:path w="688347" h="103006">
                <a:moveTo>
                  <a:pt x="0" y="103006"/>
                </a:moveTo>
                <a:lnTo>
                  <a:pt x="688347" y="103006"/>
                </a:lnTo>
                <a:lnTo>
                  <a:pt x="688347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24" name="Figure S1 (m–p) plot object 223">
            <a:extLst>
              <a:ext uri="{FF2B5EF4-FFF2-40B4-BE49-F238E27FC236}">
                <ns2:creationId id="{FE9AE7EE-DC56-4BE8-B646-9B99ED8D9BED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5" name="Figure S1 (m–p) plot object 224">
            <a:extLst>
              <a:ext uri="{FF2B5EF4-FFF2-40B4-BE49-F238E27FC236}">
                <ns2:creationId id="{E09036C2-66D9-4504-B126-35746A91D3FE}"/>
              </a:ext>
            </a:extLst>
          </p:cNvPr>
          <p:cNvSpPr>
            <a:spLocks noGrp="1"/>
          </p:cNvSpPr>
          <p:nvPr/>
        </p:nvSpPr>
        <p:spPr>
          <a:xfrm>
            <a:off x="8913095" y="9371971"/>
            <a:ext cx="1358702" cy="103006"/>
          </a:xfrm>
          <a:custGeom>
            <a:pathLst>
              <a:path w="1358702" h="103006">
                <a:moveTo>
                  <a:pt x="0" y="103006"/>
                </a:moveTo>
                <a:lnTo>
                  <a:pt x="1358702" y="103006"/>
                </a:lnTo>
                <a:lnTo>
                  <a:pt x="13587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26" name="Figure S1 (m–p) plot object 225">
            <a:extLst>
              <a:ext uri="{FF2B5EF4-FFF2-40B4-BE49-F238E27FC236}">
                <ns2:creationId id="{793FBB03-AFE5-4B76-BC67-E7DCF5654BEC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7" name="Figure S1 (m–p) plot object 226">
            <a:extLst>
              <a:ext uri="{FF2B5EF4-FFF2-40B4-BE49-F238E27FC236}">
                <ns2:creationId id="{8A722E2D-1A8C-4CB9-B7D6-A97621E92DBB}"/>
              </a:ext>
            </a:extLst>
          </p:cNvPr>
          <p:cNvSpPr>
            <a:spLocks noGrp="1"/>
          </p:cNvSpPr>
          <p:nvPr/>
        </p:nvSpPr>
        <p:spPr>
          <a:xfrm>
            <a:off x="4155177" y="9629487"/>
            <a:ext cx="565213" cy="103006"/>
          </a:xfrm>
          <a:custGeom>
            <a:pathLst>
              <a:path w="565213" h="103006">
                <a:moveTo>
                  <a:pt x="0" y="103006"/>
                </a:moveTo>
                <a:lnTo>
                  <a:pt x="565213" y="103006"/>
                </a:lnTo>
                <a:lnTo>
                  <a:pt x="5652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28" name="Figure S1 (m–p) plot object 227">
            <a:extLst>
              <a:ext uri="{FF2B5EF4-FFF2-40B4-BE49-F238E27FC236}">
                <ns2:creationId id="{CA133933-0922-490E-B761-8DED2B960ECB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29" name="Figure S1 (m–p) plot object 228">
            <a:extLst>
              <a:ext uri="{FF2B5EF4-FFF2-40B4-BE49-F238E27FC236}">
                <ns2:creationId id="{C465BB7B-BD92-45E3-8B93-1A9827323575}"/>
              </a:ext>
            </a:extLst>
          </p:cNvPr>
          <p:cNvSpPr>
            <a:spLocks noGrp="1"/>
          </p:cNvSpPr>
          <p:nvPr/>
        </p:nvSpPr>
        <p:spPr>
          <a:xfrm>
            <a:off x="6534136" y="9629487"/>
            <a:ext cx="1020041" cy="103006"/>
          </a:xfrm>
          <a:custGeom>
            <a:pathLst>
              <a:path w="1020041" h="103006">
                <a:moveTo>
                  <a:pt x="0" y="103006"/>
                </a:moveTo>
                <a:lnTo>
                  <a:pt x="1020041" y="103006"/>
                </a:lnTo>
                <a:lnTo>
                  <a:pt x="1020041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30" name="Figure S1 (m–p) plot object 229">
            <a:extLst>
              <a:ext uri="{FF2B5EF4-FFF2-40B4-BE49-F238E27FC236}">
                <ns2:creationId id="{DAF04743-DEFD-4E33-B5FC-682E1DACD4D3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1" name="Figure S1 (m–p) plot object 230">
            <a:extLst>
              <a:ext uri="{FF2B5EF4-FFF2-40B4-BE49-F238E27FC236}">
                <ns2:creationId id="{058C3658-95F6-405F-8AF9-9D73D3FA1C75}"/>
              </a:ext>
            </a:extLst>
          </p:cNvPr>
          <p:cNvSpPr>
            <a:spLocks noGrp="1"/>
          </p:cNvSpPr>
          <p:nvPr/>
        </p:nvSpPr>
        <p:spPr>
          <a:xfrm>
            <a:off x="8913095" y="9629487"/>
            <a:ext cx="829317" cy="103006"/>
          </a:xfrm>
          <a:custGeom>
            <a:pathLst>
              <a:path w="829317" h="103006">
                <a:moveTo>
                  <a:pt x="0" y="103006"/>
                </a:moveTo>
                <a:lnTo>
                  <a:pt x="829317" y="103006"/>
                </a:lnTo>
                <a:lnTo>
                  <a:pt x="829317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2" name="Figure S1 (m–p) plot object 231">
            <a:extLst>
              <a:ext uri="{FF2B5EF4-FFF2-40B4-BE49-F238E27FC236}">
                <ns2:creationId id="{763EACC3-74FA-4D66-89AC-317576F534B4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3" name="Figure S1 (m–p) plot object 232">
            <a:extLst>
              <a:ext uri="{FF2B5EF4-FFF2-40B4-BE49-F238E27FC236}">
                <ns2:creationId id="{82E05653-06FA-4343-9F4F-7B9C71E98D79}"/>
              </a:ext>
            </a:extLst>
          </p:cNvPr>
          <p:cNvSpPr>
            <a:spLocks noGrp="1"/>
          </p:cNvSpPr>
          <p:nvPr/>
        </p:nvSpPr>
        <p:spPr>
          <a:xfrm>
            <a:off x="4155177" y="9887002"/>
            <a:ext cx="461516" cy="103006"/>
          </a:xfrm>
          <a:custGeom>
            <a:pathLst>
              <a:path w="461516" h="103006">
                <a:moveTo>
                  <a:pt x="0" y="103006"/>
                </a:moveTo>
                <a:lnTo>
                  <a:pt x="461516" y="103006"/>
                </a:lnTo>
                <a:lnTo>
                  <a:pt x="461516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34" name="Figure S1 (m–p) plot object 233">
            <a:extLst>
              <a:ext uri="{FF2B5EF4-FFF2-40B4-BE49-F238E27FC236}">
                <ns2:creationId id="{D1639F0C-A22E-4469-9CB7-0084A0490BB5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5" name="Figure S1 (m–p) plot object 234">
            <a:extLst>
              <a:ext uri="{FF2B5EF4-FFF2-40B4-BE49-F238E27FC236}">
                <ns2:creationId id="{5B108762-6C65-4016-935A-613D991ED4F8}"/>
              </a:ext>
            </a:extLst>
          </p:cNvPr>
          <p:cNvSpPr>
            <a:spLocks noGrp="1"/>
          </p:cNvSpPr>
          <p:nvPr/>
        </p:nvSpPr>
        <p:spPr>
          <a:xfrm>
            <a:off x="6534136" y="9887002"/>
            <a:ext cx="477446" cy="103006"/>
          </a:xfrm>
          <a:custGeom>
            <a:pathLst>
              <a:path w="477446" h="103006">
                <a:moveTo>
                  <a:pt x="0" y="103006"/>
                </a:moveTo>
                <a:lnTo>
                  <a:pt x="477446" y="103006"/>
                </a:lnTo>
                <a:lnTo>
                  <a:pt x="477446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36" name="Figure S1 (m–p) plot object 235">
            <a:extLst>
              <a:ext uri="{FF2B5EF4-FFF2-40B4-BE49-F238E27FC236}">
                <ns2:creationId id="{2F10527D-A3D5-4CBF-889C-74F8A5F92052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7" name="Figure S1 (m–p) plot object 236">
            <a:extLst>
              <a:ext uri="{FF2B5EF4-FFF2-40B4-BE49-F238E27FC236}">
                <ns2:creationId id="{C0A3EB1C-92CA-472D-9268-91777B694B98}"/>
              </a:ext>
            </a:extLst>
          </p:cNvPr>
          <p:cNvSpPr>
            <a:spLocks noGrp="1"/>
          </p:cNvSpPr>
          <p:nvPr/>
        </p:nvSpPr>
        <p:spPr>
          <a:xfrm>
            <a:off x="8913095" y="9887002"/>
            <a:ext cx="743971" cy="103006"/>
          </a:xfrm>
          <a:custGeom>
            <a:pathLst>
              <a:path w="743971" h="103006">
                <a:moveTo>
                  <a:pt x="0" y="103006"/>
                </a:moveTo>
                <a:lnTo>
                  <a:pt x="743971" y="103006"/>
                </a:lnTo>
                <a:lnTo>
                  <a:pt x="743971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38" name="Figure S1 (m–p) plot object 237">
            <a:extLst>
              <a:ext uri="{FF2B5EF4-FFF2-40B4-BE49-F238E27FC236}">
                <ns2:creationId id="{C1911947-B74E-472F-856B-77E6B131201A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39" name="Figure S1 (m–p) plot object 238">
            <a:extLst>
              <a:ext uri="{FF2B5EF4-FFF2-40B4-BE49-F238E27FC236}">
                <ns2:creationId id="{75E0A9CB-8B49-40FD-8730-1C4FF4431E94}"/>
              </a:ext>
            </a:extLst>
          </p:cNvPr>
          <p:cNvSpPr>
            <a:spLocks noGrp="1"/>
          </p:cNvSpPr>
          <p:nvPr/>
        </p:nvSpPr>
        <p:spPr>
          <a:xfrm>
            <a:off x="4155177" y="10144518"/>
            <a:ext cx="1049313" cy="103006"/>
          </a:xfrm>
          <a:custGeom>
            <a:pathLst>
              <a:path w="1049313" h="103006">
                <a:moveTo>
                  <a:pt x="0" y="103006"/>
                </a:moveTo>
                <a:lnTo>
                  <a:pt x="1049313" y="103006"/>
                </a:lnTo>
                <a:lnTo>
                  <a:pt x="1049313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40" name="Figure S1 (m–p) plot object 239">
            <a:extLst>
              <a:ext uri="{FF2B5EF4-FFF2-40B4-BE49-F238E27FC236}">
                <ns2:creationId id="{EFED1A88-72AA-4D84-965F-740A45946573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1" name="Figure S1 (m–p) plot object 240">
            <a:extLst>
              <a:ext uri="{FF2B5EF4-FFF2-40B4-BE49-F238E27FC236}">
                <ns2:creationId id="{EB66F826-A214-4CC2-BD40-C4BF7F083D12}"/>
              </a:ext>
            </a:extLst>
          </p:cNvPr>
          <p:cNvSpPr>
            <a:spLocks noGrp="1"/>
          </p:cNvSpPr>
          <p:nvPr/>
        </p:nvSpPr>
        <p:spPr>
          <a:xfrm>
            <a:off x="6534136" y="10144518"/>
            <a:ext cx="939570" cy="103006"/>
          </a:xfrm>
          <a:custGeom>
            <a:pathLst>
              <a:path w="939570" h="103006">
                <a:moveTo>
                  <a:pt x="0" y="103006"/>
                </a:moveTo>
                <a:lnTo>
                  <a:pt x="939570" y="103006"/>
                </a:lnTo>
                <a:lnTo>
                  <a:pt x="939570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2" name="Figure S1 (m–p) plot object 241">
            <a:extLst>
              <a:ext uri="{FF2B5EF4-FFF2-40B4-BE49-F238E27FC236}">
                <ns2:creationId id="{B224AF41-D816-4EE7-A5C1-89AEDE1F816F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3" name="Figure S1 (m–p) plot object 242">
            <a:extLst>
              <a:ext uri="{FF2B5EF4-FFF2-40B4-BE49-F238E27FC236}">
                <ns2:creationId id="{B1E1A691-850E-41BB-AEA9-AE42F64237DD}"/>
              </a:ext>
            </a:extLst>
          </p:cNvPr>
          <p:cNvSpPr>
            <a:spLocks noGrp="1"/>
          </p:cNvSpPr>
          <p:nvPr/>
        </p:nvSpPr>
        <p:spPr>
          <a:xfrm>
            <a:off x="8913095" y="10144518"/>
            <a:ext cx="650603" cy="103006"/>
          </a:xfrm>
          <a:custGeom>
            <a:pathLst>
              <a:path w="650603" h="103006">
                <a:moveTo>
                  <a:pt x="0" y="103006"/>
                </a:moveTo>
                <a:lnTo>
                  <a:pt x="650603" y="103006"/>
                </a:lnTo>
                <a:lnTo>
                  <a:pt x="650603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44" name="Figure S1 (m–p) plot object 243">
            <a:extLst>
              <a:ext uri="{FF2B5EF4-FFF2-40B4-BE49-F238E27FC236}">
                <ns2:creationId id="{45CFE87C-CF06-48AF-B503-858676381C78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5" name="Figure S1 (m–p) plot object 244">
            <a:extLst>
              <a:ext uri="{FF2B5EF4-FFF2-40B4-BE49-F238E27FC236}">
                <ns2:creationId id="{8F124D07-86D3-4352-91F8-34DD35AC37EE}"/>
              </a:ext>
            </a:extLst>
          </p:cNvPr>
          <p:cNvSpPr>
            <a:spLocks noGrp="1"/>
          </p:cNvSpPr>
          <p:nvPr/>
        </p:nvSpPr>
        <p:spPr>
          <a:xfrm>
            <a:off x="4155177" y="10483971"/>
            <a:ext cx="709169" cy="103006"/>
          </a:xfrm>
          <a:custGeom>
            <a:pathLst>
              <a:path w="709169" h="103006">
                <a:moveTo>
                  <a:pt x="0" y="103006"/>
                </a:moveTo>
                <a:lnTo>
                  <a:pt x="709169" y="103006"/>
                </a:lnTo>
                <a:lnTo>
                  <a:pt x="709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637482"/>
          </a:solidFill>
          <a:ln w="17871">
            <a:noFill/>
            <a:prstDash val="solid"/>
          </a:ln>
        </p:spPr>
      </p:sp>
      <p:sp>
        <p:nvSpPr>
          <p:cNvPr id="246" name="Figure S1 (m–p) plot object 245">
            <a:extLst>
              <a:ext uri="{FF2B5EF4-FFF2-40B4-BE49-F238E27FC236}">
                <ns2:creationId id="{9CE0520A-450F-468C-8C31-87B5F5E5C601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7" name="Figure S1 (m–p) plot object 246">
            <a:extLst>
              <a:ext uri="{FF2B5EF4-FFF2-40B4-BE49-F238E27FC236}">
                <ns2:creationId id="{0FAE62C5-D474-41EB-B7B5-09AE5AF9AC32}"/>
              </a:ext>
            </a:extLst>
          </p:cNvPr>
          <p:cNvSpPr>
            <a:spLocks noGrp="1"/>
          </p:cNvSpPr>
          <p:nvPr/>
        </p:nvSpPr>
        <p:spPr>
          <a:xfrm>
            <a:off x="6534136" y="10483971"/>
            <a:ext cx="729123" cy="103006"/>
          </a:xfrm>
          <a:custGeom>
            <a:pathLst>
              <a:path w="729123" h="103006">
                <a:moveTo>
                  <a:pt x="0" y="103006"/>
                </a:moveTo>
                <a:lnTo>
                  <a:pt x="729123" y="103006"/>
                </a:lnTo>
                <a:lnTo>
                  <a:pt x="7291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77F8A"/>
          </a:solidFill>
          <a:ln w="17871">
            <a:noFill/>
            <a:prstDash val="solid"/>
          </a:ln>
        </p:spPr>
      </p:sp>
      <p:sp>
        <p:nvSpPr>
          <p:cNvPr id="248" name="Figure S1 (m–p) plot object 247">
            <a:extLst>
              <a:ext uri="{FF2B5EF4-FFF2-40B4-BE49-F238E27FC236}">
                <ns2:creationId id="{8B8F0535-4226-43E8-AE6B-D5C6B485F667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1486849" cy="103006"/>
          </a:xfrm>
          <a:custGeom>
            <a:pathLst>
              <a:path w="1486849" h="103006">
                <a:moveTo>
                  <a:pt x="0" y="103006"/>
                </a:moveTo>
                <a:lnTo>
                  <a:pt x="1486849" y="103006"/>
                </a:lnTo>
                <a:lnTo>
                  <a:pt x="14868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EF1F3"/>
          </a:solidFill>
          <a:ln w="17871">
            <a:noFill/>
            <a:prstDash val="solid"/>
          </a:ln>
        </p:spPr>
      </p:sp>
      <p:sp>
        <p:nvSpPr>
          <p:cNvPr id="249" name="Figure S1 (m–p) plot object 248">
            <a:extLst>
              <a:ext uri="{FF2B5EF4-FFF2-40B4-BE49-F238E27FC236}">
                <ns2:creationId id="{35C681B2-19B0-4836-8B8C-F267ECEED3B6}"/>
              </a:ext>
            </a:extLst>
          </p:cNvPr>
          <p:cNvSpPr>
            <a:spLocks noGrp="1"/>
          </p:cNvSpPr>
          <p:nvPr/>
        </p:nvSpPr>
        <p:spPr>
          <a:xfrm>
            <a:off x="8913095" y="10483971"/>
            <a:ext cx="772194" cy="103006"/>
          </a:xfrm>
          <a:custGeom>
            <a:pathLst>
              <a:path w="772194" h="103006">
                <a:moveTo>
                  <a:pt x="0" y="103006"/>
                </a:moveTo>
                <a:lnTo>
                  <a:pt x="772194" y="103006"/>
                </a:lnTo>
                <a:lnTo>
                  <a:pt x="772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BC7850"/>
          </a:solidFill>
          <a:ln w="17871">
            <a:noFill/>
            <a:prstDash val="solid"/>
          </a:ln>
        </p:spPr>
      </p:sp>
      <p:sp>
        <p:nvSpPr>
          <p:cNvPr id="250" name="Figure S1 (m–p) plot object 249">
            <a:extLst>
              <a:ext uri="{FF2B5EF4-FFF2-40B4-BE49-F238E27FC236}">
                <ns2:creationId id="{802087AA-3052-432E-8B93-14F6648356D7}"/>
              </a:ext>
            </a:extLst>
          </p:cNvPr>
          <p:cNvSpPr>
            <a:spLocks noGrp="1"/>
          </p:cNvSpPr>
          <p:nvPr/>
        </p:nvSpPr>
        <p:spPr>
          <a:xfrm>
            <a:off x="4155177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637482"/>
            </a:solidFill>
            <a:prstDash val="solid"/>
          </a:ln>
        </p:spPr>
      </p:sp>
      <p:sp>
        <p:nvSpPr>
          <p:cNvPr id="251" name="Figure S1 (m–p) plot object 250">
            <a:extLst>
              <a:ext uri="{FF2B5EF4-FFF2-40B4-BE49-F238E27FC236}">
                <ns2:creationId id="{FE0E1987-34DE-4EA2-BA31-FB82A8598380}"/>
              </a:ext>
            </a:extLst>
          </p:cNvPr>
          <p:cNvSpPr>
            <a:spLocks noGrp="1"/>
          </p:cNvSpPr>
          <p:nvPr/>
        </p:nvSpPr>
        <p:spPr>
          <a:xfrm>
            <a:off x="6534136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277F8A"/>
            </a:solidFill>
            <a:prstDash val="solid"/>
          </a:ln>
        </p:spPr>
      </p:sp>
      <p:sp>
        <p:nvSpPr>
          <p:cNvPr id="252" name="Figure S1 (m–p) plot object 251">
            <a:extLst>
              <a:ext uri="{FF2B5EF4-FFF2-40B4-BE49-F238E27FC236}">
                <ns2:creationId id="{81F81BAA-328C-40E1-B34B-DC244DC440BD}"/>
              </a:ext>
            </a:extLst>
          </p:cNvPr>
          <p:cNvSpPr>
            <a:spLocks noGrp="1"/>
          </p:cNvSpPr>
          <p:nvPr/>
        </p:nvSpPr>
        <p:spPr>
          <a:xfrm>
            <a:off x="8913095" y="8941217"/>
            <a:ext cx="2107078" cy="18"/>
          </a:xfrm>
          <a:custGeom>
            <a:pathLst>
              <a:path w="2107078" h="18">
                <a:moveTo>
                  <a:pt x="0" y="0"/>
                </a:moveTo>
                <a:lnTo>
                  <a:pt x="2107078" y="0"/>
                </a:lnTo>
              </a:path>
            </a:pathLst>
          </a:custGeom>
          <a:noFill/>
          <a:ln w="23233">
            <a:solidFill>
              <a:srgbClr val="BC7850"/>
            </a:solidFill>
            <a:prstDash val="solid"/>
          </a:ln>
        </p:spPr>
      </p:sp>
      <p:sp>
        <p:nvSpPr>
          <p:cNvPr id="253" name="Figure S1 (m–p) plot object 252">
            <a:extLst>
              <a:ext uri="{FF2B5EF4-FFF2-40B4-BE49-F238E27FC236}">
                <ns2:creationId id="{4CB0F5EA-1ABD-4FAE-B81C-0F0D5029E848}"/>
              </a:ext>
            </a:extLst>
          </p:cNvPr>
          <p:cNvSpPr>
            <a:spLocks noGrp="1"/>
          </p:cNvSpPr>
          <p:nvPr/>
        </p:nvSpPr>
        <p:spPr>
          <a:xfrm>
            <a:off x="2880735" y="10343508"/>
            <a:ext cx="8368838" cy="18"/>
          </a:xfrm>
          <a:custGeom>
            <a:pathLst>
              <a:path w="8368838" h="18">
                <a:moveTo>
                  <a:pt x="0" y="0"/>
                </a:moveTo>
                <a:lnTo>
                  <a:pt x="8368838" y="0"/>
                </a:lnTo>
              </a:path>
            </a:pathLst>
          </a:custGeom>
          <a:noFill/>
          <a:ln w="14297">
            <a:solidFill>
              <a:srgbClr val="D7DDE1"/>
            </a:solidFill>
            <a:prstDash val="solid"/>
          </a:ln>
        </p:spPr>
      </p:sp>
      <p:sp>
        <p:nvSpPr>
          <p:cNvPr id="254" name="p">
            <a:extLst>
              <a:ext uri="{FF2B5EF4-FFF2-40B4-BE49-F238E27FC236}">
                <ns2:creationId id="{CE2DABD1-22AD-41E9-BBB8-99C5756BD1F4}"/>
              </a:ext>
            </a:extLst>
          </p:cNvPr>
          <p:cNvSpPr>
            <a:spLocks noGrp="1"/>
          </p:cNvSpPr>
          <p:nvPr/>
        </p:nvSpPr>
        <p:spPr>
          <a:xfrm rot="0">
            <a:off x="2880735" y="8392166"/>
            <a:ext cx="239028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255" name="Purification / recovery">
            <a:extLst>
              <a:ext uri="{FF2B5EF4-FFF2-40B4-BE49-F238E27FC236}">
                <ns2:creationId id="{01A7D053-008F-414E-85FE-0B801245F97A}"/>
              </a:ext>
            </a:extLst>
          </p:cNvPr>
          <p:cNvSpPr>
            <a:spLocks noGrp="1"/>
          </p:cNvSpPr>
          <p:nvPr/>
        </p:nvSpPr>
        <p:spPr>
          <a:xfrm rot="0">
            <a:off x="3305549" y="8425154"/>
            <a:ext cx="22053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Purification / recovery</a:t>
            </a:r>
          </a:p>
        </p:txBody>
      </p:sp>
      <p:sp>
        <p:nvSpPr>
          <p:cNvPr id="256" name="Recovery MAE  0-0.14">
            <a:extLst>
              <a:ext uri="{FF2B5EF4-FFF2-40B4-BE49-F238E27FC236}">
                <ns2:creationId id="{55C2F690-48DF-4C5A-8FA7-B0993477FB44}"/>
              </a:ext>
            </a:extLst>
          </p:cNvPr>
          <p:cNvSpPr>
            <a:spLocks noGrp="1"/>
          </p:cNvSpPr>
          <p:nvPr/>
        </p:nvSpPr>
        <p:spPr>
          <a:xfrm rot="0">
            <a:off x="9766221" y="8438676"/>
            <a:ext cx="1512355" cy="193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Recovery MAE  0-0.14</a:t>
            </a:r>
          </a:p>
        </p:txBody>
      </p:sp>
      <p:sp>
        <p:nvSpPr>
          <p:cNvPr id="257" name="Opaque">
            <a:extLst>
              <a:ext uri="{FF2B5EF4-FFF2-40B4-BE49-F238E27FC236}">
                <ns2:creationId id="{5EBF3BE9-657D-4DE6-936F-D5F0C57793B3}"/>
              </a:ext>
            </a:extLst>
          </p:cNvPr>
          <p:cNvSpPr>
            <a:spLocks noGrp="1"/>
          </p:cNvSpPr>
          <p:nvPr/>
        </p:nvSpPr>
        <p:spPr>
          <a:xfrm rot="0">
            <a:off x="4155177" y="8752805"/>
            <a:ext cx="621473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Opaque</a:t>
            </a:r>
          </a:p>
        </p:txBody>
      </p:sp>
      <p:sp>
        <p:nvSpPr>
          <p:cNvPr id="258" name="Aligned">
            <a:extLst>
              <a:ext uri="{FF2B5EF4-FFF2-40B4-BE49-F238E27FC236}">
                <ns2:creationId id="{062423BA-0F51-4EC6-AD3B-6AEF8A347E39}"/>
              </a:ext>
            </a:extLst>
          </p:cNvPr>
          <p:cNvSpPr>
            <a:spLocks noGrp="1"/>
          </p:cNvSpPr>
          <p:nvPr/>
        </p:nvSpPr>
        <p:spPr>
          <a:xfrm rot="0">
            <a:off x="6534136" y="8750928"/>
            <a:ext cx="619239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</a:t>
            </a:r>
          </a:p>
        </p:txBody>
      </p:sp>
      <p:sp>
        <p:nvSpPr>
          <p:cNvPr id="259" name="MisIndexed">
            <a:extLst>
              <a:ext uri="{FF2B5EF4-FFF2-40B4-BE49-F238E27FC236}">
                <ns2:creationId id="{D91F10D6-9261-47BB-8A35-A6245BEA401E}"/>
              </a:ext>
            </a:extLst>
          </p:cNvPr>
          <p:cNvSpPr>
            <a:spLocks noGrp="1"/>
          </p:cNvSpPr>
          <p:nvPr/>
        </p:nvSpPr>
        <p:spPr>
          <a:xfrm rot="0">
            <a:off x="8913095" y="8751901"/>
            <a:ext cx="885074" cy="200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</a:t>
            </a:r>
          </a:p>
        </p:txBody>
      </p:sp>
      <p:sp>
        <p:nvSpPr>
          <p:cNvPr id="260" name="W01">
            <a:extLst>
              <a:ext uri="{FF2B5EF4-FFF2-40B4-BE49-F238E27FC236}">
                <ns2:creationId id="{C916F6C6-A6E8-40F4-858E-57C8282154E9}"/>
              </a:ext>
            </a:extLst>
          </p:cNvPr>
          <p:cNvSpPr>
            <a:spLocks noGrp="1"/>
          </p:cNvSpPr>
          <p:nvPr/>
        </p:nvSpPr>
        <p:spPr>
          <a:xfrm rot="0">
            <a:off x="2965698" y="9066657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</a:t>
            </a:r>
          </a:p>
        </p:txBody>
      </p:sp>
      <p:sp>
        <p:nvSpPr>
          <p:cNvPr id="261" name="0.0449">
            <a:extLst>
              <a:ext uri="{FF2B5EF4-FFF2-40B4-BE49-F238E27FC236}">
                <ns2:creationId id="{FE3491BC-54E8-4C97-98F9-AB74EA83C55B}"/>
              </a:ext>
            </a:extLst>
          </p:cNvPr>
          <p:cNvSpPr>
            <a:spLocks noGrp="1"/>
          </p:cNvSpPr>
          <p:nvPr/>
        </p:nvSpPr>
        <p:spPr>
          <a:xfrm rot="0">
            <a:off x="5693004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0.0449</a:t>
            </a:r>
          </a:p>
        </p:txBody>
      </p:sp>
      <p:sp>
        <p:nvSpPr>
          <p:cNvPr id="262" name="0.0490">
            <a:extLst>
              <a:ext uri="{FF2B5EF4-FFF2-40B4-BE49-F238E27FC236}">
                <ns2:creationId id="{9113DEB8-4BE1-4386-A1AB-CCC026DCE428}"/>
              </a:ext>
            </a:extLst>
          </p:cNvPr>
          <p:cNvSpPr>
            <a:spLocks noGrp="1"/>
          </p:cNvSpPr>
          <p:nvPr/>
        </p:nvSpPr>
        <p:spPr>
          <a:xfrm rot="0">
            <a:off x="8071963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0.0490</a:t>
            </a:r>
          </a:p>
        </p:txBody>
      </p:sp>
      <p:sp>
        <p:nvSpPr>
          <p:cNvPr id="263" name="0.0262">
            <a:extLst>
              <a:ext uri="{FF2B5EF4-FFF2-40B4-BE49-F238E27FC236}">
                <ns2:creationId id="{DD2749AE-E3D3-4AA3-AF8B-1C110CEDC087}"/>
              </a:ext>
            </a:extLst>
          </p:cNvPr>
          <p:cNvSpPr>
            <a:spLocks noGrp="1"/>
          </p:cNvSpPr>
          <p:nvPr/>
        </p:nvSpPr>
        <p:spPr>
          <a:xfrm rot="0">
            <a:off x="10450921" y="9075523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0.0262</a:t>
            </a:r>
          </a:p>
        </p:txBody>
      </p:sp>
      <p:sp>
        <p:nvSpPr>
          <p:cNvPr id="264" name="W02">
            <a:extLst>
              <a:ext uri="{FF2B5EF4-FFF2-40B4-BE49-F238E27FC236}">
                <ns2:creationId id="{911D1A43-CFA6-401A-B234-4F8B8C8CE5B9}"/>
              </a:ext>
            </a:extLst>
          </p:cNvPr>
          <p:cNvSpPr>
            <a:spLocks noGrp="1"/>
          </p:cNvSpPr>
          <p:nvPr/>
        </p:nvSpPr>
        <p:spPr>
          <a:xfrm rot="0">
            <a:off x="2965698" y="9324173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</a:t>
            </a:r>
          </a:p>
        </p:txBody>
      </p:sp>
      <p:sp>
        <p:nvSpPr>
          <p:cNvPr id="265" name="0.0935">
            <a:extLst>
              <a:ext uri="{FF2B5EF4-FFF2-40B4-BE49-F238E27FC236}">
                <ns2:creationId id="{605E3AB7-2B09-4A4E-9048-F989E78F9EBF}"/>
              </a:ext>
            </a:extLst>
          </p:cNvPr>
          <p:cNvSpPr>
            <a:spLocks noGrp="1"/>
          </p:cNvSpPr>
          <p:nvPr/>
        </p:nvSpPr>
        <p:spPr>
          <a:xfrm rot="0">
            <a:off x="5693004" y="9333039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0.0935</a:t>
            </a:r>
          </a:p>
        </p:txBody>
      </p:sp>
      <p:sp>
        <p:nvSpPr>
          <p:cNvPr id="266" name="0.0648">
            <a:extLst>
              <a:ext uri="{FF2B5EF4-FFF2-40B4-BE49-F238E27FC236}">
                <ns2:creationId id="{4596A991-4555-46E1-BD15-818006904F75}"/>
              </a:ext>
            </a:extLst>
          </p:cNvPr>
          <p:cNvSpPr>
            <a:spLocks noGrp="1"/>
          </p:cNvSpPr>
          <p:nvPr/>
        </p:nvSpPr>
        <p:spPr>
          <a:xfrm rot="0">
            <a:off x="8071963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0.0648</a:t>
            </a:r>
          </a:p>
        </p:txBody>
      </p:sp>
      <p:sp>
        <p:nvSpPr>
          <p:cNvPr id="267" name="0.1279">
            <a:extLst>
              <a:ext uri="{FF2B5EF4-FFF2-40B4-BE49-F238E27FC236}">
                <ns2:creationId id="{2B7641C8-91AD-4C34-87B6-E69E4C3ECA25}"/>
              </a:ext>
            </a:extLst>
          </p:cNvPr>
          <p:cNvSpPr>
            <a:spLocks noGrp="1"/>
          </p:cNvSpPr>
          <p:nvPr/>
        </p:nvSpPr>
        <p:spPr>
          <a:xfrm rot="0">
            <a:off x="10450921" y="9333039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0.1279</a:t>
            </a:r>
          </a:p>
        </p:txBody>
      </p:sp>
      <p:sp>
        <p:nvSpPr>
          <p:cNvPr id="268" name="W03">
            <a:extLst>
              <a:ext uri="{FF2B5EF4-FFF2-40B4-BE49-F238E27FC236}">
                <ns2:creationId id="{5D66721F-761F-4D60-A3EB-71CED0C16794}"/>
              </a:ext>
            </a:extLst>
          </p:cNvPr>
          <p:cNvSpPr>
            <a:spLocks noGrp="1"/>
          </p:cNvSpPr>
          <p:nvPr/>
        </p:nvSpPr>
        <p:spPr>
          <a:xfrm rot="0">
            <a:off x="2965698" y="9581689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</a:t>
            </a:r>
          </a:p>
        </p:txBody>
      </p:sp>
      <p:sp>
        <p:nvSpPr>
          <p:cNvPr id="269" name="0.0532">
            <a:extLst>
              <a:ext uri="{FF2B5EF4-FFF2-40B4-BE49-F238E27FC236}">
                <ns2:creationId id="{1D04D07C-D5CE-4A4F-ABAC-1961961EAD1D}"/>
              </a:ext>
            </a:extLst>
          </p:cNvPr>
          <p:cNvSpPr>
            <a:spLocks noGrp="1"/>
          </p:cNvSpPr>
          <p:nvPr/>
        </p:nvSpPr>
        <p:spPr>
          <a:xfrm rot="0">
            <a:off x="5693004" y="9590555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0.0532</a:t>
            </a:r>
          </a:p>
        </p:txBody>
      </p:sp>
      <p:sp>
        <p:nvSpPr>
          <p:cNvPr id="270" name="0.0960">
            <a:extLst>
              <a:ext uri="{FF2B5EF4-FFF2-40B4-BE49-F238E27FC236}">
                <ns2:creationId id="{E35F5D9B-87F7-4C59-AC1A-8E76D693F66A}"/>
              </a:ext>
            </a:extLst>
          </p:cNvPr>
          <p:cNvSpPr>
            <a:spLocks noGrp="1"/>
          </p:cNvSpPr>
          <p:nvPr/>
        </p:nvSpPr>
        <p:spPr>
          <a:xfrm rot="0">
            <a:off x="8071963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0.0960</a:t>
            </a:r>
          </a:p>
        </p:txBody>
      </p:sp>
      <p:sp>
        <p:nvSpPr>
          <p:cNvPr id="271" name="0.0781">
            <a:extLst>
              <a:ext uri="{FF2B5EF4-FFF2-40B4-BE49-F238E27FC236}">
                <ns2:creationId id="{A1A75F99-12BB-444B-A7B4-16C6BC05DD5A}"/>
              </a:ext>
            </a:extLst>
          </p:cNvPr>
          <p:cNvSpPr>
            <a:spLocks noGrp="1"/>
          </p:cNvSpPr>
          <p:nvPr/>
        </p:nvSpPr>
        <p:spPr>
          <a:xfrm rot="0">
            <a:off x="10450921" y="959055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0.0781</a:t>
            </a:r>
          </a:p>
        </p:txBody>
      </p:sp>
      <p:sp>
        <p:nvSpPr>
          <p:cNvPr id="272" name="W04">
            <a:extLst>
              <a:ext uri="{FF2B5EF4-FFF2-40B4-BE49-F238E27FC236}">
                <ns2:creationId id="{E912EF2A-1863-44B5-A770-054849FF3D05}"/>
              </a:ext>
            </a:extLst>
          </p:cNvPr>
          <p:cNvSpPr>
            <a:spLocks noGrp="1"/>
          </p:cNvSpPr>
          <p:nvPr/>
        </p:nvSpPr>
        <p:spPr>
          <a:xfrm rot="0">
            <a:off x="2965698" y="9839205"/>
            <a:ext cx="383338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</a:t>
            </a:r>
          </a:p>
        </p:txBody>
      </p:sp>
      <p:sp>
        <p:nvSpPr>
          <p:cNvPr id="273" name="0.0435">
            <a:extLst>
              <a:ext uri="{FF2B5EF4-FFF2-40B4-BE49-F238E27FC236}">
                <ns2:creationId id="{85BD2E54-277F-44D2-8C2D-A596CD90865C}"/>
              </a:ext>
            </a:extLst>
          </p:cNvPr>
          <p:cNvSpPr>
            <a:spLocks noGrp="1"/>
          </p:cNvSpPr>
          <p:nvPr/>
        </p:nvSpPr>
        <p:spPr>
          <a:xfrm rot="0">
            <a:off x="5693004" y="9848071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0.0435</a:t>
            </a:r>
          </a:p>
        </p:txBody>
      </p:sp>
      <p:sp>
        <p:nvSpPr>
          <p:cNvPr id="274" name="0.0450">
            <a:extLst>
              <a:ext uri="{FF2B5EF4-FFF2-40B4-BE49-F238E27FC236}">
                <ns2:creationId id="{1A408465-6524-45A6-9D1C-77C9CF1138BD}"/>
              </a:ext>
            </a:extLst>
          </p:cNvPr>
          <p:cNvSpPr>
            <a:spLocks noGrp="1"/>
          </p:cNvSpPr>
          <p:nvPr/>
        </p:nvSpPr>
        <p:spPr>
          <a:xfrm rot="0">
            <a:off x="8071963" y="984807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0.0450</a:t>
            </a:r>
          </a:p>
        </p:txBody>
      </p:sp>
      <p:sp>
        <p:nvSpPr>
          <p:cNvPr id="275" name="0.0701">
            <a:extLst>
              <a:ext uri="{FF2B5EF4-FFF2-40B4-BE49-F238E27FC236}">
                <ns2:creationId id="{37CF48F2-441E-42CB-8AD3-FBA1B4BAF78C}"/>
              </a:ext>
            </a:extLst>
          </p:cNvPr>
          <p:cNvSpPr>
            <a:spLocks noGrp="1"/>
          </p:cNvSpPr>
          <p:nvPr/>
        </p:nvSpPr>
        <p:spPr>
          <a:xfrm rot="0">
            <a:off x="10450921" y="9848071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0.0701</a:t>
            </a:r>
          </a:p>
        </p:txBody>
      </p:sp>
      <p:sp>
        <p:nvSpPr>
          <p:cNvPr id="276" name="W05">
            <a:extLst>
              <a:ext uri="{FF2B5EF4-FFF2-40B4-BE49-F238E27FC236}">
                <ns2:creationId id="{FE5BC224-3854-4F26-9F2B-AD4A7898C4B4}"/>
              </a:ext>
            </a:extLst>
          </p:cNvPr>
          <p:cNvSpPr>
            <a:spLocks noGrp="1"/>
          </p:cNvSpPr>
          <p:nvPr/>
        </p:nvSpPr>
        <p:spPr>
          <a:xfrm rot="0">
            <a:off x="2965698" y="10096720"/>
            <a:ext cx="381105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</a:t>
            </a:r>
          </a:p>
        </p:txBody>
      </p:sp>
      <p:sp>
        <p:nvSpPr>
          <p:cNvPr id="277" name="0.0988">
            <a:extLst>
              <a:ext uri="{FF2B5EF4-FFF2-40B4-BE49-F238E27FC236}">
                <ns2:creationId id="{2077881D-8717-43CB-9F9A-375D75442825}"/>
              </a:ext>
            </a:extLst>
          </p:cNvPr>
          <p:cNvSpPr>
            <a:spLocks noGrp="1"/>
          </p:cNvSpPr>
          <p:nvPr/>
        </p:nvSpPr>
        <p:spPr>
          <a:xfrm rot="0">
            <a:off x="5693004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0.0988</a:t>
            </a:r>
          </a:p>
        </p:txBody>
      </p:sp>
      <p:sp>
        <p:nvSpPr>
          <p:cNvPr id="278" name="x">
            <a:extLst>
              <a:ext uri="{FF2B5EF4-FFF2-40B4-BE49-F238E27FC236}">
                <ns2:creationId id="{32DADADB-FDE9-4E91-8CF4-6ACD08D4EF15}"/>
              </a:ext>
            </a:extLst>
          </p:cNvPr>
          <p:cNvSpPr>
            <a:spLocks noGrp="1"/>
          </p:cNvSpPr>
          <p:nvPr/>
        </p:nvSpPr>
        <p:spPr>
          <a:xfrm rot="0">
            <a:off x="5499020" y="9998336"/>
            <a:ext cx="189882" cy="2565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79" name="0.0885">
            <a:extLst>
              <a:ext uri="{FF2B5EF4-FFF2-40B4-BE49-F238E27FC236}">
                <ns2:creationId id="{73A7CB63-0BE7-4454-B2FD-BAEE079FAB18}"/>
              </a:ext>
            </a:extLst>
          </p:cNvPr>
          <p:cNvSpPr>
            <a:spLocks noGrp="1"/>
          </p:cNvSpPr>
          <p:nvPr/>
        </p:nvSpPr>
        <p:spPr>
          <a:xfrm rot="0">
            <a:off x="8071963" y="10105586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0.0885</a:t>
            </a:r>
          </a:p>
        </p:txBody>
      </p:sp>
      <p:sp>
        <p:nvSpPr>
          <p:cNvPr id="280" name="0.0613">
            <a:extLst>
              <a:ext uri="{FF2B5EF4-FFF2-40B4-BE49-F238E27FC236}">
                <ns2:creationId id="{268A16B5-D6B5-45C3-847A-39E851AC8195}"/>
              </a:ext>
            </a:extLst>
          </p:cNvPr>
          <p:cNvSpPr>
            <a:spLocks noGrp="1"/>
          </p:cNvSpPr>
          <p:nvPr/>
        </p:nvSpPr>
        <p:spPr>
          <a:xfrm rot="0">
            <a:off x="10450921" y="10105586"/>
            <a:ext cx="483864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0.0613</a:t>
            </a:r>
          </a:p>
        </p:txBody>
      </p:sp>
      <p:sp>
        <p:nvSpPr>
          <p:cNvPr id="281" name="Mean">
            <a:extLst>
              <a:ext uri="{FF2B5EF4-FFF2-40B4-BE49-F238E27FC236}">
                <ns2:creationId id="{77B614D8-435B-424E-ADED-335D0F0248B5}"/>
              </a:ext>
            </a:extLst>
          </p:cNvPr>
          <p:cNvSpPr>
            <a:spLocks noGrp="1"/>
          </p:cNvSpPr>
          <p:nvPr/>
        </p:nvSpPr>
        <p:spPr>
          <a:xfrm rot="0">
            <a:off x="2965698" y="10436279"/>
            <a:ext cx="459291" cy="2026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282" name="0.0668">
            <a:extLst>
              <a:ext uri="{FF2B5EF4-FFF2-40B4-BE49-F238E27FC236}">
                <ns2:creationId id="{C3DDCA77-25B6-418A-8CD1-BD63DA154D0C}"/>
              </a:ext>
            </a:extLst>
          </p:cNvPr>
          <p:cNvSpPr>
            <a:spLocks noGrp="1"/>
          </p:cNvSpPr>
          <p:nvPr/>
        </p:nvSpPr>
        <p:spPr>
          <a:xfrm rot="0">
            <a:off x="5693004" y="10445135"/>
            <a:ext cx="490566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0.0668</a:t>
            </a:r>
          </a:p>
        </p:txBody>
      </p:sp>
      <p:sp>
        <p:nvSpPr>
          <p:cNvPr id="283" name="0.0687">
            <a:extLst>
              <a:ext uri="{FF2B5EF4-FFF2-40B4-BE49-F238E27FC236}">
                <ns2:creationId id="{65AFB8EC-9114-4081-B620-F0AACB2F2357}"/>
              </a:ext>
            </a:extLst>
          </p:cNvPr>
          <p:cNvSpPr>
            <a:spLocks noGrp="1"/>
          </p:cNvSpPr>
          <p:nvPr/>
        </p:nvSpPr>
        <p:spPr>
          <a:xfrm rot="0">
            <a:off x="8071963" y="10445135"/>
            <a:ext cx="488332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0.0687</a:t>
            </a:r>
          </a:p>
        </p:txBody>
      </p:sp>
      <p:sp>
        <p:nvSpPr>
          <p:cNvPr id="284" name="0.0727">
            <a:extLst>
              <a:ext uri="{FF2B5EF4-FFF2-40B4-BE49-F238E27FC236}">
                <ns2:creationId id="{FC264F9C-4CBE-44F9-8E2A-61D9E027694A}"/>
              </a:ext>
            </a:extLst>
          </p:cNvPr>
          <p:cNvSpPr>
            <a:spLocks noGrp="1"/>
          </p:cNvSpPr>
          <p:nvPr/>
        </p:nvSpPr>
        <p:spPr>
          <a:xfrm rot="0">
            <a:off x="10450921" y="10445135"/>
            <a:ext cx="486098" cy="195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0.0727</a:t>
            </a:r>
          </a:p>
        </p:txBody>
      </p:sp>
    </p:spTree>
    <p:extLst>
      <p:ext uri="{BB962C8B-B14F-4D97-AF65-F5344CB8AC3E}">
        <ns3:creationId val="60635808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2 (a,b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8" name="Figure S2 (a,b) plot object 0">
            <a:extLst>
              <a:ext uri="{FF2B5EF4-FFF2-40B4-BE49-F238E27FC236}">
                <ns2:creationId id="{2555469F-FD4C-4FA0-A1F0-2D09CFAA2653}"/>
              </a:ext>
            </a:extLst>
          </p:cNvPr>
          <p:cNvSpPr>
            <a:spLocks noGrp="1"/>
          </p:cNvSpPr>
          <p:nvPr/>
        </p:nvSpPr>
        <p:spPr>
          <a:xfrm>
            <a:off x="342900" y="576330"/>
            <a:ext cx="13030200" cy="10277341"/>
          </a:xfrm>
          <a:custGeom>
            <a:pathLst>
              <a:path w="13030200" h="10277341">
                <a:moveTo>
                  <a:pt x="0" y="10277341"/>
                </a:moveTo>
                <a:lnTo>
                  <a:pt x="13030200" y="10277341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89">
            <a:noFill/>
            <a:prstDash val="solid"/>
          </a:ln>
        </p:spPr>
      </p:sp>
      <p:sp>
        <p:nvSpPr>
          <p:cNvPr id="2" name="Figure S2 (a,b) plot object 1">
            <a:extLst>
              <a:ext uri="{FF2B5EF4-FFF2-40B4-BE49-F238E27FC236}">
                <ns2:creationId id="{5B0D8E53-4605-401F-8067-2CB57BFF2004}"/>
              </a:ext>
            </a:extLst>
          </p:cNvPr>
          <p:cNvSpPr>
            <a:spLocks noGrp="1"/>
          </p:cNvSpPr>
          <p:nvPr/>
        </p:nvSpPr>
        <p:spPr>
          <a:xfrm>
            <a:off x="2427732" y="2426251"/>
            <a:ext cx="4582655" cy="6577498"/>
          </a:xfrm>
          <a:custGeom>
            <a:pathLst>
              <a:path w="4582655" h="6577498">
                <a:moveTo>
                  <a:pt x="0" y="6577498"/>
                </a:moveTo>
                <a:lnTo>
                  <a:pt x="4582655" y="6577498"/>
                </a:lnTo>
                <a:lnTo>
                  <a:pt x="45826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89">
            <a:noFill/>
            <a:prstDash val="solid"/>
          </a:ln>
        </p:spPr>
      </p:sp>
      <p:sp>
        <p:nvSpPr>
          <p:cNvPr id="3" name="Figure S2 (a,b) plot object 2">
            <a:extLst>
              <a:ext uri="{FF2B5EF4-FFF2-40B4-BE49-F238E27FC236}">
                <ns2:creationId id="{9347F42C-ACF0-48D3-9FEF-E22ABE2BA47D}"/>
              </a:ext>
            </a:extLst>
          </p:cNvPr>
          <p:cNvSpPr>
            <a:spLocks noGrp="1"/>
          </p:cNvSpPr>
          <p:nvPr/>
        </p:nvSpPr>
        <p:spPr>
          <a:xfrm>
            <a:off x="6219795" y="2426251"/>
            <a:ext cx="25" cy="6577498"/>
          </a:xfrm>
          <a:custGeom>
            <a:pathLst>
              <a:path w="25" h="6577498">
                <a:moveTo>
                  <a:pt x="0" y="6577498"/>
                </a:moveTo>
                <a:lnTo>
                  <a:pt x="0" y="0"/>
                </a:lnTo>
              </a:path>
            </a:pathLst>
          </a:custGeom>
          <a:noFill/>
          <a:ln w="21666">
            <a:solidFill>
              <a:srgbClr val="24292D"/>
            </a:solidFill>
            <a:prstDash val="solid"/>
          </a:ln>
        </p:spPr>
      </p:sp>
      <p:sp>
        <p:nvSpPr>
          <p:cNvPr id="4" name="Figure S2 (a,b) plot object 3">
            <a:extLst>
              <a:ext uri="{FF2B5EF4-FFF2-40B4-BE49-F238E27FC236}">
                <ns2:creationId id="{597D64F8-954B-496C-B065-A4323E0B221A}"/>
              </a:ext>
            </a:extLst>
          </p:cNvPr>
          <p:cNvSpPr>
            <a:spLocks noGrp="1"/>
          </p:cNvSpPr>
          <p:nvPr/>
        </p:nvSpPr>
        <p:spPr>
          <a:xfrm>
            <a:off x="2943027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5" name="−0.09">
            <a:extLst>
              <a:ext uri="{FF2B5EF4-FFF2-40B4-BE49-F238E27FC236}">
                <ns2:creationId id="{4951A6E0-579D-4051-8C16-A3376F6A3EA2}"/>
              </a:ext>
            </a:extLst>
          </p:cNvPr>
          <p:cNvSpPr>
            <a:spLocks noGrp="1"/>
          </p:cNvSpPr>
          <p:nvPr/>
        </p:nvSpPr>
        <p:spPr>
          <a:xfrm rot="0">
            <a:off x="2683354" y="9115042"/>
            <a:ext cx="62130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−0.09</a:t>
            </a:r>
          </a:p>
        </p:txBody>
      </p:sp>
      <p:sp>
        <p:nvSpPr>
          <p:cNvPr id="6" name="Figure S2 (a,b) plot object 5">
            <a:extLst>
              <a:ext uri="{FF2B5EF4-FFF2-40B4-BE49-F238E27FC236}">
                <ns2:creationId id="{36DDB04A-D79A-4CFB-8C79-10CECED262C0}"/>
              </a:ext>
            </a:extLst>
          </p:cNvPr>
          <p:cNvSpPr>
            <a:spLocks noGrp="1"/>
          </p:cNvSpPr>
          <p:nvPr/>
        </p:nvSpPr>
        <p:spPr>
          <a:xfrm>
            <a:off x="4035283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7" name="−0.06">
            <a:extLst>
              <a:ext uri="{FF2B5EF4-FFF2-40B4-BE49-F238E27FC236}">
                <ns2:creationId id="{E2A5E7BF-764A-43A9-BD23-75E6231DC73B}"/>
              </a:ext>
            </a:extLst>
          </p:cNvPr>
          <p:cNvSpPr>
            <a:spLocks noGrp="1"/>
          </p:cNvSpPr>
          <p:nvPr/>
        </p:nvSpPr>
        <p:spPr>
          <a:xfrm rot="0">
            <a:off x="3777203" y="9115042"/>
            <a:ext cx="61811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−0.06</a:t>
            </a:r>
          </a:p>
        </p:txBody>
      </p:sp>
      <p:sp>
        <p:nvSpPr>
          <p:cNvPr id="8" name="Figure S2 (a,b) plot object 7">
            <a:extLst>
              <a:ext uri="{FF2B5EF4-FFF2-40B4-BE49-F238E27FC236}">
                <ns2:creationId id="{4051260B-EB95-4CC2-A4C7-135AB56ECDF6}"/>
              </a:ext>
            </a:extLst>
          </p:cNvPr>
          <p:cNvSpPr>
            <a:spLocks noGrp="1"/>
          </p:cNvSpPr>
          <p:nvPr/>
        </p:nvSpPr>
        <p:spPr>
          <a:xfrm>
            <a:off x="5127539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9" name="−0.03">
            <a:extLst>
              <a:ext uri="{FF2B5EF4-FFF2-40B4-BE49-F238E27FC236}">
                <ns2:creationId id="{CC6844C4-6243-43E5-A606-B8D10BE03E07}"/>
              </a:ext>
            </a:extLst>
          </p:cNvPr>
          <p:cNvSpPr>
            <a:spLocks noGrp="1"/>
          </p:cNvSpPr>
          <p:nvPr/>
        </p:nvSpPr>
        <p:spPr>
          <a:xfrm rot="0">
            <a:off x="4867866" y="9115042"/>
            <a:ext cx="62130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−0.03</a:t>
            </a:r>
          </a:p>
        </p:txBody>
      </p:sp>
      <p:sp>
        <p:nvSpPr>
          <p:cNvPr id="10" name="Figure S2 (a,b) plot object 9">
            <a:extLst>
              <a:ext uri="{FF2B5EF4-FFF2-40B4-BE49-F238E27FC236}">
                <ns2:creationId id="{490B9976-8DCF-4EFB-B562-10FA8F8C2BDE}"/>
              </a:ext>
            </a:extLst>
          </p:cNvPr>
          <p:cNvSpPr>
            <a:spLocks noGrp="1"/>
          </p:cNvSpPr>
          <p:nvPr/>
        </p:nvSpPr>
        <p:spPr>
          <a:xfrm>
            <a:off x="6219795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11" name="0.00">
            <a:extLst>
              <a:ext uri="{FF2B5EF4-FFF2-40B4-BE49-F238E27FC236}">
                <ns2:creationId id="{BBC7260F-8DA5-4E00-9F77-1EEF1198AA5A}"/>
              </a:ext>
            </a:extLst>
          </p:cNvPr>
          <p:cNvSpPr>
            <a:spLocks noGrp="1"/>
          </p:cNvSpPr>
          <p:nvPr/>
        </p:nvSpPr>
        <p:spPr>
          <a:xfrm rot="0">
            <a:off x="6019066" y="9115042"/>
            <a:ext cx="50341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2" name="Δ MAE vs Opaque">
            <a:extLst>
              <a:ext uri="{FF2B5EF4-FFF2-40B4-BE49-F238E27FC236}">
                <ns2:creationId id="{957C2409-1633-474D-BD10-E590077087C6}"/>
              </a:ext>
            </a:extLst>
          </p:cNvPr>
          <p:cNvSpPr>
            <a:spLocks noGrp="1"/>
          </p:cNvSpPr>
          <p:nvPr/>
        </p:nvSpPr>
        <p:spPr>
          <a:xfrm rot="0">
            <a:off x="3839674" y="9403660"/>
            <a:ext cx="1867101" cy="2924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Δ MAE vs Opaque</a:t>
            </a:r>
          </a:p>
        </p:txBody>
      </p:sp>
      <p:sp>
        <p:nvSpPr>
          <p:cNvPr id="13" name="W01   0.0936">
            <a:extLst>
              <a:ext uri="{FF2B5EF4-FFF2-40B4-BE49-F238E27FC236}">
                <ns2:creationId id="{D3E344B1-D4C7-43FB-ABD0-29C740B670A5}"/>
              </a:ext>
            </a:extLst>
          </p:cNvPr>
          <p:cNvSpPr>
            <a:spLocks noGrp="1"/>
          </p:cNvSpPr>
          <p:nvPr/>
        </p:nvSpPr>
        <p:spPr>
          <a:xfrm rot="0">
            <a:off x="1079978" y="3066423"/>
            <a:ext cx="132226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   0.0936</a:t>
            </a:r>
          </a:p>
        </p:txBody>
      </p:sp>
      <p:sp>
        <p:nvSpPr>
          <p:cNvPr id="14" name="W02   0.1173">
            <a:extLst>
              <a:ext uri="{FF2B5EF4-FFF2-40B4-BE49-F238E27FC236}">
                <ns2:creationId id="{68D72FC7-6489-44A7-AD82-07BA5B350076}"/>
              </a:ext>
            </a:extLst>
          </p:cNvPr>
          <p:cNvSpPr>
            <a:spLocks noGrp="1"/>
          </p:cNvSpPr>
          <p:nvPr/>
        </p:nvSpPr>
        <p:spPr>
          <a:xfrm rot="0">
            <a:off x="1099095" y="4144701"/>
            <a:ext cx="1303147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   0.1173</a:t>
            </a:r>
          </a:p>
        </p:txBody>
      </p:sp>
      <p:sp>
        <p:nvSpPr>
          <p:cNvPr id="15" name="W03   0.1261">
            <a:extLst>
              <a:ext uri="{FF2B5EF4-FFF2-40B4-BE49-F238E27FC236}">
                <ns2:creationId id="{1FA04C95-7A20-4C4E-97A7-DE65EAD830E7}"/>
              </a:ext>
            </a:extLst>
          </p:cNvPr>
          <p:cNvSpPr>
            <a:spLocks noGrp="1"/>
          </p:cNvSpPr>
          <p:nvPr/>
        </p:nvSpPr>
        <p:spPr>
          <a:xfrm rot="0">
            <a:off x="1083164" y="5222980"/>
            <a:ext cx="1319078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   0.1261</a:t>
            </a:r>
          </a:p>
        </p:txBody>
      </p:sp>
      <p:sp>
        <p:nvSpPr>
          <p:cNvPr id="16" name="W04   0.0733">
            <a:extLst>
              <a:ext uri="{FF2B5EF4-FFF2-40B4-BE49-F238E27FC236}">
                <ns2:creationId id="{88046141-35D1-4C79-BBCA-C140FAB4FC45}"/>
              </a:ext>
            </a:extLst>
          </p:cNvPr>
          <p:cNvSpPr>
            <a:spLocks noGrp="1"/>
          </p:cNvSpPr>
          <p:nvPr/>
        </p:nvSpPr>
        <p:spPr>
          <a:xfrm rot="0">
            <a:off x="1079978" y="6301258"/>
            <a:ext cx="132226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   0.0733</a:t>
            </a:r>
          </a:p>
        </p:txBody>
      </p:sp>
      <p:sp>
        <p:nvSpPr>
          <p:cNvPr id="17" name="W05   0.0990">
            <a:extLst>
              <a:ext uri="{FF2B5EF4-FFF2-40B4-BE49-F238E27FC236}">
                <ns2:creationId id="{585284F3-AA52-4D62-91AE-D31A84B6F7F1}"/>
              </a:ext>
            </a:extLst>
          </p:cNvPr>
          <p:cNvSpPr>
            <a:spLocks noGrp="1"/>
          </p:cNvSpPr>
          <p:nvPr/>
        </p:nvSpPr>
        <p:spPr>
          <a:xfrm rot="0">
            <a:off x="1079978" y="7379537"/>
            <a:ext cx="132226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   0.0990</a:t>
            </a:r>
          </a:p>
        </p:txBody>
      </p:sp>
      <p:sp>
        <p:nvSpPr>
          <p:cNvPr id="18" name="Mean">
            <a:extLst>
              <a:ext uri="{FF2B5EF4-FFF2-40B4-BE49-F238E27FC236}">
                <ns2:creationId id="{8A5062D1-CCA3-420E-A3A6-7615EDAA8E4B}"/>
              </a:ext>
            </a:extLst>
          </p:cNvPr>
          <p:cNvSpPr>
            <a:spLocks noGrp="1"/>
          </p:cNvSpPr>
          <p:nvPr/>
        </p:nvSpPr>
        <p:spPr>
          <a:xfrm rot="0">
            <a:off x="1790496" y="8403901"/>
            <a:ext cx="61174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9" name="Figure S2 (a,b) plot object 18">
            <a:extLst>
              <a:ext uri="{FF2B5EF4-FFF2-40B4-BE49-F238E27FC236}">
                <ns2:creationId id="{30E16D38-5713-49CF-98BB-072302333B8A}"/>
              </a:ext>
            </a:extLst>
          </p:cNvPr>
          <p:cNvSpPr>
            <a:spLocks noGrp="1"/>
          </p:cNvSpPr>
          <p:nvPr/>
        </p:nvSpPr>
        <p:spPr>
          <a:xfrm>
            <a:off x="2427732" y="8054864"/>
            <a:ext cx="4582655" cy="25"/>
          </a:xfrm>
          <a:custGeom>
            <a:pathLst>
              <a:path w="4582655" h="25">
                <a:moveTo>
                  <a:pt x="0" y="0"/>
                </a:moveTo>
                <a:lnTo>
                  <a:pt x="4582655" y="0"/>
                </a:lnTo>
              </a:path>
            </a:pathLst>
          </a:custGeom>
          <a:noFill/>
          <a:ln w="20392">
            <a:solidFill>
              <a:srgbClr val="D7DDE1"/>
            </a:solidFill>
            <a:prstDash val="solid"/>
          </a:ln>
        </p:spPr>
      </p:sp>
      <p:sp>
        <p:nvSpPr>
          <p:cNvPr id="20" name="Figure S2 (a,b) plot object 19">
            <a:extLst>
              <a:ext uri="{FF2B5EF4-FFF2-40B4-BE49-F238E27FC236}">
                <ns2:creationId id="{4394690C-F23C-4AB6-A4A6-B36DE1236516}"/>
              </a:ext>
            </a:extLst>
          </p:cNvPr>
          <p:cNvSpPr>
            <a:spLocks noGrp="1"/>
          </p:cNvSpPr>
          <p:nvPr/>
        </p:nvSpPr>
        <p:spPr>
          <a:xfrm>
            <a:off x="4586737" y="8399913"/>
            <a:ext cx="25" cy="25"/>
          </a:xfrm>
          <a:custGeom>
            <a:pathLst>
              <a:path w="25" h="25">
                <a:moveTo>
                  <a:pt x="0" y="0"/>
                </a:moveTo>
              </a:path>
            </a:pathLst>
          </a:custGeom>
          <a:noFill/>
          <a:ln w="38234">
            <a:solidFill>
              <a:srgbClr val="277F8A"/>
            </a:solidFill>
            <a:prstDash val="solid"/>
          </a:ln>
        </p:spPr>
      </p:sp>
      <p:sp>
        <p:nvSpPr>
          <p:cNvPr id="21" name="Figure S2 (a,b) plot object 20">
            <a:extLst>
              <a:ext uri="{FF2B5EF4-FFF2-40B4-BE49-F238E27FC236}">
                <ns2:creationId id="{00ED0229-1AF8-4C0A-8B37-6A8D654997D4}"/>
              </a:ext>
            </a:extLst>
          </p:cNvPr>
          <p:cNvSpPr>
            <a:spLocks noGrp="1"/>
          </p:cNvSpPr>
          <p:nvPr/>
        </p:nvSpPr>
        <p:spPr>
          <a:xfrm>
            <a:off x="4487606" y="8300783"/>
            <a:ext cx="198261" cy="198261"/>
          </a:xfrm>
          <a:custGeom>
            <a:pathLst>
              <a:path w="198261" h="198261">
                <a:moveTo>
                  <a:pt x="99131" y="198261"/>
                </a:moveTo>
                <a:lnTo>
                  <a:pt x="198261" y="99131"/>
                </a:lnTo>
                <a:lnTo>
                  <a:pt x="99131" y="0"/>
                </a:lnTo>
                <a:lnTo>
                  <a:pt x="0" y="99131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22" name="Figure S2 (a,b) plot object 21">
            <a:extLst>
              <a:ext uri="{FF2B5EF4-FFF2-40B4-BE49-F238E27FC236}">
                <ns2:creationId id="{77157E4A-781F-4D72-A0A1-E1851C0ABC7E}"/>
              </a:ext>
            </a:extLst>
          </p:cNvPr>
          <p:cNvSpPr>
            <a:spLocks noGrp="1"/>
          </p:cNvSpPr>
          <p:nvPr/>
        </p:nvSpPr>
        <p:spPr>
          <a:xfrm>
            <a:off x="4498014" y="8637134"/>
            <a:ext cx="25" cy="25"/>
          </a:xfrm>
          <a:custGeom>
            <a:pathLst>
              <a:path w="25" h="25">
                <a:moveTo>
                  <a:pt x="0" y="0"/>
                </a:moveTo>
              </a:path>
            </a:pathLst>
          </a:custGeom>
          <a:noFill/>
          <a:ln w="38234">
            <a:solidFill>
              <a:srgbClr val="BC7850"/>
            </a:solidFill>
            <a:prstDash val="solid"/>
          </a:ln>
        </p:spPr>
      </p:sp>
      <p:sp>
        <p:nvSpPr>
          <p:cNvPr id="23" name="Figure S2 (a,b) plot object 22">
            <a:extLst>
              <a:ext uri="{FF2B5EF4-FFF2-40B4-BE49-F238E27FC236}">
                <ns2:creationId id="{33E82276-FE36-4F10-A711-6332930A5ABA}"/>
              </a:ext>
            </a:extLst>
          </p:cNvPr>
          <p:cNvSpPr>
            <a:spLocks noGrp="1"/>
          </p:cNvSpPr>
          <p:nvPr/>
        </p:nvSpPr>
        <p:spPr>
          <a:xfrm>
            <a:off x="4427918" y="8567038"/>
            <a:ext cx="140192" cy="140192"/>
          </a:xfrm>
          <a:custGeom>
            <a:pathLst>
              <a:path w="140192" h="140192">
                <a:moveTo>
                  <a:pt x="70096" y="140192"/>
                </a:moveTo>
                <a:cubicBezTo>
                  <a:pt x="88686" y="140192"/>
                  <a:pt x="106516" y="132806"/>
                  <a:pt x="119661" y="119661"/>
                </a:cubicBezTo>
                <a:cubicBezTo>
                  <a:pt x="132806" y="106516"/>
                  <a:pt x="140192" y="88686"/>
                  <a:pt x="140192" y="70096"/>
                </a:cubicBezTo>
                <a:cubicBezTo>
                  <a:pt x="140192" y="51506"/>
                  <a:pt x="132806" y="33675"/>
                  <a:pt x="119661" y="20531"/>
                </a:cubicBezTo>
                <a:cubicBezTo>
                  <a:pt x="106516" y="7386"/>
                  <a:pt x="88686" y="0"/>
                  <a:pt x="70096" y="0"/>
                </a:cubicBezTo>
                <a:cubicBezTo>
                  <a:pt x="51506" y="0"/>
                  <a:pt x="33675" y="7386"/>
                  <a:pt x="20531" y="20531"/>
                </a:cubicBezTo>
                <a:cubicBezTo>
                  <a:pt x="7386" y="33675"/>
                  <a:pt x="0" y="51506"/>
                  <a:pt x="0" y="70096"/>
                </a:cubicBezTo>
                <a:cubicBezTo>
                  <a:pt x="0" y="88686"/>
                  <a:pt x="7386" y="106516"/>
                  <a:pt x="20531" y="119661"/>
                </a:cubicBezTo>
                <a:cubicBezTo>
                  <a:pt x="33675" y="132806"/>
                  <a:pt x="51506" y="140192"/>
                  <a:pt x="70096" y="140192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24" name="Figure S2 (a,b) plot object 23">
            <a:extLst>
              <a:ext uri="{FF2B5EF4-FFF2-40B4-BE49-F238E27FC236}">
                <ns2:creationId id="{DF4172DA-0676-4E87-9BD0-5F3BEC91A0DC}"/>
              </a:ext>
            </a:extLst>
          </p:cNvPr>
          <p:cNvSpPr>
            <a:spLocks noGrp="1"/>
          </p:cNvSpPr>
          <p:nvPr/>
        </p:nvSpPr>
        <p:spPr>
          <a:xfrm>
            <a:off x="2427732" y="9003749"/>
            <a:ext cx="4582655" cy="25"/>
          </a:xfrm>
          <a:custGeom>
            <a:pathLst>
              <a:path w="4582655" h="25">
                <a:moveTo>
                  <a:pt x="0" y="0"/>
                </a:moveTo>
                <a:lnTo>
                  <a:pt x="4582655" y="0"/>
                </a:lnTo>
              </a:path>
            </a:pathLst>
          </a:custGeom>
          <a:noFill/>
          <a:ln w="20392">
            <a:solidFill>
              <a:srgbClr val="24292D"/>
            </a:solidFill>
            <a:prstDash val="solid"/>
          </a:ln>
        </p:spPr>
      </p:sp>
      <p:sp>
        <p:nvSpPr>
          <p:cNvPr id="25" name="Figure S2 (a,b) plot object 24">
            <a:extLst>
              <a:ext uri="{FF2B5EF4-FFF2-40B4-BE49-F238E27FC236}">
                <ns2:creationId id="{17BB396B-DDC2-4EF3-9C95-EE15CEDAFD6B}"/>
              </a:ext>
            </a:extLst>
          </p:cNvPr>
          <p:cNvSpPr>
            <a:spLocks noGrp="1"/>
          </p:cNvSpPr>
          <p:nvPr/>
        </p:nvSpPr>
        <p:spPr>
          <a:xfrm>
            <a:off x="3842870" y="2961534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26" name="Figure S2 (a,b) plot object 25">
            <a:extLst>
              <a:ext uri="{FF2B5EF4-FFF2-40B4-BE49-F238E27FC236}">
                <ns2:creationId id="{ADDA0BC8-19D7-4B4F-8DCC-FA62CC9072A4}"/>
              </a:ext>
            </a:extLst>
          </p:cNvPr>
          <p:cNvSpPr>
            <a:spLocks noGrp="1"/>
          </p:cNvSpPr>
          <p:nvPr/>
        </p:nvSpPr>
        <p:spPr>
          <a:xfrm>
            <a:off x="3901196" y="3246716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27" name="Figure S2 (a,b) plot object 26">
            <a:extLst>
              <a:ext uri="{FF2B5EF4-FFF2-40B4-BE49-F238E27FC236}">
                <ns2:creationId id="{6B0474D2-AB24-4F54-83AE-F1B3049E529B}"/>
              </a:ext>
            </a:extLst>
          </p:cNvPr>
          <p:cNvSpPr>
            <a:spLocks noGrp="1"/>
          </p:cNvSpPr>
          <p:nvPr/>
        </p:nvSpPr>
        <p:spPr>
          <a:xfrm>
            <a:off x="2866381" y="4039812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28" name="Figure S2 (a,b) plot object 27">
            <a:extLst>
              <a:ext uri="{FF2B5EF4-FFF2-40B4-BE49-F238E27FC236}">
                <ns2:creationId id="{A106423D-E332-4E3E-BF07-5A867F72631F}"/>
              </a:ext>
            </a:extLst>
          </p:cNvPr>
          <p:cNvSpPr>
            <a:spLocks noGrp="1"/>
          </p:cNvSpPr>
          <p:nvPr/>
        </p:nvSpPr>
        <p:spPr>
          <a:xfrm>
            <a:off x="3305912" y="4324994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29" name="Figure S2 (a,b) plot object 28">
            <a:extLst>
              <a:ext uri="{FF2B5EF4-FFF2-40B4-BE49-F238E27FC236}">
                <ns2:creationId id="{7309F397-B5AC-48F1-AC0C-D64DB8D80440}"/>
              </a:ext>
            </a:extLst>
          </p:cNvPr>
          <p:cNvSpPr>
            <a:spLocks noGrp="1"/>
          </p:cNvSpPr>
          <p:nvPr/>
        </p:nvSpPr>
        <p:spPr>
          <a:xfrm>
            <a:off x="6391500" y="5118090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30" name="Figure S2 (a,b) plot object 29">
            <a:extLst>
              <a:ext uri="{FF2B5EF4-FFF2-40B4-BE49-F238E27FC236}">
                <ns2:creationId id="{1EB9BC66-CC1C-4EC4-BA8E-9EFBDB38F468}"/>
              </a:ext>
            </a:extLst>
          </p:cNvPr>
          <p:cNvSpPr>
            <a:spLocks noGrp="1"/>
          </p:cNvSpPr>
          <p:nvPr/>
        </p:nvSpPr>
        <p:spPr>
          <a:xfrm>
            <a:off x="5845198" y="5403272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31" name="Figure S2 (a,b) plot object 30">
            <a:extLst>
              <a:ext uri="{FF2B5EF4-FFF2-40B4-BE49-F238E27FC236}">
                <ns2:creationId id="{DEA55812-1A50-442E-A915-4EB38DC6CAAD}"/>
              </a:ext>
            </a:extLst>
          </p:cNvPr>
          <p:cNvSpPr>
            <a:spLocks noGrp="1"/>
          </p:cNvSpPr>
          <p:nvPr/>
        </p:nvSpPr>
        <p:spPr>
          <a:xfrm>
            <a:off x="5019577" y="6196369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32" name="Figure S2 (a,b) plot object 31">
            <a:extLst>
              <a:ext uri="{FF2B5EF4-FFF2-40B4-BE49-F238E27FC236}">
                <ns2:creationId id="{A848C611-57CA-4DAE-8519-6C320F2A27A1}"/>
              </a:ext>
            </a:extLst>
          </p:cNvPr>
          <p:cNvSpPr>
            <a:spLocks noGrp="1"/>
          </p:cNvSpPr>
          <p:nvPr/>
        </p:nvSpPr>
        <p:spPr>
          <a:xfrm>
            <a:off x="4629136" y="6481551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33" name="Figure S2 (a,b) plot object 32">
            <a:extLst>
              <a:ext uri="{FF2B5EF4-FFF2-40B4-BE49-F238E27FC236}">
                <ns2:creationId id="{0CC33375-C9A9-45FF-9E60-33E7551AA6AB}"/>
              </a:ext>
            </a:extLst>
          </p:cNvPr>
          <p:cNvSpPr>
            <a:spLocks noGrp="1"/>
          </p:cNvSpPr>
          <p:nvPr/>
        </p:nvSpPr>
        <p:spPr>
          <a:xfrm>
            <a:off x="4362760" y="7274647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34" name="Figure S2 (a,b) plot object 33">
            <a:extLst>
              <a:ext uri="{FF2B5EF4-FFF2-40B4-BE49-F238E27FC236}">
                <ns2:creationId id="{BCE61D0E-6043-474B-8442-C00A78E8F3F2}"/>
              </a:ext>
            </a:extLst>
          </p:cNvPr>
          <p:cNvSpPr>
            <a:spLocks noGrp="1"/>
          </p:cNvSpPr>
          <p:nvPr/>
        </p:nvSpPr>
        <p:spPr>
          <a:xfrm>
            <a:off x="4490008" y="7559829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35" name="a">
            <a:extLst>
              <a:ext uri="{FF2B5EF4-FFF2-40B4-BE49-F238E27FC236}">
                <ns2:creationId id="{1D35FFB0-A3D3-4B37-832A-5BB6F63A52E4}"/>
              </a:ext>
            </a:extLst>
          </p:cNvPr>
          <p:cNvSpPr>
            <a:spLocks noGrp="1"/>
          </p:cNvSpPr>
          <p:nvPr/>
        </p:nvSpPr>
        <p:spPr>
          <a:xfrm rot="0">
            <a:off x="1786160" y="1289773"/>
            <a:ext cx="321804" cy="41292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36" name="World    Opaque mae">
            <a:extLst>
              <a:ext uri="{FF2B5EF4-FFF2-40B4-BE49-F238E27FC236}">
                <ns2:creationId id="{EA3C0BDA-CE3C-461A-B6AB-161FE0FACD93}"/>
              </a:ext>
            </a:extLst>
          </p:cNvPr>
          <p:cNvSpPr>
            <a:spLocks noGrp="1"/>
          </p:cNvSpPr>
          <p:nvPr/>
        </p:nvSpPr>
        <p:spPr>
          <a:xfrm rot="0">
            <a:off x="2336079" y="1886266"/>
            <a:ext cx="1944844" cy="2615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World    Opaque mae</a:t>
            </a:r>
          </a:p>
        </p:txBody>
      </p:sp>
      <p:sp>
        <p:nvSpPr>
          <p:cNvPr id="37" name="Reaction / discovery">
            <a:extLst>
              <a:ext uri="{FF2B5EF4-FFF2-40B4-BE49-F238E27FC236}">
                <ns2:creationId id="{63FF53EE-5D4D-4F95-B8FF-EA623775546D}"/>
              </a:ext>
            </a:extLst>
          </p:cNvPr>
          <p:cNvSpPr>
            <a:spLocks noGrp="1"/>
          </p:cNvSpPr>
          <p:nvPr/>
        </p:nvSpPr>
        <p:spPr>
          <a:xfrm rot="0">
            <a:off x="2427732" y="1515258"/>
            <a:ext cx="2466103" cy="3269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Reaction / discovery</a:t>
            </a:r>
          </a:p>
        </p:txBody>
      </p:sp>
      <p:sp>
        <p:nvSpPr>
          <p:cNvPr id="38" name="Figure S2 (a,b) plot object 37">
            <a:extLst>
              <a:ext uri="{FF2B5EF4-FFF2-40B4-BE49-F238E27FC236}">
                <ns2:creationId id="{805C8783-7A5F-4511-A0FF-E96B6628E84E}"/>
              </a:ext>
            </a:extLst>
          </p:cNvPr>
          <p:cNvSpPr>
            <a:spLocks noGrp="1"/>
          </p:cNvSpPr>
          <p:nvPr/>
        </p:nvSpPr>
        <p:spPr>
          <a:xfrm>
            <a:off x="8660143" y="2426251"/>
            <a:ext cx="4582655" cy="6577498"/>
          </a:xfrm>
          <a:custGeom>
            <a:pathLst>
              <a:path w="4582655" h="6577498">
                <a:moveTo>
                  <a:pt x="0" y="6577498"/>
                </a:moveTo>
                <a:lnTo>
                  <a:pt x="4582655" y="6577498"/>
                </a:lnTo>
                <a:lnTo>
                  <a:pt x="45826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89">
            <a:noFill/>
            <a:prstDash val="solid"/>
          </a:ln>
        </p:spPr>
      </p:sp>
      <p:sp>
        <p:nvSpPr>
          <p:cNvPr id="39" name="Figure S2 (a,b) plot object 38">
            <a:extLst>
              <a:ext uri="{FF2B5EF4-FFF2-40B4-BE49-F238E27FC236}">
                <ns2:creationId id="{FEC001A6-B6A3-4B48-8680-B3CAD6E56888}"/>
              </a:ext>
            </a:extLst>
          </p:cNvPr>
          <p:cNvSpPr>
            <a:spLocks noGrp="1"/>
          </p:cNvSpPr>
          <p:nvPr/>
        </p:nvSpPr>
        <p:spPr>
          <a:xfrm>
            <a:off x="11155747" y="2426251"/>
            <a:ext cx="25" cy="6577498"/>
          </a:xfrm>
          <a:custGeom>
            <a:pathLst>
              <a:path w="25" h="6577498">
                <a:moveTo>
                  <a:pt x="0" y="6577498"/>
                </a:moveTo>
                <a:lnTo>
                  <a:pt x="0" y="0"/>
                </a:lnTo>
              </a:path>
            </a:pathLst>
          </a:custGeom>
          <a:noFill/>
          <a:ln w="21666">
            <a:solidFill>
              <a:srgbClr val="24292D"/>
            </a:solidFill>
            <a:prstDash val="solid"/>
          </a:ln>
        </p:spPr>
      </p:sp>
      <p:sp>
        <p:nvSpPr>
          <p:cNvPr id="40" name="Figure S2 (a,b) plot object 39">
            <a:extLst>
              <a:ext uri="{FF2B5EF4-FFF2-40B4-BE49-F238E27FC236}">
                <ns2:creationId id="{BFF371B8-9754-4387-A73C-2C53559EC25E}"/>
              </a:ext>
            </a:extLst>
          </p:cNvPr>
          <p:cNvSpPr>
            <a:spLocks noGrp="1"/>
          </p:cNvSpPr>
          <p:nvPr/>
        </p:nvSpPr>
        <p:spPr>
          <a:xfrm>
            <a:off x="8981677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41" name="−0.16">
            <a:extLst>
              <a:ext uri="{FF2B5EF4-FFF2-40B4-BE49-F238E27FC236}">
                <ns2:creationId id="{EAD2C670-50BE-45D2-B1B6-2F609F7AD76F}"/>
              </a:ext>
            </a:extLst>
          </p:cNvPr>
          <p:cNvSpPr>
            <a:spLocks noGrp="1"/>
          </p:cNvSpPr>
          <p:nvPr/>
        </p:nvSpPr>
        <p:spPr>
          <a:xfrm rot="0">
            <a:off x="8723596" y="9115042"/>
            <a:ext cx="618119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−0.16</a:t>
            </a:r>
          </a:p>
        </p:txBody>
      </p:sp>
      <p:sp>
        <p:nvSpPr>
          <p:cNvPr id="42" name="Figure S2 (a,b) plot object 41">
            <a:extLst>
              <a:ext uri="{FF2B5EF4-FFF2-40B4-BE49-F238E27FC236}">
                <ns2:creationId id="{9AE0814D-E890-47E2-98E9-958D843CFCDC}"/>
              </a:ext>
            </a:extLst>
          </p:cNvPr>
          <p:cNvSpPr>
            <a:spLocks noGrp="1"/>
          </p:cNvSpPr>
          <p:nvPr/>
        </p:nvSpPr>
        <p:spPr>
          <a:xfrm>
            <a:off x="10068712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43" name="−0.08">
            <a:extLst>
              <a:ext uri="{FF2B5EF4-FFF2-40B4-BE49-F238E27FC236}">
                <ns2:creationId id="{264F2226-DB3E-428B-B900-05F8073CF927}"/>
              </a:ext>
            </a:extLst>
          </p:cNvPr>
          <p:cNvSpPr>
            <a:spLocks noGrp="1"/>
          </p:cNvSpPr>
          <p:nvPr/>
        </p:nvSpPr>
        <p:spPr>
          <a:xfrm rot="0">
            <a:off x="9809039" y="9115042"/>
            <a:ext cx="62130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−0.08</a:t>
            </a:r>
          </a:p>
        </p:txBody>
      </p:sp>
      <p:sp>
        <p:nvSpPr>
          <p:cNvPr id="44" name="Figure S2 (a,b) plot object 43">
            <a:extLst>
              <a:ext uri="{FF2B5EF4-FFF2-40B4-BE49-F238E27FC236}">
                <ns2:creationId id="{5391CDC5-B0BF-4787-A440-C6BE462BF330}"/>
              </a:ext>
            </a:extLst>
          </p:cNvPr>
          <p:cNvSpPr>
            <a:spLocks noGrp="1"/>
          </p:cNvSpPr>
          <p:nvPr/>
        </p:nvSpPr>
        <p:spPr>
          <a:xfrm>
            <a:off x="11155747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45" name="0.00">
            <a:extLst>
              <a:ext uri="{FF2B5EF4-FFF2-40B4-BE49-F238E27FC236}">
                <ns2:creationId id="{1F48E001-AC97-49AA-A2F9-6566C3041E57}"/>
              </a:ext>
            </a:extLst>
          </p:cNvPr>
          <p:cNvSpPr>
            <a:spLocks noGrp="1"/>
          </p:cNvSpPr>
          <p:nvPr/>
        </p:nvSpPr>
        <p:spPr>
          <a:xfrm rot="0">
            <a:off x="10955018" y="9115042"/>
            <a:ext cx="50341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46" name="Figure S2 (a,b) plot object 45">
            <a:extLst>
              <a:ext uri="{FF2B5EF4-FFF2-40B4-BE49-F238E27FC236}">
                <ns2:creationId id="{193BC990-7CFC-4B88-A90B-D19CF918E02B}"/>
              </a:ext>
            </a:extLst>
          </p:cNvPr>
          <p:cNvSpPr>
            <a:spLocks noGrp="1"/>
          </p:cNvSpPr>
          <p:nvPr/>
        </p:nvSpPr>
        <p:spPr>
          <a:xfrm>
            <a:off x="12242782" y="9003749"/>
            <a:ext cx="25" cy="76468"/>
          </a:xfrm>
          <a:custGeom>
            <a:pathLst>
              <a:path w="25" h="76468">
                <a:moveTo>
                  <a:pt x="0" y="0"/>
                </a:moveTo>
                <a:lnTo>
                  <a:pt x="0" y="76468"/>
                </a:lnTo>
              </a:path>
            </a:pathLst>
          </a:custGeom>
          <a:solidFill>
            <a:srgbClr val="24292D"/>
          </a:solidFill>
          <a:ln w="20392">
            <a:solidFill>
              <a:srgbClr val="24292D"/>
            </a:solidFill>
            <a:prstDash val="solid"/>
          </a:ln>
        </p:spPr>
      </p:sp>
      <p:sp>
        <p:nvSpPr>
          <p:cNvPr id="47" name="0.08">
            <a:extLst>
              <a:ext uri="{FF2B5EF4-FFF2-40B4-BE49-F238E27FC236}">
                <ns2:creationId id="{202A6919-2A5B-43A3-9B34-1D240D94BF3F}"/>
              </a:ext>
            </a:extLst>
          </p:cNvPr>
          <p:cNvSpPr>
            <a:spLocks noGrp="1"/>
          </p:cNvSpPr>
          <p:nvPr/>
        </p:nvSpPr>
        <p:spPr>
          <a:xfrm rot="0">
            <a:off x="12042054" y="9115042"/>
            <a:ext cx="50341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0.08</a:t>
            </a:r>
          </a:p>
        </p:txBody>
      </p:sp>
      <p:sp>
        <p:nvSpPr>
          <p:cNvPr id="48" name="Δ MAE vs Opaque">
            <a:extLst>
              <a:ext uri="{FF2B5EF4-FFF2-40B4-BE49-F238E27FC236}">
                <ns2:creationId id="{8DECBBFD-37E0-40E4-852B-C5DBEC0A3A9B}"/>
              </a:ext>
            </a:extLst>
          </p:cNvPr>
          <p:cNvSpPr>
            <a:spLocks noGrp="1"/>
          </p:cNvSpPr>
          <p:nvPr/>
        </p:nvSpPr>
        <p:spPr>
          <a:xfrm rot="0">
            <a:off x="10072085" y="9403660"/>
            <a:ext cx="1867101" cy="2924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Δ MAE vs Opaque</a:t>
            </a:r>
          </a:p>
        </p:txBody>
      </p:sp>
      <p:sp>
        <p:nvSpPr>
          <p:cNvPr id="49" name="W01   0.1927">
            <a:extLst>
              <a:ext uri="{FF2B5EF4-FFF2-40B4-BE49-F238E27FC236}">
                <ns2:creationId id="{6EB71ADB-7B14-45C7-BC1E-B2071054C8FD}"/>
              </a:ext>
            </a:extLst>
          </p:cNvPr>
          <p:cNvSpPr>
            <a:spLocks noGrp="1"/>
          </p:cNvSpPr>
          <p:nvPr/>
        </p:nvSpPr>
        <p:spPr>
          <a:xfrm rot="0">
            <a:off x="7315575" y="3066423"/>
            <a:ext cx="1319078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   0.1927</a:t>
            </a:r>
          </a:p>
        </p:txBody>
      </p:sp>
      <p:sp>
        <p:nvSpPr>
          <p:cNvPr id="50" name="W02   0.1053">
            <a:extLst>
              <a:ext uri="{FF2B5EF4-FFF2-40B4-BE49-F238E27FC236}">
                <ns2:creationId id="{98464FEC-2CDD-4799-A00A-967BCEAC7B0F}"/>
              </a:ext>
            </a:extLst>
          </p:cNvPr>
          <p:cNvSpPr>
            <a:spLocks noGrp="1"/>
          </p:cNvSpPr>
          <p:nvPr/>
        </p:nvSpPr>
        <p:spPr>
          <a:xfrm rot="0">
            <a:off x="7315575" y="4144701"/>
            <a:ext cx="1319078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   0.1053</a:t>
            </a:r>
          </a:p>
        </p:txBody>
      </p:sp>
      <p:sp>
        <p:nvSpPr>
          <p:cNvPr id="51" name="W03   0.1261">
            <a:extLst>
              <a:ext uri="{FF2B5EF4-FFF2-40B4-BE49-F238E27FC236}">
                <ns2:creationId id="{2F902385-4708-48E9-8E48-24CE44C24933}"/>
              </a:ext>
            </a:extLst>
          </p:cNvPr>
          <p:cNvSpPr>
            <a:spLocks noGrp="1"/>
          </p:cNvSpPr>
          <p:nvPr/>
        </p:nvSpPr>
        <p:spPr>
          <a:xfrm rot="0">
            <a:off x="7315575" y="5222980"/>
            <a:ext cx="1319078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   0.1261</a:t>
            </a:r>
          </a:p>
        </p:txBody>
      </p:sp>
      <p:sp>
        <p:nvSpPr>
          <p:cNvPr id="52" name="W04   0.0942">
            <a:extLst>
              <a:ext uri="{FF2B5EF4-FFF2-40B4-BE49-F238E27FC236}">
                <ns2:creationId id="{31788F67-6D0A-4FB9-8642-986CD875FCAC}"/>
              </a:ext>
            </a:extLst>
          </p:cNvPr>
          <p:cNvSpPr>
            <a:spLocks noGrp="1"/>
          </p:cNvSpPr>
          <p:nvPr/>
        </p:nvSpPr>
        <p:spPr>
          <a:xfrm rot="0">
            <a:off x="7312389" y="6301258"/>
            <a:ext cx="132226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   0.0942</a:t>
            </a:r>
          </a:p>
        </p:txBody>
      </p:sp>
      <p:sp>
        <p:nvSpPr>
          <p:cNvPr id="53" name="W05   0.1764">
            <a:extLst>
              <a:ext uri="{FF2B5EF4-FFF2-40B4-BE49-F238E27FC236}">
                <ns2:creationId id="{9B884151-8829-425D-B8B5-432F40FB5C6A}"/>
              </a:ext>
            </a:extLst>
          </p:cNvPr>
          <p:cNvSpPr>
            <a:spLocks noGrp="1"/>
          </p:cNvSpPr>
          <p:nvPr/>
        </p:nvSpPr>
        <p:spPr>
          <a:xfrm rot="0">
            <a:off x="7318761" y="7379537"/>
            <a:ext cx="1315892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   0.1764</a:t>
            </a:r>
          </a:p>
        </p:txBody>
      </p:sp>
      <p:sp>
        <p:nvSpPr>
          <p:cNvPr id="54" name="Mean">
            <a:extLst>
              <a:ext uri="{FF2B5EF4-FFF2-40B4-BE49-F238E27FC236}">
                <ns2:creationId id="{541A69A5-3DFD-4DDE-8F38-0AC4BF02A15B}"/>
              </a:ext>
            </a:extLst>
          </p:cNvPr>
          <p:cNvSpPr>
            <a:spLocks noGrp="1"/>
          </p:cNvSpPr>
          <p:nvPr/>
        </p:nvSpPr>
        <p:spPr>
          <a:xfrm rot="0">
            <a:off x="8022908" y="8403901"/>
            <a:ext cx="611746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55" name="Figure S2 (a,b) plot object 54">
            <a:extLst>
              <a:ext uri="{FF2B5EF4-FFF2-40B4-BE49-F238E27FC236}">
                <ns2:creationId id="{41793595-78B9-4A77-ACDA-B4A8B2F4F767}"/>
              </a:ext>
            </a:extLst>
          </p:cNvPr>
          <p:cNvSpPr>
            <a:spLocks noGrp="1"/>
          </p:cNvSpPr>
          <p:nvPr/>
        </p:nvSpPr>
        <p:spPr>
          <a:xfrm>
            <a:off x="8660143" y="8054864"/>
            <a:ext cx="4582655" cy="25"/>
          </a:xfrm>
          <a:custGeom>
            <a:pathLst>
              <a:path w="4582655" h="25">
                <a:moveTo>
                  <a:pt x="0" y="0"/>
                </a:moveTo>
                <a:lnTo>
                  <a:pt x="4582655" y="0"/>
                </a:lnTo>
              </a:path>
            </a:pathLst>
          </a:custGeom>
          <a:noFill/>
          <a:ln w="20392">
            <a:solidFill>
              <a:srgbClr val="D7DDE1"/>
            </a:solidFill>
            <a:prstDash val="solid"/>
          </a:ln>
        </p:spPr>
      </p:sp>
      <p:sp>
        <p:nvSpPr>
          <p:cNvPr id="56" name="Figure S2 (a,b) plot object 55">
            <a:extLst>
              <a:ext uri="{FF2B5EF4-FFF2-40B4-BE49-F238E27FC236}">
                <ns2:creationId id="{3A7C0BFB-9A9C-46D2-B38A-73B5B316D1BE}"/>
              </a:ext>
            </a:extLst>
          </p:cNvPr>
          <p:cNvSpPr>
            <a:spLocks noGrp="1"/>
          </p:cNvSpPr>
          <p:nvPr/>
        </p:nvSpPr>
        <p:spPr>
          <a:xfrm>
            <a:off x="10407222" y="8399913"/>
            <a:ext cx="25" cy="25"/>
          </a:xfrm>
          <a:custGeom>
            <a:pathLst>
              <a:path w="25" h="25">
                <a:moveTo>
                  <a:pt x="0" y="0"/>
                </a:moveTo>
              </a:path>
            </a:pathLst>
          </a:custGeom>
          <a:noFill/>
          <a:ln w="38234">
            <a:solidFill>
              <a:srgbClr val="277F8A"/>
            </a:solidFill>
            <a:prstDash val="solid"/>
          </a:ln>
        </p:spPr>
      </p:sp>
      <p:sp>
        <p:nvSpPr>
          <p:cNvPr id="57" name="Figure S2 (a,b) plot object 56">
            <a:extLst>
              <a:ext uri="{FF2B5EF4-FFF2-40B4-BE49-F238E27FC236}">
                <ns2:creationId id="{5BA0C3C4-5E22-4336-9DB8-7E4A34B2D8AB}"/>
              </a:ext>
            </a:extLst>
          </p:cNvPr>
          <p:cNvSpPr>
            <a:spLocks noGrp="1"/>
          </p:cNvSpPr>
          <p:nvPr/>
        </p:nvSpPr>
        <p:spPr>
          <a:xfrm>
            <a:off x="10308091" y="8300783"/>
            <a:ext cx="198261" cy="198261"/>
          </a:xfrm>
          <a:custGeom>
            <a:pathLst>
              <a:path w="198261" h="198261">
                <a:moveTo>
                  <a:pt x="99131" y="198261"/>
                </a:moveTo>
                <a:lnTo>
                  <a:pt x="198261" y="99131"/>
                </a:lnTo>
                <a:lnTo>
                  <a:pt x="99131" y="0"/>
                </a:lnTo>
                <a:lnTo>
                  <a:pt x="0" y="99131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58" name="Figure S2 (a,b) plot object 57">
            <a:extLst>
              <a:ext uri="{FF2B5EF4-FFF2-40B4-BE49-F238E27FC236}">
                <ns2:creationId id="{CA86E81B-F1DF-452D-AD07-CBD1D9618095}"/>
              </a:ext>
            </a:extLst>
          </p:cNvPr>
          <p:cNvSpPr>
            <a:spLocks noGrp="1"/>
          </p:cNvSpPr>
          <p:nvPr/>
        </p:nvSpPr>
        <p:spPr>
          <a:xfrm>
            <a:off x="11029934" y="8637134"/>
            <a:ext cx="25" cy="25"/>
          </a:xfrm>
          <a:custGeom>
            <a:pathLst>
              <a:path w="25" h="25">
                <a:moveTo>
                  <a:pt x="0" y="0"/>
                </a:moveTo>
              </a:path>
            </a:pathLst>
          </a:custGeom>
          <a:noFill/>
          <a:ln w="38234">
            <a:solidFill>
              <a:srgbClr val="BC7850"/>
            </a:solidFill>
            <a:prstDash val="solid"/>
          </a:ln>
        </p:spPr>
      </p:sp>
      <p:sp>
        <p:nvSpPr>
          <p:cNvPr id="59" name="Figure S2 (a,b) plot object 58">
            <a:extLst>
              <a:ext uri="{FF2B5EF4-FFF2-40B4-BE49-F238E27FC236}">
                <ns2:creationId id="{CBFA782F-CCFD-47F5-BA36-60DE85AD5536}"/>
              </a:ext>
            </a:extLst>
          </p:cNvPr>
          <p:cNvSpPr>
            <a:spLocks noGrp="1"/>
          </p:cNvSpPr>
          <p:nvPr/>
        </p:nvSpPr>
        <p:spPr>
          <a:xfrm>
            <a:off x="10959838" y="8567038"/>
            <a:ext cx="140192" cy="140192"/>
          </a:xfrm>
          <a:custGeom>
            <a:pathLst>
              <a:path w="140192" h="140192">
                <a:moveTo>
                  <a:pt x="70096" y="140192"/>
                </a:moveTo>
                <a:cubicBezTo>
                  <a:pt x="88686" y="140192"/>
                  <a:pt x="106516" y="132806"/>
                  <a:pt x="119661" y="119661"/>
                </a:cubicBezTo>
                <a:cubicBezTo>
                  <a:pt x="132806" y="106516"/>
                  <a:pt x="140192" y="88686"/>
                  <a:pt x="140192" y="70096"/>
                </a:cubicBezTo>
                <a:cubicBezTo>
                  <a:pt x="140192" y="51506"/>
                  <a:pt x="132806" y="33675"/>
                  <a:pt x="119661" y="20531"/>
                </a:cubicBezTo>
                <a:cubicBezTo>
                  <a:pt x="106516" y="7386"/>
                  <a:pt x="88686" y="0"/>
                  <a:pt x="70096" y="0"/>
                </a:cubicBezTo>
                <a:cubicBezTo>
                  <a:pt x="51506" y="0"/>
                  <a:pt x="33675" y="7386"/>
                  <a:pt x="20531" y="20531"/>
                </a:cubicBezTo>
                <a:cubicBezTo>
                  <a:pt x="7386" y="33675"/>
                  <a:pt x="0" y="51506"/>
                  <a:pt x="0" y="70096"/>
                </a:cubicBezTo>
                <a:cubicBezTo>
                  <a:pt x="0" y="88686"/>
                  <a:pt x="7386" y="106516"/>
                  <a:pt x="20531" y="119661"/>
                </a:cubicBezTo>
                <a:cubicBezTo>
                  <a:pt x="33675" y="132806"/>
                  <a:pt x="51506" y="140192"/>
                  <a:pt x="70096" y="140192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60" name="Figure S2 (a,b) plot object 59">
            <a:extLst>
              <a:ext uri="{FF2B5EF4-FFF2-40B4-BE49-F238E27FC236}">
                <ns2:creationId id="{1A1FCF41-247B-45A7-AA11-7CDC5CD20687}"/>
              </a:ext>
            </a:extLst>
          </p:cNvPr>
          <p:cNvSpPr>
            <a:spLocks noGrp="1"/>
          </p:cNvSpPr>
          <p:nvPr/>
        </p:nvSpPr>
        <p:spPr>
          <a:xfrm>
            <a:off x="8660143" y="9003749"/>
            <a:ext cx="4582655" cy="25"/>
          </a:xfrm>
          <a:custGeom>
            <a:pathLst>
              <a:path w="4582655" h="25">
                <a:moveTo>
                  <a:pt x="0" y="0"/>
                </a:moveTo>
                <a:lnTo>
                  <a:pt x="4582655" y="0"/>
                </a:lnTo>
              </a:path>
            </a:pathLst>
          </a:custGeom>
          <a:noFill/>
          <a:ln w="20392">
            <a:solidFill>
              <a:srgbClr val="24292D"/>
            </a:solidFill>
            <a:prstDash val="solid"/>
          </a:ln>
        </p:spPr>
      </p:sp>
      <p:sp>
        <p:nvSpPr>
          <p:cNvPr id="61" name="Figure S2 (a,b) plot object 60">
            <a:extLst>
              <a:ext uri="{FF2B5EF4-FFF2-40B4-BE49-F238E27FC236}">
                <ns2:creationId id="{92BBAA53-3C37-4118-92B6-14E0398CCB08}"/>
              </a:ext>
            </a:extLst>
          </p:cNvPr>
          <p:cNvSpPr>
            <a:spLocks noGrp="1"/>
          </p:cNvSpPr>
          <p:nvPr/>
        </p:nvSpPr>
        <p:spPr>
          <a:xfrm>
            <a:off x="9098792" y="2961534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62" name="Figure S2 (a,b) plot object 61">
            <a:extLst>
              <a:ext uri="{FF2B5EF4-FFF2-40B4-BE49-F238E27FC236}">
                <ns2:creationId id="{D06BDF0E-7AE9-46C9-AE17-10770AABC940}"/>
              </a:ext>
            </a:extLst>
          </p:cNvPr>
          <p:cNvSpPr>
            <a:spLocks noGrp="1"/>
          </p:cNvSpPr>
          <p:nvPr/>
        </p:nvSpPr>
        <p:spPr>
          <a:xfrm>
            <a:off x="9688169" y="3246716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63" name="Figure S2 (a,b) plot object 62">
            <a:extLst>
              <a:ext uri="{FF2B5EF4-FFF2-40B4-BE49-F238E27FC236}">
                <ns2:creationId id="{68A98A8F-6AAA-40B8-98A1-933589B0C3E5}"/>
              </a:ext>
            </a:extLst>
          </p:cNvPr>
          <p:cNvSpPr>
            <a:spLocks noGrp="1"/>
          </p:cNvSpPr>
          <p:nvPr/>
        </p:nvSpPr>
        <p:spPr>
          <a:xfrm>
            <a:off x="10342919" y="4039812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64" name="Figure S2 (a,b) plot object 63">
            <a:extLst>
              <a:ext uri="{FF2B5EF4-FFF2-40B4-BE49-F238E27FC236}">
                <ns2:creationId id="{8908ADC4-BAE4-4ECE-BE81-69697661FCA2}"/>
              </a:ext>
            </a:extLst>
          </p:cNvPr>
          <p:cNvSpPr>
            <a:spLocks noGrp="1"/>
          </p:cNvSpPr>
          <p:nvPr/>
        </p:nvSpPr>
        <p:spPr>
          <a:xfrm>
            <a:off x="10417151" y="4324994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65" name="Figure S2 (a,b) plot object 64">
            <a:extLst>
              <a:ext uri="{FF2B5EF4-FFF2-40B4-BE49-F238E27FC236}">
                <ns2:creationId id="{A2900ADA-DF72-48A0-A09F-78D8D16DFDF9}"/>
              </a:ext>
            </a:extLst>
          </p:cNvPr>
          <p:cNvSpPr>
            <a:spLocks noGrp="1"/>
          </p:cNvSpPr>
          <p:nvPr/>
        </p:nvSpPr>
        <p:spPr>
          <a:xfrm>
            <a:off x="10406386" y="5118090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66" name="Figure S2 (a,b) plot object 65">
            <a:extLst>
              <a:ext uri="{FF2B5EF4-FFF2-40B4-BE49-F238E27FC236}">
                <ns2:creationId id="{DB869A41-2377-4A6C-BBDF-D876DAE041D4}"/>
              </a:ext>
            </a:extLst>
          </p:cNvPr>
          <p:cNvSpPr>
            <a:spLocks noGrp="1"/>
          </p:cNvSpPr>
          <p:nvPr/>
        </p:nvSpPr>
        <p:spPr>
          <a:xfrm>
            <a:off x="12350856" y="5403272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67" name="Figure S2 (a,b) plot object 66">
            <a:extLst>
              <a:ext uri="{FF2B5EF4-FFF2-40B4-BE49-F238E27FC236}">
                <ns2:creationId id="{5EDDC79F-15C3-427B-BD5E-F1FB58118C51}"/>
              </a:ext>
            </a:extLst>
          </p:cNvPr>
          <p:cNvSpPr>
            <a:spLocks noGrp="1"/>
          </p:cNvSpPr>
          <p:nvPr/>
        </p:nvSpPr>
        <p:spPr>
          <a:xfrm>
            <a:off x="10494363" y="6196369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68" name="Figure S2 (a,b) plot object 67">
            <a:extLst>
              <a:ext uri="{FF2B5EF4-FFF2-40B4-BE49-F238E27FC236}">
                <ns2:creationId id="{FEAC306F-D48E-40BA-8942-21D6AC586D5C}"/>
              </a:ext>
            </a:extLst>
          </p:cNvPr>
          <p:cNvSpPr>
            <a:spLocks noGrp="1"/>
          </p:cNvSpPr>
          <p:nvPr/>
        </p:nvSpPr>
        <p:spPr>
          <a:xfrm>
            <a:off x="12650307" y="6481551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69" name="Figure S2 (a,b) plot object 68">
            <a:extLst>
              <a:ext uri="{FF2B5EF4-FFF2-40B4-BE49-F238E27FC236}">
                <ns2:creationId id="{5AD20A93-5429-4E97-A861-CFF383D13BC8}"/>
              </a:ext>
            </a:extLst>
          </p:cNvPr>
          <p:cNvSpPr>
            <a:spLocks noGrp="1"/>
          </p:cNvSpPr>
          <p:nvPr/>
        </p:nvSpPr>
        <p:spPr>
          <a:xfrm>
            <a:off x="11243057" y="7274647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70" name="Figure S2 (a,b) plot object 69">
            <a:extLst>
              <a:ext uri="{FF2B5EF4-FFF2-40B4-BE49-F238E27FC236}">
                <ns2:creationId id="{D4AF40EF-72E3-499F-9DFE-375E577DD0C8}"/>
              </a:ext>
            </a:extLst>
          </p:cNvPr>
          <p:cNvSpPr>
            <a:spLocks noGrp="1"/>
          </p:cNvSpPr>
          <p:nvPr/>
        </p:nvSpPr>
        <p:spPr>
          <a:xfrm>
            <a:off x="9724571" y="7559829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71" name="b">
            <a:extLst>
              <a:ext uri="{FF2B5EF4-FFF2-40B4-BE49-F238E27FC236}">
                <ns2:creationId id="{77DE9F24-E237-418F-8DF7-EF6654434BE2}"/>
              </a:ext>
            </a:extLst>
          </p:cNvPr>
          <p:cNvSpPr>
            <a:spLocks noGrp="1"/>
          </p:cNvSpPr>
          <p:nvPr/>
        </p:nvSpPr>
        <p:spPr>
          <a:xfrm rot="0">
            <a:off x="8018571" y="1289773"/>
            <a:ext cx="337735" cy="41292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2" name="World    Opaque mae">
            <a:extLst>
              <a:ext uri="{FF2B5EF4-FFF2-40B4-BE49-F238E27FC236}">
                <ns2:creationId id="{0389DF4A-A50D-4D37-A30B-4518AE05B09E}"/>
              </a:ext>
            </a:extLst>
          </p:cNvPr>
          <p:cNvSpPr>
            <a:spLocks noGrp="1"/>
          </p:cNvSpPr>
          <p:nvPr/>
        </p:nvSpPr>
        <p:spPr>
          <a:xfrm rot="0">
            <a:off x="8568490" y="1886266"/>
            <a:ext cx="1944844" cy="26152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World    Opaque mae</a:t>
            </a:r>
          </a:p>
        </p:txBody>
      </p:sp>
      <p:sp>
        <p:nvSpPr>
          <p:cNvPr id="73" name="Reaction / optimization">
            <a:extLst>
              <a:ext uri="{FF2B5EF4-FFF2-40B4-BE49-F238E27FC236}">
                <ns2:creationId id="{EFBC5C36-9FE2-495C-81D2-48F0B551A660}"/>
              </a:ext>
            </a:extLst>
          </p:cNvPr>
          <p:cNvSpPr>
            <a:spLocks noGrp="1"/>
          </p:cNvSpPr>
          <p:nvPr/>
        </p:nvSpPr>
        <p:spPr>
          <a:xfrm rot="0">
            <a:off x="8660143" y="1515258"/>
            <a:ext cx="2762418" cy="3269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Reaction / optimization</a:t>
            </a:r>
          </a:p>
        </p:txBody>
      </p:sp>
      <p:sp>
        <p:nvSpPr>
          <p:cNvPr id="74" name="Figure S2 (a,b) plot object 73">
            <a:extLst>
              <a:ext uri="{FF2B5EF4-FFF2-40B4-BE49-F238E27FC236}">
                <ns2:creationId id="{A27931C4-8C3E-480A-A0D4-EEB10AFBFE3A}"/>
              </a:ext>
            </a:extLst>
          </p:cNvPr>
          <p:cNvSpPr>
            <a:spLocks noGrp="1"/>
          </p:cNvSpPr>
          <p:nvPr/>
        </p:nvSpPr>
        <p:spPr>
          <a:xfrm>
            <a:off x="4347465" y="10344353"/>
            <a:ext cx="180238" cy="180238"/>
          </a:xfrm>
          <a:custGeom>
            <a:pathLst>
              <a:path w="180238" h="180238">
                <a:moveTo>
                  <a:pt x="90119" y="180238"/>
                </a:moveTo>
                <a:lnTo>
                  <a:pt x="180238" y="90119"/>
                </a:lnTo>
                <a:lnTo>
                  <a:pt x="90119" y="0"/>
                </a:lnTo>
                <a:lnTo>
                  <a:pt x="0" y="90119"/>
                </a:lnTo>
                <a:close/>
              </a:path>
            </a:pathLst>
          </a:custGeom>
          <a:solidFill>
            <a:srgbClr val="277F8A"/>
          </a:solidFill>
          <a:ln w="25489">
            <a:solidFill>
              <a:srgbClr val="277F8A"/>
            </a:solidFill>
            <a:prstDash val="solid"/>
          </a:ln>
        </p:spPr>
      </p:sp>
      <p:sp>
        <p:nvSpPr>
          <p:cNvPr id="75" name="Aligned - Opaque">
            <a:extLst>
              <a:ext uri="{FF2B5EF4-FFF2-40B4-BE49-F238E27FC236}">
                <ns2:creationId id="{AE187AC8-6750-42A4-AC34-F7261BF612DE}"/>
              </a:ext>
            </a:extLst>
          </p:cNvPr>
          <p:cNvSpPr>
            <a:spLocks noGrp="1"/>
          </p:cNvSpPr>
          <p:nvPr/>
        </p:nvSpPr>
        <p:spPr>
          <a:xfrm rot="0">
            <a:off x="4827572" y="10310975"/>
            <a:ext cx="1790633" cy="2924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 - Opaque</a:t>
            </a:r>
          </a:p>
        </p:txBody>
      </p:sp>
      <p:sp>
        <p:nvSpPr>
          <p:cNvPr id="76" name="Figure S2 (a,b) plot object 75">
            <a:extLst>
              <a:ext uri="{FF2B5EF4-FFF2-40B4-BE49-F238E27FC236}">
                <ns2:creationId id="{D6FA696E-A64D-4D1B-8569-8F08088C7913}"/>
              </a:ext>
            </a:extLst>
          </p:cNvPr>
          <p:cNvSpPr>
            <a:spLocks noGrp="1"/>
          </p:cNvSpPr>
          <p:nvPr/>
        </p:nvSpPr>
        <p:spPr>
          <a:xfrm>
            <a:off x="6970025" y="10370748"/>
            <a:ext cx="127447" cy="127447"/>
          </a:xfrm>
          <a:custGeom>
            <a:pathLst>
              <a:path w="127447" h="127447">
                <a:moveTo>
                  <a:pt x="63724" y="127447"/>
                </a:moveTo>
                <a:cubicBezTo>
                  <a:pt x="80623" y="127447"/>
                  <a:pt x="96833" y="120733"/>
                  <a:pt x="108783" y="108783"/>
                </a:cubicBezTo>
                <a:cubicBezTo>
                  <a:pt x="120733" y="96833"/>
                  <a:pt x="127447" y="80623"/>
                  <a:pt x="127447" y="63724"/>
                </a:cubicBezTo>
                <a:cubicBezTo>
                  <a:pt x="127447" y="46824"/>
                  <a:pt x="120733" y="30614"/>
                  <a:pt x="108783" y="18664"/>
                </a:cubicBezTo>
                <a:cubicBezTo>
                  <a:pt x="96833" y="6714"/>
                  <a:pt x="80623" y="0"/>
                  <a:pt x="63724" y="0"/>
                </a:cubicBezTo>
                <a:cubicBezTo>
                  <a:pt x="46824" y="0"/>
                  <a:pt x="30614" y="6714"/>
                  <a:pt x="18664" y="18664"/>
                </a:cubicBezTo>
                <a:cubicBezTo>
                  <a:pt x="6714" y="30614"/>
                  <a:pt x="0" y="46824"/>
                  <a:pt x="0" y="63724"/>
                </a:cubicBezTo>
                <a:cubicBezTo>
                  <a:pt x="0" y="80623"/>
                  <a:pt x="6714" y="96833"/>
                  <a:pt x="18664" y="108783"/>
                </a:cubicBezTo>
                <a:cubicBezTo>
                  <a:pt x="30614" y="120733"/>
                  <a:pt x="46824" y="127447"/>
                  <a:pt x="63724" y="127447"/>
                </a:cubicBezTo>
                <a:close/>
              </a:path>
            </a:pathLst>
          </a:custGeom>
          <a:solidFill>
            <a:srgbClr val="BC7850"/>
          </a:solidFill>
          <a:ln w="25489">
            <a:solidFill>
              <a:srgbClr val="BC7850"/>
            </a:solidFill>
            <a:prstDash val="solid"/>
          </a:ln>
        </p:spPr>
      </p:sp>
      <p:sp>
        <p:nvSpPr>
          <p:cNvPr id="77" name="MisIndexed - Opaque">
            <a:extLst>
              <a:ext uri="{FF2B5EF4-FFF2-40B4-BE49-F238E27FC236}">
                <ns2:creationId id="{DA28AE87-4B62-4A7B-94A3-093E652CFFD1}"/>
              </a:ext>
            </a:extLst>
          </p:cNvPr>
          <p:cNvSpPr>
            <a:spLocks noGrp="1"/>
          </p:cNvSpPr>
          <p:nvPr/>
        </p:nvSpPr>
        <p:spPr>
          <a:xfrm rot="0">
            <a:off x="7423737" y="10310975"/>
            <a:ext cx="2169788" cy="2924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 - Opaque</a:t>
            </a:r>
          </a:p>
        </p:txBody>
      </p:sp>
    </p:spTree>
    <p:extLst>
      <p:ext uri="{BB962C8B-B14F-4D97-AF65-F5344CB8AC3E}">
        <ns3:creationId val="1453237599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2 (c–f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Figure S2 (c–f) plot object 0">
            <a:extLst>
              <a:ext uri="{FF2B5EF4-FFF2-40B4-BE49-F238E27FC236}">
                <ns2:creationId id="{3050BC2F-9BC1-4020-A8EE-94908E01EB01}"/>
              </a:ext>
            </a:extLst>
          </p:cNvPr>
          <p:cNvSpPr>
            <a:spLocks noGrp="1"/>
          </p:cNvSpPr>
          <p:nvPr/>
        </p:nvSpPr>
        <p:spPr>
          <a:xfrm>
            <a:off x="1806091" y="342900"/>
            <a:ext cx="10103817" cy="10744200"/>
          </a:xfrm>
          <a:custGeom>
            <a:pathLst>
              <a:path w="10103817" h="10744200">
                <a:moveTo>
                  <a:pt x="0" y="10744200"/>
                </a:moveTo>
                <a:lnTo>
                  <a:pt x="10103817" y="10744200"/>
                </a:lnTo>
                <a:lnTo>
                  <a:pt x="1010381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2" name="Figure S2 (c–f) plot object 1">
            <a:extLst>
              <a:ext uri="{FF2B5EF4-FFF2-40B4-BE49-F238E27FC236}">
                <ns2:creationId id="{5259FFF2-0498-4B1C-9BBF-E236FA033383}"/>
              </a:ext>
            </a:extLst>
          </p:cNvPr>
          <p:cNvSpPr>
            <a:spLocks noGrp="1"/>
          </p:cNvSpPr>
          <p:nvPr/>
        </p:nvSpPr>
        <p:spPr>
          <a:xfrm>
            <a:off x="3624778" y="1417320"/>
            <a:ext cx="3417468" cy="3333675"/>
          </a:xfrm>
          <a:custGeom>
            <a:pathLst>
              <a:path w="3417468" h="3333675">
                <a:moveTo>
                  <a:pt x="0" y="3333675"/>
                </a:moveTo>
                <a:lnTo>
                  <a:pt x="3417468" y="3333675"/>
                </a:lnTo>
                <a:lnTo>
                  <a:pt x="34174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" name="Figure S2 (c–f) plot object 2">
            <a:extLst>
              <a:ext uri="{FF2B5EF4-FFF2-40B4-BE49-F238E27FC236}">
                <ns2:creationId id="{DD758608-BFEC-4705-807E-BF706D35642E}"/>
              </a:ext>
            </a:extLst>
          </p:cNvPr>
          <p:cNvSpPr>
            <a:spLocks noGrp="1"/>
          </p:cNvSpPr>
          <p:nvPr/>
        </p:nvSpPr>
        <p:spPr>
          <a:xfrm>
            <a:off x="6537036" y="1417320"/>
            <a:ext cx="20" cy="3333675"/>
          </a:xfrm>
          <a:custGeom>
            <a:pathLst>
              <a:path w="20" h="3333675">
                <a:moveTo>
                  <a:pt x="0" y="3333675"/>
                </a:moveTo>
                <a:lnTo>
                  <a:pt x="0" y="0"/>
                </a:lnTo>
              </a:path>
            </a:pathLst>
          </a:custGeom>
          <a:noFill/>
          <a:ln w="16800">
            <a:solidFill>
              <a:srgbClr val="24292D"/>
            </a:solidFill>
            <a:prstDash val="solid"/>
          </a:ln>
        </p:spPr>
      </p:sp>
      <p:sp>
        <p:nvSpPr>
          <p:cNvPr id="4" name="Figure S2 (c–f) plot object 3">
            <a:extLst>
              <a:ext uri="{FF2B5EF4-FFF2-40B4-BE49-F238E27FC236}">
                <ns2:creationId id="{3CAEA034-5E48-4971-BEB8-D9200FF8E149}"/>
              </a:ext>
            </a:extLst>
          </p:cNvPr>
          <p:cNvSpPr>
            <a:spLocks noGrp="1"/>
          </p:cNvSpPr>
          <p:nvPr/>
        </p:nvSpPr>
        <p:spPr>
          <a:xfrm>
            <a:off x="3856341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5" name="−0.012">
            <a:extLst>
              <a:ext uri="{FF2B5EF4-FFF2-40B4-BE49-F238E27FC236}">
                <ns2:creationId id="{74450AB9-A202-4022-94F8-041ADBA26667}"/>
              </a:ext>
            </a:extLst>
          </p:cNvPr>
          <p:cNvSpPr>
            <a:spLocks noGrp="1"/>
          </p:cNvSpPr>
          <p:nvPr/>
        </p:nvSpPr>
        <p:spPr>
          <a:xfrm rot="0">
            <a:off x="3611750" y="4837293"/>
            <a:ext cx="56824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−0.012</a:t>
            </a:r>
          </a:p>
        </p:txBody>
      </p:sp>
      <p:sp>
        <p:nvSpPr>
          <p:cNvPr id="6" name="Figure S2 (c–f) plot object 5">
            <a:extLst>
              <a:ext uri="{FF2B5EF4-FFF2-40B4-BE49-F238E27FC236}">
                <ns2:creationId id="{C29C085C-67E2-4BCB-BB39-DE432621C3CA}"/>
              </a:ext>
            </a:extLst>
          </p:cNvPr>
          <p:cNvSpPr>
            <a:spLocks noGrp="1"/>
          </p:cNvSpPr>
          <p:nvPr/>
        </p:nvSpPr>
        <p:spPr>
          <a:xfrm>
            <a:off x="4749906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7" name="−0.008">
            <a:extLst>
              <a:ext uri="{FF2B5EF4-FFF2-40B4-BE49-F238E27FC236}">
                <ns2:creationId id="{08FBC9EF-8539-44E5-9909-E9C08472BE1A}"/>
              </a:ext>
            </a:extLst>
          </p:cNvPr>
          <p:cNvSpPr>
            <a:spLocks noGrp="1"/>
          </p:cNvSpPr>
          <p:nvPr/>
        </p:nvSpPr>
        <p:spPr>
          <a:xfrm rot="0">
            <a:off x="4504080" y="4837293"/>
            <a:ext cx="57071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−0.008</a:t>
            </a:r>
          </a:p>
        </p:txBody>
      </p:sp>
      <p:sp>
        <p:nvSpPr>
          <p:cNvPr id="8" name="Figure S2 (c–f) plot object 7">
            <a:extLst>
              <a:ext uri="{FF2B5EF4-FFF2-40B4-BE49-F238E27FC236}">
                <ns2:creationId id="{1B192F28-3901-416F-8405-1AC058E70BCD}"/>
              </a:ext>
            </a:extLst>
          </p:cNvPr>
          <p:cNvSpPr>
            <a:spLocks noGrp="1"/>
          </p:cNvSpPr>
          <p:nvPr/>
        </p:nvSpPr>
        <p:spPr>
          <a:xfrm>
            <a:off x="5643471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9" name="−0.004">
            <a:extLst>
              <a:ext uri="{FF2B5EF4-FFF2-40B4-BE49-F238E27FC236}">
                <ns2:creationId id="{A3D82BE7-D187-41B1-BDF4-C09019DC3309}"/>
              </a:ext>
            </a:extLst>
          </p:cNvPr>
          <p:cNvSpPr>
            <a:spLocks noGrp="1"/>
          </p:cNvSpPr>
          <p:nvPr/>
        </p:nvSpPr>
        <p:spPr>
          <a:xfrm rot="0">
            <a:off x="5397645" y="4837293"/>
            <a:ext cx="57071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−0.004</a:t>
            </a:r>
          </a:p>
        </p:txBody>
      </p:sp>
      <p:sp>
        <p:nvSpPr>
          <p:cNvPr id="10" name="Figure S2 (c–f) plot object 9">
            <a:extLst>
              <a:ext uri="{FF2B5EF4-FFF2-40B4-BE49-F238E27FC236}">
                <ns2:creationId id="{C19AECD2-8896-4A56-A35A-F23EF58F7F79}"/>
              </a:ext>
            </a:extLst>
          </p:cNvPr>
          <p:cNvSpPr>
            <a:spLocks noGrp="1"/>
          </p:cNvSpPr>
          <p:nvPr/>
        </p:nvSpPr>
        <p:spPr>
          <a:xfrm>
            <a:off x="6537036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11" name="0.000">
            <a:extLst>
              <a:ext uri="{FF2B5EF4-FFF2-40B4-BE49-F238E27FC236}">
                <ns2:creationId id="{AA0E443B-293A-47C3-994D-FBC7CF2650DD}"/>
              </a:ext>
            </a:extLst>
          </p:cNvPr>
          <p:cNvSpPr>
            <a:spLocks noGrp="1"/>
          </p:cNvSpPr>
          <p:nvPr/>
        </p:nvSpPr>
        <p:spPr>
          <a:xfrm rot="0">
            <a:off x="6336916" y="4837293"/>
            <a:ext cx="479299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0.000</a:t>
            </a:r>
          </a:p>
        </p:txBody>
      </p:sp>
      <p:sp>
        <p:nvSpPr>
          <p:cNvPr id="12" name="Δ MAE vs Opaque">
            <a:extLst>
              <a:ext uri="{FF2B5EF4-FFF2-40B4-BE49-F238E27FC236}">
                <ns2:creationId id="{311D92AE-3020-4E3B-A1C1-BEEEDC2AD2FE}"/>
              </a:ext>
            </a:extLst>
          </p:cNvPr>
          <p:cNvSpPr>
            <a:spLocks noGrp="1"/>
          </p:cNvSpPr>
          <p:nvPr/>
        </p:nvSpPr>
        <p:spPr>
          <a:xfrm rot="0">
            <a:off x="4651623" y="5061092"/>
            <a:ext cx="1447779" cy="2268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Δ MAE vs Opaque</a:t>
            </a:r>
          </a:p>
        </p:txBody>
      </p:sp>
      <p:sp>
        <p:nvSpPr>
          <p:cNvPr id="13" name="W01   0.0053">
            <a:extLst>
              <a:ext uri="{FF2B5EF4-FFF2-40B4-BE49-F238E27FC236}">
                <ns2:creationId id="{0207B05A-37B4-445F-A833-899B5E2241DB}"/>
              </a:ext>
            </a:extLst>
          </p:cNvPr>
          <p:cNvSpPr>
            <a:spLocks noGrp="1"/>
          </p:cNvSpPr>
          <p:nvPr/>
        </p:nvSpPr>
        <p:spPr>
          <a:xfrm rot="0">
            <a:off x="2579709" y="1710993"/>
            <a:ext cx="102530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   0.0053</a:t>
            </a:r>
          </a:p>
        </p:txBody>
      </p:sp>
      <p:sp>
        <p:nvSpPr>
          <p:cNvPr id="14" name="W02   0.0106">
            <a:extLst>
              <a:ext uri="{FF2B5EF4-FFF2-40B4-BE49-F238E27FC236}">
                <ns2:creationId id="{BF525026-7B34-4A5D-A04D-28A672383712}"/>
              </a:ext>
            </a:extLst>
          </p:cNvPr>
          <p:cNvSpPr>
            <a:spLocks noGrp="1"/>
          </p:cNvSpPr>
          <p:nvPr/>
        </p:nvSpPr>
        <p:spPr>
          <a:xfrm rot="0">
            <a:off x="2582180" y="2257497"/>
            <a:ext cx="102283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   0.0106</a:t>
            </a:r>
          </a:p>
        </p:txBody>
      </p:sp>
      <p:sp>
        <p:nvSpPr>
          <p:cNvPr id="15" name="W03   0.0099">
            <a:extLst>
              <a:ext uri="{FF2B5EF4-FFF2-40B4-BE49-F238E27FC236}">
                <ns2:creationId id="{48734D13-C744-48DF-AFCD-9F15ABDF0DA0}"/>
              </a:ext>
            </a:extLst>
          </p:cNvPr>
          <p:cNvSpPr>
            <a:spLocks noGrp="1"/>
          </p:cNvSpPr>
          <p:nvPr/>
        </p:nvSpPr>
        <p:spPr>
          <a:xfrm rot="0">
            <a:off x="2577239" y="2804001"/>
            <a:ext cx="102777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   0.0099</a:t>
            </a:r>
          </a:p>
        </p:txBody>
      </p:sp>
      <p:sp>
        <p:nvSpPr>
          <p:cNvPr id="16" name="W04   0.0154">
            <a:extLst>
              <a:ext uri="{FF2B5EF4-FFF2-40B4-BE49-F238E27FC236}">
                <ns2:creationId id="{0BEA7EE3-A877-4063-84D4-CFDE0686DD81}"/>
              </a:ext>
            </a:extLst>
          </p:cNvPr>
          <p:cNvSpPr>
            <a:spLocks noGrp="1"/>
          </p:cNvSpPr>
          <p:nvPr/>
        </p:nvSpPr>
        <p:spPr>
          <a:xfrm rot="0">
            <a:off x="2579709" y="3350505"/>
            <a:ext cx="102530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   0.0154</a:t>
            </a:r>
          </a:p>
        </p:txBody>
      </p:sp>
      <p:sp>
        <p:nvSpPr>
          <p:cNvPr id="17" name="W05   0.0091">
            <a:extLst>
              <a:ext uri="{FF2B5EF4-FFF2-40B4-BE49-F238E27FC236}">
                <ns2:creationId id="{CC9F0B84-A1C6-4252-8DC4-62E954481B37}"/>
              </a:ext>
            </a:extLst>
          </p:cNvPr>
          <p:cNvSpPr>
            <a:spLocks noGrp="1"/>
          </p:cNvSpPr>
          <p:nvPr/>
        </p:nvSpPr>
        <p:spPr>
          <a:xfrm rot="0">
            <a:off x="2579709" y="3897009"/>
            <a:ext cx="102530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   0.0091</a:t>
            </a:r>
          </a:p>
        </p:txBody>
      </p:sp>
      <p:sp>
        <p:nvSpPr>
          <p:cNvPr id="18" name="Mean">
            <a:extLst>
              <a:ext uri="{FF2B5EF4-FFF2-40B4-BE49-F238E27FC236}">
                <ns2:creationId id="{3F89605B-E5C8-4B23-ADC1-8A77667EA0E3}"/>
              </a:ext>
            </a:extLst>
          </p:cNvPr>
          <p:cNvSpPr>
            <a:spLocks noGrp="1"/>
          </p:cNvSpPr>
          <p:nvPr/>
        </p:nvSpPr>
        <p:spPr>
          <a:xfrm rot="0">
            <a:off x="3130656" y="4416188"/>
            <a:ext cx="474358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9" name="Figure S2 (c–f) plot object 18">
            <a:extLst>
              <a:ext uri="{FF2B5EF4-FFF2-40B4-BE49-F238E27FC236}">
                <ns2:creationId id="{3FAE80D6-7A19-438E-978C-871302FDD2CA}"/>
              </a:ext>
            </a:extLst>
          </p:cNvPr>
          <p:cNvSpPr>
            <a:spLocks noGrp="1"/>
          </p:cNvSpPr>
          <p:nvPr/>
        </p:nvSpPr>
        <p:spPr>
          <a:xfrm>
            <a:off x="3624778" y="4270071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D7DDE1"/>
            </a:solidFill>
            <a:prstDash val="solid"/>
          </a:ln>
        </p:spPr>
      </p:sp>
      <p:sp>
        <p:nvSpPr>
          <p:cNvPr id="20" name="Figure S2 (c–f) plot object 19">
            <a:extLst>
              <a:ext uri="{FF2B5EF4-FFF2-40B4-BE49-F238E27FC236}">
                <ns2:creationId id="{B76A6D05-7964-4975-AB87-A8B5B412C326}"/>
              </a:ext>
            </a:extLst>
          </p:cNvPr>
          <p:cNvSpPr>
            <a:spLocks noGrp="1"/>
          </p:cNvSpPr>
          <p:nvPr/>
        </p:nvSpPr>
        <p:spPr>
          <a:xfrm>
            <a:off x="5324256" y="4444952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277F8A"/>
            </a:solidFill>
            <a:prstDash val="solid"/>
          </a:ln>
        </p:spPr>
      </p:sp>
      <p:sp>
        <p:nvSpPr>
          <p:cNvPr id="21" name="Figure S2 (c–f) plot object 20">
            <a:extLst>
              <a:ext uri="{FF2B5EF4-FFF2-40B4-BE49-F238E27FC236}">
                <ns2:creationId id="{65C525F2-7832-4554-9587-C95F21110BCE}"/>
              </a:ext>
            </a:extLst>
          </p:cNvPr>
          <p:cNvSpPr>
            <a:spLocks noGrp="1"/>
          </p:cNvSpPr>
          <p:nvPr/>
        </p:nvSpPr>
        <p:spPr>
          <a:xfrm>
            <a:off x="5247389" y="4368085"/>
            <a:ext cx="153735" cy="153735"/>
          </a:xfrm>
          <a:custGeom>
            <a:pathLst>
              <a:path w="153735" h="153735">
                <a:moveTo>
                  <a:pt x="76867" y="153735"/>
                </a:moveTo>
                <a:lnTo>
                  <a:pt x="153735" y="76867"/>
                </a:lnTo>
                <a:lnTo>
                  <a:pt x="76867" y="0"/>
                </a:lnTo>
                <a:lnTo>
                  <a:pt x="0" y="76867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22" name="Figure S2 (c–f) plot object 21">
            <a:extLst>
              <a:ext uri="{FF2B5EF4-FFF2-40B4-BE49-F238E27FC236}">
                <ns2:creationId id="{509317A0-7CDC-4E4A-857F-9F0CDDE412AD}"/>
              </a:ext>
            </a:extLst>
          </p:cNvPr>
          <p:cNvSpPr>
            <a:spLocks noGrp="1"/>
          </p:cNvSpPr>
          <p:nvPr/>
        </p:nvSpPr>
        <p:spPr>
          <a:xfrm>
            <a:off x="5266744" y="4565183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BC7850"/>
            </a:solidFill>
            <a:prstDash val="solid"/>
          </a:ln>
        </p:spPr>
      </p:sp>
      <p:sp>
        <p:nvSpPr>
          <p:cNvPr id="23" name="Figure S2 (c–f) plot object 22">
            <a:extLst>
              <a:ext uri="{FF2B5EF4-FFF2-40B4-BE49-F238E27FC236}">
                <ns2:creationId id="{614FA242-9EF4-4B5D-B189-7CF7429CF01B}"/>
              </a:ext>
            </a:extLst>
          </p:cNvPr>
          <p:cNvSpPr>
            <a:spLocks noGrp="1"/>
          </p:cNvSpPr>
          <p:nvPr/>
        </p:nvSpPr>
        <p:spPr>
          <a:xfrm>
            <a:off x="5212390" y="4510830"/>
            <a:ext cx="108707" cy="108707"/>
          </a:xfrm>
          <a:custGeom>
            <a:pathLst>
              <a:path w="108707" h="108707">
                <a:moveTo>
                  <a:pt x="54353" y="108707"/>
                </a:moveTo>
                <a:cubicBezTo>
                  <a:pt x="68768" y="108707"/>
                  <a:pt x="82594" y="102980"/>
                  <a:pt x="92787" y="92787"/>
                </a:cubicBezTo>
                <a:cubicBezTo>
                  <a:pt x="102980" y="82594"/>
                  <a:pt x="108707" y="68768"/>
                  <a:pt x="108707" y="54353"/>
                </a:cubicBezTo>
                <a:cubicBezTo>
                  <a:pt x="108707" y="39939"/>
                  <a:pt x="102980" y="26112"/>
                  <a:pt x="92787" y="15920"/>
                </a:cubicBezTo>
                <a:cubicBezTo>
                  <a:pt x="82594" y="5727"/>
                  <a:pt x="68768" y="0"/>
                  <a:pt x="54353" y="0"/>
                </a:cubicBezTo>
                <a:cubicBezTo>
                  <a:pt x="39939" y="0"/>
                  <a:pt x="26112" y="5727"/>
                  <a:pt x="15920" y="15920"/>
                </a:cubicBezTo>
                <a:cubicBezTo>
                  <a:pt x="5727" y="26112"/>
                  <a:pt x="0" y="39939"/>
                  <a:pt x="0" y="54353"/>
                </a:cubicBezTo>
                <a:cubicBezTo>
                  <a:pt x="0" y="68768"/>
                  <a:pt x="5727" y="82594"/>
                  <a:pt x="15920" y="92787"/>
                </a:cubicBezTo>
                <a:cubicBezTo>
                  <a:pt x="26112" y="102980"/>
                  <a:pt x="39939" y="108707"/>
                  <a:pt x="54353" y="108707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24" name="Figure S2 (c–f) plot object 23">
            <a:extLst>
              <a:ext uri="{FF2B5EF4-FFF2-40B4-BE49-F238E27FC236}">
                <ns2:creationId id="{2B690DA3-3CDF-4623-B157-B4E57F7FB654}"/>
              </a:ext>
            </a:extLst>
          </p:cNvPr>
          <p:cNvSpPr>
            <a:spLocks noGrp="1"/>
          </p:cNvSpPr>
          <p:nvPr/>
        </p:nvSpPr>
        <p:spPr>
          <a:xfrm>
            <a:off x="3624778" y="4750995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24292D"/>
            </a:solidFill>
            <a:prstDash val="solid"/>
          </a:ln>
        </p:spPr>
      </p:sp>
      <p:sp>
        <p:nvSpPr>
          <p:cNvPr id="25" name="Figure S2 (c–f) plot object 24">
            <a:extLst>
              <a:ext uri="{FF2B5EF4-FFF2-40B4-BE49-F238E27FC236}">
                <ns2:creationId id="{D4B1C164-1A75-40DB-A879-32CF5383B316}"/>
              </a:ext>
            </a:extLst>
          </p:cNvPr>
          <p:cNvSpPr>
            <a:spLocks noGrp="1"/>
          </p:cNvSpPr>
          <p:nvPr/>
        </p:nvSpPr>
        <p:spPr>
          <a:xfrm>
            <a:off x="6401781" y="1664413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26" name="Figure S2 (c–f) plot object 25">
            <a:extLst>
              <a:ext uri="{FF2B5EF4-FFF2-40B4-BE49-F238E27FC236}">
                <ns2:creationId id="{53646818-1571-458A-9DAD-406A1FA6A3C6}"/>
              </a:ext>
            </a:extLst>
          </p:cNvPr>
          <p:cNvSpPr>
            <a:spLocks noGrp="1"/>
          </p:cNvSpPr>
          <p:nvPr/>
        </p:nvSpPr>
        <p:spPr>
          <a:xfrm>
            <a:off x="6546051" y="1816041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27" name="Figure S2 (c–f) plot object 26">
            <a:extLst>
              <a:ext uri="{FF2B5EF4-FFF2-40B4-BE49-F238E27FC236}">
                <ns2:creationId id="{26FF7B03-1252-4E65-A440-7487E85B518B}"/>
              </a:ext>
            </a:extLst>
          </p:cNvPr>
          <p:cNvSpPr>
            <a:spLocks noGrp="1"/>
          </p:cNvSpPr>
          <p:nvPr/>
        </p:nvSpPr>
        <p:spPr>
          <a:xfrm>
            <a:off x="5273805" y="2210917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28" name="Figure S2 (c–f) plot object 27">
            <a:extLst>
              <a:ext uri="{FF2B5EF4-FFF2-40B4-BE49-F238E27FC236}">
                <ns2:creationId id="{B642E9E8-D22E-4259-BF52-B1DD4FAD1036}"/>
              </a:ext>
            </a:extLst>
          </p:cNvPr>
          <p:cNvSpPr>
            <a:spLocks noGrp="1"/>
          </p:cNvSpPr>
          <p:nvPr/>
        </p:nvSpPr>
        <p:spPr>
          <a:xfrm>
            <a:off x="5495143" y="2362545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29" name="Figure S2 (c–f) plot object 28">
            <a:extLst>
              <a:ext uri="{FF2B5EF4-FFF2-40B4-BE49-F238E27FC236}">
                <ns2:creationId id="{04945394-D02F-4F1B-9D2B-975618F30B9E}"/>
              </a:ext>
            </a:extLst>
          </p:cNvPr>
          <p:cNvSpPr>
            <a:spLocks noGrp="1"/>
          </p:cNvSpPr>
          <p:nvPr/>
        </p:nvSpPr>
        <p:spPr>
          <a:xfrm>
            <a:off x="5253065" y="2757421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0" name="Figure S2 (c–f) plot object 29">
            <a:extLst>
              <a:ext uri="{FF2B5EF4-FFF2-40B4-BE49-F238E27FC236}">
                <ns2:creationId id="{695CD225-19D6-41E1-BD25-BF447A954607}"/>
              </a:ext>
            </a:extLst>
          </p:cNvPr>
          <p:cNvSpPr>
            <a:spLocks noGrp="1"/>
          </p:cNvSpPr>
          <p:nvPr/>
        </p:nvSpPr>
        <p:spPr>
          <a:xfrm>
            <a:off x="4673484" y="2909049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1" name="Figure S2 (c–f) plot object 30">
            <a:extLst>
              <a:ext uri="{FF2B5EF4-FFF2-40B4-BE49-F238E27FC236}">
                <ns2:creationId id="{6732B780-56AA-486D-9830-843BAE1EA844}"/>
              </a:ext>
            </a:extLst>
          </p:cNvPr>
          <p:cNvSpPr>
            <a:spLocks noGrp="1"/>
          </p:cNvSpPr>
          <p:nvPr/>
        </p:nvSpPr>
        <p:spPr>
          <a:xfrm>
            <a:off x="4054899" y="3303925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2" name="Figure S2 (c–f) plot object 31">
            <a:extLst>
              <a:ext uri="{FF2B5EF4-FFF2-40B4-BE49-F238E27FC236}">
                <ns2:creationId id="{7223F1E2-AD22-468B-A36A-D3ADAB1F1D58}"/>
              </a:ext>
            </a:extLst>
          </p:cNvPr>
          <p:cNvSpPr>
            <a:spLocks noGrp="1"/>
          </p:cNvSpPr>
          <p:nvPr/>
        </p:nvSpPr>
        <p:spPr>
          <a:xfrm>
            <a:off x="4022149" y="3455553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3" name="Figure S2 (c–f) plot object 32">
            <a:extLst>
              <a:ext uri="{FF2B5EF4-FFF2-40B4-BE49-F238E27FC236}">
                <ns2:creationId id="{E8722B6E-6FC9-4FC0-BD92-788A5F062F60}"/>
              </a:ext>
            </a:extLst>
          </p:cNvPr>
          <p:cNvSpPr>
            <a:spLocks noGrp="1"/>
          </p:cNvSpPr>
          <p:nvPr/>
        </p:nvSpPr>
        <p:spPr>
          <a:xfrm>
            <a:off x="5288333" y="3850429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34" name="Figure S2 (c–f) plot object 33">
            <a:extLst>
              <a:ext uri="{FF2B5EF4-FFF2-40B4-BE49-F238E27FC236}">
                <ns2:creationId id="{1C8F124D-DA7E-4EC1-AFC4-DD141B569B93}"/>
              </a:ext>
            </a:extLst>
          </p:cNvPr>
          <p:cNvSpPr>
            <a:spLocks noGrp="1"/>
          </p:cNvSpPr>
          <p:nvPr/>
        </p:nvSpPr>
        <p:spPr>
          <a:xfrm>
            <a:off x="5349830" y="4002057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35" name="c">
            <a:extLst>
              <a:ext uri="{FF2B5EF4-FFF2-40B4-BE49-F238E27FC236}">
                <ns2:creationId id="{88308D13-B139-41F6-AD7E-73D5C2230496}"/>
              </a:ext>
            </a:extLst>
          </p:cNvPr>
          <p:cNvSpPr>
            <a:spLocks noGrp="1"/>
          </p:cNvSpPr>
          <p:nvPr/>
        </p:nvSpPr>
        <p:spPr>
          <a:xfrm rot="0">
            <a:off x="3146333" y="765738"/>
            <a:ext cx="249532" cy="3201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6" name="World    Opaque mae">
            <a:extLst>
              <a:ext uri="{FF2B5EF4-FFF2-40B4-BE49-F238E27FC236}">
                <ns2:creationId id="{A0107EAC-09ED-48B2-9F4E-C24D4DE276AC}"/>
              </a:ext>
            </a:extLst>
          </p:cNvPr>
          <p:cNvSpPr>
            <a:spLocks noGrp="1"/>
          </p:cNvSpPr>
          <p:nvPr/>
        </p:nvSpPr>
        <p:spPr>
          <a:xfrm rot="0">
            <a:off x="3556429" y="1095772"/>
            <a:ext cx="1508062" cy="2027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World    Opaque mae</a:t>
            </a:r>
          </a:p>
        </p:txBody>
      </p:sp>
      <p:sp>
        <p:nvSpPr>
          <p:cNvPr id="37" name="Other nine / macro MAE">
            <a:extLst>
              <a:ext uri="{FF2B5EF4-FFF2-40B4-BE49-F238E27FC236}">
                <ns2:creationId id="{78E31674-25B1-4434-85BE-7492896CC6D4}"/>
              </a:ext>
            </a:extLst>
          </p:cNvPr>
          <p:cNvSpPr>
            <a:spLocks noGrp="1"/>
          </p:cNvSpPr>
          <p:nvPr/>
        </p:nvSpPr>
        <p:spPr>
          <a:xfrm rot="0">
            <a:off x="3624778" y="710922"/>
            <a:ext cx="245491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Other nine / macro MAE</a:t>
            </a:r>
          </a:p>
        </p:txBody>
      </p:sp>
      <p:sp>
        <p:nvSpPr>
          <p:cNvPr id="38" name="Figure S2 (c–f) plot object 37">
            <a:extLst>
              <a:ext uri="{FF2B5EF4-FFF2-40B4-BE49-F238E27FC236}">
                <ns2:creationId id="{E6565D5F-6C7C-4F3F-B286-748D131410C4}"/>
              </a:ext>
            </a:extLst>
          </p:cNvPr>
          <p:cNvSpPr>
            <a:spLocks noGrp="1"/>
          </p:cNvSpPr>
          <p:nvPr/>
        </p:nvSpPr>
        <p:spPr>
          <a:xfrm>
            <a:off x="8340884" y="1417320"/>
            <a:ext cx="3417468" cy="3333675"/>
          </a:xfrm>
          <a:custGeom>
            <a:pathLst>
              <a:path w="3417468" h="3333675">
                <a:moveTo>
                  <a:pt x="0" y="3333675"/>
                </a:moveTo>
                <a:lnTo>
                  <a:pt x="3417468" y="3333675"/>
                </a:lnTo>
                <a:lnTo>
                  <a:pt x="34174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39" name="Figure S2 (c–f) plot object 38">
            <a:extLst>
              <a:ext uri="{FF2B5EF4-FFF2-40B4-BE49-F238E27FC236}">
                <ns2:creationId id="{EEB5B98F-4C43-4FCC-92AE-BAC2744AADFC}"/>
              </a:ext>
            </a:extLst>
          </p:cNvPr>
          <p:cNvSpPr>
            <a:spLocks noGrp="1"/>
          </p:cNvSpPr>
          <p:nvPr/>
        </p:nvSpPr>
        <p:spPr>
          <a:xfrm>
            <a:off x="8735207" y="1417320"/>
            <a:ext cx="20" cy="3333675"/>
          </a:xfrm>
          <a:custGeom>
            <a:pathLst>
              <a:path w="20" h="3333675">
                <a:moveTo>
                  <a:pt x="0" y="3333675"/>
                </a:moveTo>
                <a:lnTo>
                  <a:pt x="0" y="0"/>
                </a:lnTo>
              </a:path>
            </a:pathLst>
          </a:custGeom>
          <a:noFill/>
          <a:ln w="16800">
            <a:solidFill>
              <a:srgbClr val="24292D"/>
            </a:solidFill>
            <a:prstDash val="solid"/>
          </a:ln>
        </p:spPr>
      </p:sp>
      <p:sp>
        <p:nvSpPr>
          <p:cNvPr id="40" name="Figure S2 (c–f) plot object 39">
            <a:extLst>
              <a:ext uri="{FF2B5EF4-FFF2-40B4-BE49-F238E27FC236}">
                <ns2:creationId id="{1F1325DD-F532-4E93-BA4F-01876F0977A9}"/>
              </a:ext>
            </a:extLst>
          </p:cNvPr>
          <p:cNvSpPr>
            <a:spLocks noGrp="1"/>
          </p:cNvSpPr>
          <p:nvPr/>
        </p:nvSpPr>
        <p:spPr>
          <a:xfrm>
            <a:off x="8735207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41" name="0.00">
            <a:extLst>
              <a:ext uri="{FF2B5EF4-FFF2-40B4-BE49-F238E27FC236}">
                <ns2:creationId id="{DF54C993-50A0-41B7-B749-0926A26CC096}"/>
              </a:ext>
            </a:extLst>
          </p:cNvPr>
          <p:cNvSpPr>
            <a:spLocks noGrp="1"/>
          </p:cNvSpPr>
          <p:nvPr/>
        </p:nvSpPr>
        <p:spPr>
          <a:xfrm rot="0">
            <a:off x="8579557" y="4837293"/>
            <a:ext cx="390357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42" name="Figure S2 (c–f) plot object 41">
            <a:extLst>
              <a:ext uri="{FF2B5EF4-FFF2-40B4-BE49-F238E27FC236}">
                <ns2:creationId id="{3FC3D68A-377E-4A43-8AD2-0D2DF7207CA2}"/>
              </a:ext>
            </a:extLst>
          </p:cNvPr>
          <p:cNvSpPr>
            <a:spLocks noGrp="1"/>
          </p:cNvSpPr>
          <p:nvPr/>
        </p:nvSpPr>
        <p:spPr>
          <a:xfrm>
            <a:off x="9490486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43" name="0.05">
            <a:extLst>
              <a:ext uri="{FF2B5EF4-FFF2-40B4-BE49-F238E27FC236}">
                <ns2:creationId id="{A5BA6D8B-F7C0-44A8-963F-12E6C2936BDA}"/>
              </a:ext>
            </a:extLst>
          </p:cNvPr>
          <p:cNvSpPr>
            <a:spLocks noGrp="1"/>
          </p:cNvSpPr>
          <p:nvPr/>
        </p:nvSpPr>
        <p:spPr>
          <a:xfrm rot="0">
            <a:off x="9336073" y="4837293"/>
            <a:ext cx="38788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0.05</a:t>
            </a:r>
          </a:p>
        </p:txBody>
      </p:sp>
      <p:sp>
        <p:nvSpPr>
          <p:cNvPr id="44" name="Figure S2 (c–f) plot object 43">
            <a:extLst>
              <a:ext uri="{FF2B5EF4-FFF2-40B4-BE49-F238E27FC236}">
                <ns2:creationId id="{78EA4DBF-439A-41D3-90FC-B97598BCA869}"/>
              </a:ext>
            </a:extLst>
          </p:cNvPr>
          <p:cNvSpPr>
            <a:spLocks noGrp="1"/>
          </p:cNvSpPr>
          <p:nvPr/>
        </p:nvSpPr>
        <p:spPr>
          <a:xfrm>
            <a:off x="10245765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45" name="0.10">
            <a:extLst>
              <a:ext uri="{FF2B5EF4-FFF2-40B4-BE49-F238E27FC236}">
                <ns2:creationId id="{D4BEADE7-C9D3-44DF-A5F0-10028214F0BB}"/>
              </a:ext>
            </a:extLst>
          </p:cNvPr>
          <p:cNvSpPr>
            <a:spLocks noGrp="1"/>
          </p:cNvSpPr>
          <p:nvPr/>
        </p:nvSpPr>
        <p:spPr>
          <a:xfrm rot="0">
            <a:off x="10090117" y="4837293"/>
            <a:ext cx="390357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0.10</a:t>
            </a:r>
          </a:p>
        </p:txBody>
      </p:sp>
      <p:sp>
        <p:nvSpPr>
          <p:cNvPr id="46" name="Figure S2 (c–f) plot object 45">
            <a:extLst>
              <a:ext uri="{FF2B5EF4-FFF2-40B4-BE49-F238E27FC236}">
                <ns2:creationId id="{76A178BF-A458-4ECC-88F4-11152C995B6B}"/>
              </a:ext>
            </a:extLst>
          </p:cNvPr>
          <p:cNvSpPr>
            <a:spLocks noGrp="1"/>
          </p:cNvSpPr>
          <p:nvPr/>
        </p:nvSpPr>
        <p:spPr>
          <a:xfrm>
            <a:off x="11001044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47" name="0.15">
            <a:extLst>
              <a:ext uri="{FF2B5EF4-FFF2-40B4-BE49-F238E27FC236}">
                <ns2:creationId id="{77F21B5C-3F13-47A4-9CB2-E3D6DA713711}"/>
              </a:ext>
            </a:extLst>
          </p:cNvPr>
          <p:cNvSpPr>
            <a:spLocks noGrp="1"/>
          </p:cNvSpPr>
          <p:nvPr/>
        </p:nvSpPr>
        <p:spPr>
          <a:xfrm rot="0">
            <a:off x="10846631" y="4837293"/>
            <a:ext cx="38788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0.15</a:t>
            </a:r>
          </a:p>
        </p:txBody>
      </p:sp>
      <p:sp>
        <p:nvSpPr>
          <p:cNvPr id="48" name="Figure S2 (c–f) plot object 47">
            <a:extLst>
              <a:ext uri="{FF2B5EF4-FFF2-40B4-BE49-F238E27FC236}">
                <ns2:creationId id="{0B89B07E-4587-49A1-AC00-7A7294232042}"/>
              </a:ext>
            </a:extLst>
          </p:cNvPr>
          <p:cNvSpPr>
            <a:spLocks noGrp="1"/>
          </p:cNvSpPr>
          <p:nvPr/>
        </p:nvSpPr>
        <p:spPr>
          <a:xfrm>
            <a:off x="11756324" y="4750995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49" name="0.20">
            <a:extLst>
              <a:ext uri="{FF2B5EF4-FFF2-40B4-BE49-F238E27FC236}">
                <ns2:creationId id="{5EAAFFA1-7DA2-44D6-A9F4-06FF576246B3}"/>
              </a:ext>
            </a:extLst>
          </p:cNvPr>
          <p:cNvSpPr>
            <a:spLocks noGrp="1"/>
          </p:cNvSpPr>
          <p:nvPr/>
        </p:nvSpPr>
        <p:spPr>
          <a:xfrm rot="0">
            <a:off x="11601910" y="4837293"/>
            <a:ext cx="38788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0.20</a:t>
            </a:r>
          </a:p>
        </p:txBody>
      </p:sp>
      <p:sp>
        <p:nvSpPr>
          <p:cNvPr id="50" name="Δ MAE vs Opaque">
            <a:extLst>
              <a:ext uri="{FF2B5EF4-FFF2-40B4-BE49-F238E27FC236}">
                <ns2:creationId id="{F869B4A3-2876-4AF9-85E1-68722C7CB55F}"/>
              </a:ext>
            </a:extLst>
          </p:cNvPr>
          <p:cNvSpPr>
            <a:spLocks noGrp="1"/>
          </p:cNvSpPr>
          <p:nvPr/>
        </p:nvSpPr>
        <p:spPr>
          <a:xfrm rot="0">
            <a:off x="9367728" y="5061092"/>
            <a:ext cx="1447779" cy="2268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Δ MAE vs Opaque</a:t>
            </a:r>
          </a:p>
        </p:txBody>
      </p:sp>
      <p:sp>
        <p:nvSpPr>
          <p:cNvPr id="51" name="W01   0.0393">
            <a:extLst>
              <a:ext uri="{FF2B5EF4-FFF2-40B4-BE49-F238E27FC236}">
                <ns2:creationId id="{CF550542-FCE9-4AF2-939E-6F659CCAB695}"/>
              </a:ext>
            </a:extLst>
          </p:cNvPr>
          <p:cNvSpPr>
            <a:spLocks noGrp="1"/>
          </p:cNvSpPr>
          <p:nvPr/>
        </p:nvSpPr>
        <p:spPr>
          <a:xfrm rot="0">
            <a:off x="7293344" y="1710993"/>
            <a:ext cx="1027775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   0.0393</a:t>
            </a:r>
          </a:p>
        </p:txBody>
      </p:sp>
      <p:sp>
        <p:nvSpPr>
          <p:cNvPr id="52" name="W02   0.0142">
            <a:extLst>
              <a:ext uri="{FF2B5EF4-FFF2-40B4-BE49-F238E27FC236}">
                <ns2:creationId id="{A81A185B-DB29-4E8D-A06A-48C6B664F93F}"/>
              </a:ext>
            </a:extLst>
          </p:cNvPr>
          <p:cNvSpPr>
            <a:spLocks noGrp="1"/>
          </p:cNvSpPr>
          <p:nvPr/>
        </p:nvSpPr>
        <p:spPr>
          <a:xfrm rot="0">
            <a:off x="7298285" y="2257497"/>
            <a:ext cx="102283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   0.0142</a:t>
            </a:r>
          </a:p>
        </p:txBody>
      </p:sp>
      <p:sp>
        <p:nvSpPr>
          <p:cNvPr id="53" name="W03   0.0119">
            <a:extLst>
              <a:ext uri="{FF2B5EF4-FFF2-40B4-BE49-F238E27FC236}">
                <ns2:creationId id="{0776EC60-1CDD-437E-9F24-056F1EA92B58}"/>
              </a:ext>
            </a:extLst>
          </p:cNvPr>
          <p:cNvSpPr>
            <a:spLocks noGrp="1"/>
          </p:cNvSpPr>
          <p:nvPr/>
        </p:nvSpPr>
        <p:spPr>
          <a:xfrm rot="0">
            <a:off x="7305697" y="2804001"/>
            <a:ext cx="101542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   0.0119</a:t>
            </a:r>
          </a:p>
        </p:txBody>
      </p:sp>
      <p:sp>
        <p:nvSpPr>
          <p:cNvPr id="54" name="W04   0.0107">
            <a:extLst>
              <a:ext uri="{FF2B5EF4-FFF2-40B4-BE49-F238E27FC236}">
                <ns2:creationId id="{13765374-4A3E-4BD7-8666-63B5955A20AA}"/>
              </a:ext>
            </a:extLst>
          </p:cNvPr>
          <p:cNvSpPr>
            <a:spLocks noGrp="1"/>
          </p:cNvSpPr>
          <p:nvPr/>
        </p:nvSpPr>
        <p:spPr>
          <a:xfrm rot="0">
            <a:off x="7295815" y="3350505"/>
            <a:ext cx="102530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   0.0107</a:t>
            </a:r>
          </a:p>
        </p:txBody>
      </p:sp>
      <p:sp>
        <p:nvSpPr>
          <p:cNvPr id="55" name="W05   0.0156">
            <a:extLst>
              <a:ext uri="{FF2B5EF4-FFF2-40B4-BE49-F238E27FC236}">
                <ns2:creationId id="{D2D8C9D3-8BC1-4EFA-943F-3CE4F243C162}"/>
              </a:ext>
            </a:extLst>
          </p:cNvPr>
          <p:cNvSpPr>
            <a:spLocks noGrp="1"/>
          </p:cNvSpPr>
          <p:nvPr/>
        </p:nvSpPr>
        <p:spPr>
          <a:xfrm rot="0">
            <a:off x="7300756" y="3897009"/>
            <a:ext cx="102036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   0.0156</a:t>
            </a:r>
          </a:p>
        </p:txBody>
      </p:sp>
      <p:sp>
        <p:nvSpPr>
          <p:cNvPr id="56" name="Mean">
            <a:extLst>
              <a:ext uri="{FF2B5EF4-FFF2-40B4-BE49-F238E27FC236}">
                <ns2:creationId id="{ADA3D2C0-A8B4-4A00-8FCD-EF4BC2DFDB96}"/>
              </a:ext>
            </a:extLst>
          </p:cNvPr>
          <p:cNvSpPr>
            <a:spLocks noGrp="1"/>
          </p:cNvSpPr>
          <p:nvPr/>
        </p:nvSpPr>
        <p:spPr>
          <a:xfrm rot="0">
            <a:off x="7846761" y="4416188"/>
            <a:ext cx="474358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57" name="Figure S2 (c–f) plot object 56">
            <a:extLst>
              <a:ext uri="{FF2B5EF4-FFF2-40B4-BE49-F238E27FC236}">
                <ns2:creationId id="{20C25558-82BF-493A-82AE-A541BDC0C167}"/>
              </a:ext>
            </a:extLst>
          </p:cNvPr>
          <p:cNvSpPr>
            <a:spLocks noGrp="1"/>
          </p:cNvSpPr>
          <p:nvPr/>
        </p:nvSpPr>
        <p:spPr>
          <a:xfrm>
            <a:off x="8340884" y="4270071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D7DDE1"/>
            </a:solidFill>
            <a:prstDash val="solid"/>
          </a:ln>
        </p:spPr>
      </p:sp>
      <p:sp>
        <p:nvSpPr>
          <p:cNvPr id="58" name="Figure S2 (c–f) plot object 57">
            <a:extLst>
              <a:ext uri="{FF2B5EF4-FFF2-40B4-BE49-F238E27FC236}">
                <ns2:creationId id="{01124325-47A7-4DD2-9474-6F3460A5AB61}"/>
              </a:ext>
            </a:extLst>
          </p:cNvPr>
          <p:cNvSpPr>
            <a:spLocks noGrp="1"/>
          </p:cNvSpPr>
          <p:nvPr/>
        </p:nvSpPr>
        <p:spPr>
          <a:xfrm>
            <a:off x="10854402" y="4444952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277F8A"/>
            </a:solidFill>
            <a:prstDash val="solid"/>
          </a:ln>
        </p:spPr>
      </p:sp>
      <p:sp>
        <p:nvSpPr>
          <p:cNvPr id="59" name="Figure S2 (c–f) plot object 58">
            <a:extLst>
              <a:ext uri="{FF2B5EF4-FFF2-40B4-BE49-F238E27FC236}">
                <ns2:creationId id="{0DD964D0-E9B1-4EEE-AE82-CB6161041FC4}"/>
              </a:ext>
            </a:extLst>
          </p:cNvPr>
          <p:cNvSpPr>
            <a:spLocks noGrp="1"/>
          </p:cNvSpPr>
          <p:nvPr/>
        </p:nvSpPr>
        <p:spPr>
          <a:xfrm>
            <a:off x="10777534" y="4368085"/>
            <a:ext cx="153735" cy="153735"/>
          </a:xfrm>
          <a:custGeom>
            <a:pathLst>
              <a:path w="153735" h="153735">
                <a:moveTo>
                  <a:pt x="76867" y="153735"/>
                </a:moveTo>
                <a:lnTo>
                  <a:pt x="153735" y="76867"/>
                </a:lnTo>
                <a:lnTo>
                  <a:pt x="76867" y="0"/>
                </a:lnTo>
                <a:lnTo>
                  <a:pt x="0" y="76867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60" name="Figure S2 (c–f) plot object 59">
            <a:extLst>
              <a:ext uri="{FF2B5EF4-FFF2-40B4-BE49-F238E27FC236}">
                <ns2:creationId id="{4896A20B-DE18-43CB-A655-BD445B2A61CE}"/>
              </a:ext>
            </a:extLst>
          </p:cNvPr>
          <p:cNvSpPr>
            <a:spLocks noGrp="1"/>
          </p:cNvSpPr>
          <p:nvPr/>
        </p:nvSpPr>
        <p:spPr>
          <a:xfrm>
            <a:off x="10633012" y="4565183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BC7850"/>
            </a:solidFill>
            <a:prstDash val="solid"/>
          </a:ln>
        </p:spPr>
      </p:sp>
      <p:sp>
        <p:nvSpPr>
          <p:cNvPr id="61" name="Figure S2 (c–f) plot object 60">
            <a:extLst>
              <a:ext uri="{FF2B5EF4-FFF2-40B4-BE49-F238E27FC236}">
                <ns2:creationId id="{304856AE-878C-434E-A00D-7A109F70347B}"/>
              </a:ext>
            </a:extLst>
          </p:cNvPr>
          <p:cNvSpPr>
            <a:spLocks noGrp="1"/>
          </p:cNvSpPr>
          <p:nvPr/>
        </p:nvSpPr>
        <p:spPr>
          <a:xfrm>
            <a:off x="10578658" y="4510830"/>
            <a:ext cx="108707" cy="108707"/>
          </a:xfrm>
          <a:custGeom>
            <a:pathLst>
              <a:path w="108707" h="108707">
                <a:moveTo>
                  <a:pt x="54353" y="108707"/>
                </a:moveTo>
                <a:cubicBezTo>
                  <a:pt x="68768" y="108707"/>
                  <a:pt x="82594" y="102980"/>
                  <a:pt x="92787" y="92787"/>
                </a:cubicBezTo>
                <a:cubicBezTo>
                  <a:pt x="102980" y="82594"/>
                  <a:pt x="108707" y="68768"/>
                  <a:pt x="108707" y="54353"/>
                </a:cubicBezTo>
                <a:cubicBezTo>
                  <a:pt x="108707" y="39939"/>
                  <a:pt x="102980" y="26112"/>
                  <a:pt x="92787" y="15920"/>
                </a:cubicBezTo>
                <a:cubicBezTo>
                  <a:pt x="82594" y="5727"/>
                  <a:pt x="68768" y="0"/>
                  <a:pt x="54353" y="0"/>
                </a:cubicBezTo>
                <a:cubicBezTo>
                  <a:pt x="39939" y="0"/>
                  <a:pt x="26112" y="5727"/>
                  <a:pt x="15920" y="15920"/>
                </a:cubicBezTo>
                <a:cubicBezTo>
                  <a:pt x="5727" y="26112"/>
                  <a:pt x="0" y="39939"/>
                  <a:pt x="0" y="54353"/>
                </a:cubicBezTo>
                <a:cubicBezTo>
                  <a:pt x="0" y="68768"/>
                  <a:pt x="5727" y="82594"/>
                  <a:pt x="15920" y="92787"/>
                </a:cubicBezTo>
                <a:cubicBezTo>
                  <a:pt x="26112" y="102980"/>
                  <a:pt x="39939" y="108707"/>
                  <a:pt x="54353" y="108707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62" name="Figure S2 (c–f) plot object 61">
            <a:extLst>
              <a:ext uri="{FF2B5EF4-FFF2-40B4-BE49-F238E27FC236}">
                <ns2:creationId id="{683FAEF8-DCFE-4B06-A84B-C576DF7AE632}"/>
              </a:ext>
            </a:extLst>
          </p:cNvPr>
          <p:cNvSpPr>
            <a:spLocks noGrp="1"/>
          </p:cNvSpPr>
          <p:nvPr/>
        </p:nvSpPr>
        <p:spPr>
          <a:xfrm>
            <a:off x="8340884" y="4750995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24292D"/>
            </a:solidFill>
            <a:prstDash val="solid"/>
          </a:ln>
        </p:spPr>
      </p:sp>
      <p:sp>
        <p:nvSpPr>
          <p:cNvPr id="63" name="Figure S2 (c–f) plot object 62">
            <a:extLst>
              <a:ext uri="{FF2B5EF4-FFF2-40B4-BE49-F238E27FC236}">
                <ns2:creationId id="{37CEA19D-5F15-41C5-919E-DCAF21E8CCDB}"/>
              </a:ext>
            </a:extLst>
          </p:cNvPr>
          <p:cNvSpPr>
            <a:spLocks noGrp="1"/>
          </p:cNvSpPr>
          <p:nvPr/>
        </p:nvSpPr>
        <p:spPr>
          <a:xfrm>
            <a:off x="10934522" y="1664413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64" name="Figure S2 (c–f) plot object 63">
            <a:extLst>
              <a:ext uri="{FF2B5EF4-FFF2-40B4-BE49-F238E27FC236}">
                <ns2:creationId id="{0A162BC2-FDA7-4787-81F4-9B9450129C47}"/>
              </a:ext>
            </a:extLst>
          </p:cNvPr>
          <p:cNvSpPr>
            <a:spLocks noGrp="1"/>
          </p:cNvSpPr>
          <p:nvPr/>
        </p:nvSpPr>
        <p:spPr>
          <a:xfrm>
            <a:off x="10955781" y="1816041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65" name="Figure S2 (c–f) plot object 64">
            <a:extLst>
              <a:ext uri="{FF2B5EF4-FFF2-40B4-BE49-F238E27FC236}">
                <ns2:creationId id="{46B2DEB4-3B1B-4463-8FBE-292B99EC8ACD}"/>
              </a:ext>
            </a:extLst>
          </p:cNvPr>
          <p:cNvSpPr>
            <a:spLocks noGrp="1"/>
          </p:cNvSpPr>
          <p:nvPr/>
        </p:nvSpPr>
        <p:spPr>
          <a:xfrm>
            <a:off x="11210732" y="2210917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66" name="Figure S2 (c–f) plot object 65">
            <a:extLst>
              <a:ext uri="{FF2B5EF4-FFF2-40B4-BE49-F238E27FC236}">
                <ns2:creationId id="{CEB7C93F-DE12-4417-A354-223696F55185}"/>
              </a:ext>
            </a:extLst>
          </p:cNvPr>
          <p:cNvSpPr>
            <a:spLocks noGrp="1"/>
          </p:cNvSpPr>
          <p:nvPr/>
        </p:nvSpPr>
        <p:spPr>
          <a:xfrm>
            <a:off x="11314616" y="2362545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67" name="Figure S2 (c–f) plot object 66">
            <a:extLst>
              <a:ext uri="{FF2B5EF4-FFF2-40B4-BE49-F238E27FC236}">
                <ns2:creationId id="{9CD000F7-982E-44AF-B2E6-65F015A21732}"/>
              </a:ext>
            </a:extLst>
          </p:cNvPr>
          <p:cNvSpPr>
            <a:spLocks noGrp="1"/>
          </p:cNvSpPr>
          <p:nvPr/>
        </p:nvSpPr>
        <p:spPr>
          <a:xfrm>
            <a:off x="10744259" y="2757421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68" name="Figure S2 (c–f) plot object 67">
            <a:extLst>
              <a:ext uri="{FF2B5EF4-FFF2-40B4-BE49-F238E27FC236}">
                <ns2:creationId id="{5DE1D361-6D57-4699-9E96-0AF22288DA48}"/>
              </a:ext>
            </a:extLst>
          </p:cNvPr>
          <p:cNvSpPr>
            <a:spLocks noGrp="1"/>
          </p:cNvSpPr>
          <p:nvPr/>
        </p:nvSpPr>
        <p:spPr>
          <a:xfrm>
            <a:off x="9604953" y="2909049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69" name="Figure S2 (c–f) plot object 68">
            <a:extLst>
              <a:ext uri="{FF2B5EF4-FFF2-40B4-BE49-F238E27FC236}">
                <ns2:creationId id="{38DBBC6C-96E1-473B-A9DC-8239F25053E9}"/>
              </a:ext>
            </a:extLst>
          </p:cNvPr>
          <p:cNvSpPr>
            <a:spLocks noGrp="1"/>
          </p:cNvSpPr>
          <p:nvPr/>
        </p:nvSpPr>
        <p:spPr>
          <a:xfrm>
            <a:off x="10638287" y="3303925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70" name="Figure S2 (c–f) plot object 69">
            <a:extLst>
              <a:ext uri="{FF2B5EF4-FFF2-40B4-BE49-F238E27FC236}">
                <ns2:creationId id="{41554534-127F-4A17-BCB2-4016D6418466}"/>
              </a:ext>
            </a:extLst>
          </p:cNvPr>
          <p:cNvSpPr>
            <a:spLocks noGrp="1"/>
          </p:cNvSpPr>
          <p:nvPr/>
        </p:nvSpPr>
        <p:spPr>
          <a:xfrm>
            <a:off x="10655566" y="3455553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71" name="Figure S2 (c–f) plot object 70">
            <a:extLst>
              <a:ext uri="{FF2B5EF4-FFF2-40B4-BE49-F238E27FC236}">
                <ns2:creationId id="{69A9C201-8584-4602-99C4-19092D4EFA66}"/>
              </a:ext>
            </a:extLst>
          </p:cNvPr>
          <p:cNvSpPr>
            <a:spLocks noGrp="1"/>
          </p:cNvSpPr>
          <p:nvPr/>
        </p:nvSpPr>
        <p:spPr>
          <a:xfrm>
            <a:off x="10394812" y="3850429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72" name="Figure S2 (c–f) plot object 71">
            <a:extLst>
              <a:ext uri="{FF2B5EF4-FFF2-40B4-BE49-F238E27FC236}">
                <ns2:creationId id="{981F6787-99EC-4F0C-8649-2ADD05872DC0}"/>
              </a:ext>
            </a:extLst>
          </p:cNvPr>
          <p:cNvSpPr>
            <a:spLocks noGrp="1"/>
          </p:cNvSpPr>
          <p:nvPr/>
        </p:nvSpPr>
        <p:spPr>
          <a:xfrm>
            <a:off x="10387082" y="4002057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73" name="d">
            <a:extLst>
              <a:ext uri="{FF2B5EF4-FFF2-40B4-BE49-F238E27FC236}">
                <ns2:creationId id="{AF324780-947C-46AD-BDA5-96F9044F4064}"/>
              </a:ext>
            </a:extLst>
          </p:cNvPr>
          <p:cNvSpPr>
            <a:spLocks noGrp="1"/>
          </p:cNvSpPr>
          <p:nvPr/>
        </p:nvSpPr>
        <p:spPr>
          <a:xfrm rot="0">
            <a:off x="7862438" y="765738"/>
            <a:ext cx="264356" cy="3201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4" name="World    Opaque mae">
            <a:extLst>
              <a:ext uri="{FF2B5EF4-FFF2-40B4-BE49-F238E27FC236}">
                <ns2:creationId id="{7DB92521-E825-456C-AB8A-9C274B61301F}"/>
              </a:ext>
            </a:extLst>
          </p:cNvPr>
          <p:cNvSpPr>
            <a:spLocks noGrp="1"/>
          </p:cNvSpPr>
          <p:nvPr/>
        </p:nvSpPr>
        <p:spPr>
          <a:xfrm rot="0">
            <a:off x="8272534" y="1095772"/>
            <a:ext cx="1508062" cy="2027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World    Opaque mae</a:t>
            </a:r>
          </a:p>
        </p:txBody>
      </p:sp>
      <p:sp>
        <p:nvSpPr>
          <p:cNvPr id="75" name="Dilute three / macro MAE">
            <a:extLst>
              <a:ext uri="{FF2B5EF4-FFF2-40B4-BE49-F238E27FC236}">
                <ns2:creationId id="{80C15C19-DAFA-454E-9BAE-1AC202179A75}"/>
              </a:ext>
            </a:extLst>
          </p:cNvPr>
          <p:cNvSpPr>
            <a:spLocks noGrp="1"/>
          </p:cNvSpPr>
          <p:nvPr/>
        </p:nvSpPr>
        <p:spPr>
          <a:xfrm rot="0">
            <a:off x="8340884" y="710922"/>
            <a:ext cx="2556510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Dilute three / macro MAE</a:t>
            </a:r>
          </a:p>
        </p:txBody>
      </p:sp>
      <p:sp>
        <p:nvSpPr>
          <p:cNvPr id="76" name="Figure S2 (c–f) plot object 75">
            <a:extLst>
              <a:ext uri="{FF2B5EF4-FFF2-40B4-BE49-F238E27FC236}">
                <ns2:creationId id="{ACF34B56-B108-46E8-90F4-DA4762F41AC2}"/>
              </a:ext>
            </a:extLst>
          </p:cNvPr>
          <p:cNvSpPr>
            <a:spLocks noGrp="1"/>
          </p:cNvSpPr>
          <p:nvPr/>
        </p:nvSpPr>
        <p:spPr>
          <a:xfrm>
            <a:off x="3624778" y="6517842"/>
            <a:ext cx="3417468" cy="3333675"/>
          </a:xfrm>
          <a:custGeom>
            <a:pathLst>
              <a:path w="3417468" h="3333675">
                <a:moveTo>
                  <a:pt x="0" y="3333675"/>
                </a:moveTo>
                <a:lnTo>
                  <a:pt x="3417468" y="3333675"/>
                </a:lnTo>
                <a:lnTo>
                  <a:pt x="34174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77" name="Figure S2 (c–f) plot object 76">
            <a:extLst>
              <a:ext uri="{FF2B5EF4-FFF2-40B4-BE49-F238E27FC236}">
                <ns2:creationId id="{FFAFE015-5349-4D14-AF87-64456C8D2428}"/>
              </a:ext>
            </a:extLst>
          </p:cNvPr>
          <p:cNvSpPr>
            <a:spLocks noGrp="1"/>
          </p:cNvSpPr>
          <p:nvPr/>
        </p:nvSpPr>
        <p:spPr>
          <a:xfrm>
            <a:off x="5359285" y="6517842"/>
            <a:ext cx="20" cy="3333675"/>
          </a:xfrm>
          <a:custGeom>
            <a:pathLst>
              <a:path w="20" h="3333675">
                <a:moveTo>
                  <a:pt x="0" y="3333675"/>
                </a:moveTo>
                <a:lnTo>
                  <a:pt x="0" y="0"/>
                </a:lnTo>
              </a:path>
            </a:pathLst>
          </a:custGeom>
          <a:noFill/>
          <a:ln w="16800">
            <a:solidFill>
              <a:srgbClr val="24292D"/>
            </a:solidFill>
            <a:prstDash val="solid"/>
          </a:ln>
        </p:spPr>
      </p:sp>
      <p:sp>
        <p:nvSpPr>
          <p:cNvPr id="78" name="Figure S2 (c–f) plot object 77">
            <a:extLst>
              <a:ext uri="{FF2B5EF4-FFF2-40B4-BE49-F238E27FC236}">
                <ns2:creationId id="{B3B41FB7-F763-4F67-A8ED-A79B8591A81D}"/>
              </a:ext>
            </a:extLst>
          </p:cNvPr>
          <p:cNvSpPr>
            <a:spLocks noGrp="1"/>
          </p:cNvSpPr>
          <p:nvPr/>
        </p:nvSpPr>
        <p:spPr>
          <a:xfrm>
            <a:off x="3967556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79" name="−20">
            <a:extLst>
              <a:ext uri="{FF2B5EF4-FFF2-40B4-BE49-F238E27FC236}">
                <ns2:creationId id="{7C6214AD-7FA7-42FF-8D18-61A9C9A184F1}"/>
              </a:ext>
            </a:extLst>
          </p:cNvPr>
          <p:cNvSpPr>
            <a:spLocks noGrp="1"/>
          </p:cNvSpPr>
          <p:nvPr/>
        </p:nvSpPr>
        <p:spPr>
          <a:xfrm rot="0">
            <a:off x="3834143" y="9937815"/>
            <a:ext cx="34588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−20</a:t>
            </a:r>
          </a:p>
        </p:txBody>
      </p:sp>
      <p:sp>
        <p:nvSpPr>
          <p:cNvPr id="80" name="Figure S2 (c–f) plot object 79">
            <a:extLst>
              <a:ext uri="{FF2B5EF4-FFF2-40B4-BE49-F238E27FC236}">
                <ns2:creationId id="{2B0FC57D-523F-4E37-9544-A537A338755D}"/>
              </a:ext>
            </a:extLst>
          </p:cNvPr>
          <p:cNvSpPr>
            <a:spLocks noGrp="1"/>
          </p:cNvSpPr>
          <p:nvPr/>
        </p:nvSpPr>
        <p:spPr>
          <a:xfrm>
            <a:off x="4663421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81" name="−10">
            <a:extLst>
              <a:ext uri="{FF2B5EF4-FFF2-40B4-BE49-F238E27FC236}">
                <ns2:creationId id="{F02A3FCB-86CC-4D57-80E7-AE2072AAF588}"/>
              </a:ext>
            </a:extLst>
          </p:cNvPr>
          <p:cNvSpPr>
            <a:spLocks noGrp="1"/>
          </p:cNvSpPr>
          <p:nvPr/>
        </p:nvSpPr>
        <p:spPr>
          <a:xfrm rot="0">
            <a:off x="4528772" y="9937815"/>
            <a:ext cx="34835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−10</a:t>
            </a:r>
          </a:p>
        </p:txBody>
      </p:sp>
      <p:sp>
        <p:nvSpPr>
          <p:cNvPr id="82" name="Figure S2 (c–f) plot object 81">
            <a:extLst>
              <a:ext uri="{FF2B5EF4-FFF2-40B4-BE49-F238E27FC236}">
                <ns2:creationId id="{322314E7-3CFF-4F9A-9747-79C4947BB3F3}"/>
              </a:ext>
            </a:extLst>
          </p:cNvPr>
          <p:cNvSpPr>
            <a:spLocks noGrp="1"/>
          </p:cNvSpPr>
          <p:nvPr/>
        </p:nvSpPr>
        <p:spPr>
          <a:xfrm>
            <a:off x="5359285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83" name="0">
            <a:extLst>
              <a:ext uri="{FF2B5EF4-FFF2-40B4-BE49-F238E27FC236}">
                <ns2:creationId id="{A30CBC67-B362-4DFA-8067-64FB1922F91A}"/>
              </a:ext>
            </a:extLst>
          </p:cNvPr>
          <p:cNvSpPr>
            <a:spLocks noGrp="1"/>
          </p:cNvSpPr>
          <p:nvPr/>
        </p:nvSpPr>
        <p:spPr>
          <a:xfrm rot="0">
            <a:off x="5314814" y="9937815"/>
            <a:ext cx="16800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4" name="Figure S2 (c–f) plot object 83">
            <a:extLst>
              <a:ext uri="{FF2B5EF4-FFF2-40B4-BE49-F238E27FC236}">
                <ns2:creationId id="{70A9BBAA-CC34-4923-910C-E09268F06B89}"/>
              </a:ext>
            </a:extLst>
          </p:cNvPr>
          <p:cNvSpPr>
            <a:spLocks noGrp="1"/>
          </p:cNvSpPr>
          <p:nvPr/>
        </p:nvSpPr>
        <p:spPr>
          <a:xfrm>
            <a:off x="6055149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85" name="10">
            <a:extLst>
              <a:ext uri="{FF2B5EF4-FFF2-40B4-BE49-F238E27FC236}">
                <ns2:creationId id="{A7E30A91-4EC6-4C79-8937-F15BC6F3B760}"/>
              </a:ext>
            </a:extLst>
          </p:cNvPr>
          <p:cNvSpPr>
            <a:spLocks noGrp="1"/>
          </p:cNvSpPr>
          <p:nvPr/>
        </p:nvSpPr>
        <p:spPr>
          <a:xfrm rot="0">
            <a:off x="5966207" y="9937815"/>
            <a:ext cx="256944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86" name="Figure S2 (c–f) plot object 85">
            <a:extLst>
              <a:ext uri="{FF2B5EF4-FFF2-40B4-BE49-F238E27FC236}">
                <ns2:creationId id="{A716DE87-96E9-4A79-B843-A7312976AEBE}"/>
              </a:ext>
            </a:extLst>
          </p:cNvPr>
          <p:cNvSpPr>
            <a:spLocks noGrp="1"/>
          </p:cNvSpPr>
          <p:nvPr/>
        </p:nvSpPr>
        <p:spPr>
          <a:xfrm>
            <a:off x="6751014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87" name="20">
            <a:extLst>
              <a:ext uri="{FF2B5EF4-FFF2-40B4-BE49-F238E27FC236}">
                <ns2:creationId id="{C3A78A19-5CC7-4A9E-A0A3-34CDAE18AE5F}"/>
              </a:ext>
            </a:extLst>
          </p:cNvPr>
          <p:cNvSpPr>
            <a:spLocks noGrp="1"/>
          </p:cNvSpPr>
          <p:nvPr/>
        </p:nvSpPr>
        <p:spPr>
          <a:xfrm rot="0">
            <a:off x="6663307" y="9937815"/>
            <a:ext cx="25447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88" name="Δ coverage vs Opaque (pp)">
            <a:extLst>
              <a:ext uri="{FF2B5EF4-FFF2-40B4-BE49-F238E27FC236}">
                <ns2:creationId id="{0CC237B6-1917-40A5-9B44-F0A598344D1C}"/>
              </a:ext>
            </a:extLst>
          </p:cNvPr>
          <p:cNvSpPr>
            <a:spLocks noGrp="1"/>
          </p:cNvSpPr>
          <p:nvPr/>
        </p:nvSpPr>
        <p:spPr>
          <a:xfrm rot="0">
            <a:off x="4315620" y="10161614"/>
            <a:ext cx="2119786" cy="2268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Δ coverage vs Opaque (pp)</a:t>
            </a:r>
          </a:p>
        </p:txBody>
      </p:sp>
      <p:sp>
        <p:nvSpPr>
          <p:cNvPr id="89" name="W01   94.1">
            <a:extLst>
              <a:ext uri="{FF2B5EF4-FFF2-40B4-BE49-F238E27FC236}">
                <ns2:creationId id="{175F34C2-0AA7-4A15-8C3F-0C8B08597B01}"/>
              </a:ext>
            </a:extLst>
          </p:cNvPr>
          <p:cNvSpPr>
            <a:spLocks noGrp="1"/>
          </p:cNvSpPr>
          <p:nvPr/>
        </p:nvSpPr>
        <p:spPr>
          <a:xfrm rot="0">
            <a:off x="2755123" y="6811515"/>
            <a:ext cx="84989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   94.1</a:t>
            </a:r>
          </a:p>
        </p:txBody>
      </p:sp>
      <p:sp>
        <p:nvSpPr>
          <p:cNvPr id="90" name="W02   96.3">
            <a:extLst>
              <a:ext uri="{FF2B5EF4-FFF2-40B4-BE49-F238E27FC236}">
                <ns2:creationId id="{7549E4C9-1399-41FD-BB62-830A07923F24}"/>
              </a:ext>
            </a:extLst>
          </p:cNvPr>
          <p:cNvSpPr>
            <a:spLocks noGrp="1"/>
          </p:cNvSpPr>
          <p:nvPr/>
        </p:nvSpPr>
        <p:spPr>
          <a:xfrm rot="0">
            <a:off x="2760064" y="7358019"/>
            <a:ext cx="8449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   96.3</a:t>
            </a:r>
          </a:p>
        </p:txBody>
      </p:sp>
      <p:sp>
        <p:nvSpPr>
          <p:cNvPr id="91" name="W03   80.0">
            <a:extLst>
              <a:ext uri="{FF2B5EF4-FFF2-40B4-BE49-F238E27FC236}">
                <ns2:creationId id="{397898CA-F33C-4677-8567-5B3FEC9BE684}"/>
              </a:ext>
            </a:extLst>
          </p:cNvPr>
          <p:cNvSpPr>
            <a:spLocks noGrp="1"/>
          </p:cNvSpPr>
          <p:nvPr/>
        </p:nvSpPr>
        <p:spPr>
          <a:xfrm rot="0">
            <a:off x="2755123" y="7904523"/>
            <a:ext cx="849891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   80.0</a:t>
            </a:r>
          </a:p>
        </p:txBody>
      </p:sp>
      <p:sp>
        <p:nvSpPr>
          <p:cNvPr id="92" name="W04   97.0">
            <a:extLst>
              <a:ext uri="{FF2B5EF4-FFF2-40B4-BE49-F238E27FC236}">
                <ns2:creationId id="{B424EE4A-EF7E-42FB-A626-45AECAF3BF75}"/>
              </a:ext>
            </a:extLst>
          </p:cNvPr>
          <p:cNvSpPr>
            <a:spLocks noGrp="1"/>
          </p:cNvSpPr>
          <p:nvPr/>
        </p:nvSpPr>
        <p:spPr>
          <a:xfrm rot="0">
            <a:off x="2757593" y="8451027"/>
            <a:ext cx="84742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   97.0</a:t>
            </a:r>
          </a:p>
        </p:txBody>
      </p:sp>
      <p:sp>
        <p:nvSpPr>
          <p:cNvPr id="93" name="W05   85.9">
            <a:extLst>
              <a:ext uri="{FF2B5EF4-FFF2-40B4-BE49-F238E27FC236}">
                <ns2:creationId id="{02D84631-8FB7-44A1-A2CF-5BCAB395D1DD}"/>
              </a:ext>
            </a:extLst>
          </p:cNvPr>
          <p:cNvSpPr>
            <a:spLocks noGrp="1"/>
          </p:cNvSpPr>
          <p:nvPr/>
        </p:nvSpPr>
        <p:spPr>
          <a:xfrm rot="0">
            <a:off x="2760064" y="8997531"/>
            <a:ext cx="844950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   85.9</a:t>
            </a:r>
          </a:p>
        </p:txBody>
      </p:sp>
      <p:sp>
        <p:nvSpPr>
          <p:cNvPr id="94" name="Mean">
            <a:extLst>
              <a:ext uri="{FF2B5EF4-FFF2-40B4-BE49-F238E27FC236}">
                <ns2:creationId id="{1E7CF561-1574-40D7-A4F5-ED5F4D5AA7BD}"/>
              </a:ext>
            </a:extLst>
          </p:cNvPr>
          <p:cNvSpPr>
            <a:spLocks noGrp="1"/>
          </p:cNvSpPr>
          <p:nvPr/>
        </p:nvSpPr>
        <p:spPr>
          <a:xfrm rot="0">
            <a:off x="3130656" y="9516709"/>
            <a:ext cx="474358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95" name="Figure S2 (c–f) plot object 94">
            <a:extLst>
              <a:ext uri="{FF2B5EF4-FFF2-40B4-BE49-F238E27FC236}">
                <ns2:creationId id="{BD296F86-F1CD-473A-AFD0-6995E444EE3D}"/>
              </a:ext>
            </a:extLst>
          </p:cNvPr>
          <p:cNvSpPr>
            <a:spLocks noGrp="1"/>
          </p:cNvSpPr>
          <p:nvPr/>
        </p:nvSpPr>
        <p:spPr>
          <a:xfrm>
            <a:off x="3624778" y="9370593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D7DDE1"/>
            </a:solidFill>
            <a:prstDash val="solid"/>
          </a:ln>
        </p:spPr>
      </p:sp>
      <p:sp>
        <p:nvSpPr>
          <p:cNvPr id="96" name="Figure S2 (c–f) plot object 95">
            <a:extLst>
              <a:ext uri="{FF2B5EF4-FFF2-40B4-BE49-F238E27FC236}">
                <ns2:creationId id="{98CBDB96-C960-4C7E-ACDB-6A8657766027}"/>
              </a:ext>
            </a:extLst>
          </p:cNvPr>
          <p:cNvSpPr>
            <a:spLocks noGrp="1"/>
          </p:cNvSpPr>
          <p:nvPr/>
        </p:nvSpPr>
        <p:spPr>
          <a:xfrm>
            <a:off x="5400521" y="9545475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277F8A"/>
            </a:solidFill>
            <a:prstDash val="solid"/>
          </a:ln>
        </p:spPr>
      </p:sp>
      <p:sp>
        <p:nvSpPr>
          <p:cNvPr id="97" name="Figure S2 (c–f) plot object 96">
            <a:extLst>
              <a:ext uri="{FF2B5EF4-FFF2-40B4-BE49-F238E27FC236}">
                <ns2:creationId id="{3806571E-86F1-440F-B839-E2773538B619}"/>
              </a:ext>
            </a:extLst>
          </p:cNvPr>
          <p:cNvSpPr>
            <a:spLocks noGrp="1"/>
          </p:cNvSpPr>
          <p:nvPr/>
        </p:nvSpPr>
        <p:spPr>
          <a:xfrm>
            <a:off x="5323654" y="9468607"/>
            <a:ext cx="153735" cy="153735"/>
          </a:xfrm>
          <a:custGeom>
            <a:pathLst>
              <a:path w="153735" h="153735">
                <a:moveTo>
                  <a:pt x="76867" y="153735"/>
                </a:moveTo>
                <a:lnTo>
                  <a:pt x="153735" y="76867"/>
                </a:lnTo>
                <a:lnTo>
                  <a:pt x="76867" y="0"/>
                </a:lnTo>
                <a:lnTo>
                  <a:pt x="0" y="76867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98" name="Figure S2 (c–f) plot object 97">
            <a:extLst>
              <a:ext uri="{FF2B5EF4-FFF2-40B4-BE49-F238E27FC236}">
                <ns2:creationId id="{E726F26B-09CA-4B2A-B531-A93F29BF0350}"/>
              </a:ext>
            </a:extLst>
          </p:cNvPr>
          <p:cNvSpPr>
            <a:spLocks noGrp="1"/>
          </p:cNvSpPr>
          <p:nvPr/>
        </p:nvSpPr>
        <p:spPr>
          <a:xfrm>
            <a:off x="5287121" y="9665706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BC7850"/>
            </a:solidFill>
            <a:prstDash val="solid"/>
          </a:ln>
        </p:spPr>
      </p:sp>
      <p:sp>
        <p:nvSpPr>
          <p:cNvPr id="99" name="Figure S2 (c–f) plot object 98">
            <a:extLst>
              <a:ext uri="{FF2B5EF4-FFF2-40B4-BE49-F238E27FC236}">
                <ns2:creationId id="{8A5FD64D-730F-4959-8ECA-2D77128328E9}"/>
              </a:ext>
            </a:extLst>
          </p:cNvPr>
          <p:cNvSpPr>
            <a:spLocks noGrp="1"/>
          </p:cNvSpPr>
          <p:nvPr/>
        </p:nvSpPr>
        <p:spPr>
          <a:xfrm>
            <a:off x="5232768" y="9611352"/>
            <a:ext cx="108707" cy="108707"/>
          </a:xfrm>
          <a:custGeom>
            <a:pathLst>
              <a:path w="108707" h="108707">
                <a:moveTo>
                  <a:pt x="54353" y="108707"/>
                </a:moveTo>
                <a:cubicBezTo>
                  <a:pt x="68768" y="108707"/>
                  <a:pt x="82594" y="102980"/>
                  <a:pt x="92787" y="92787"/>
                </a:cubicBezTo>
                <a:cubicBezTo>
                  <a:pt x="102980" y="82594"/>
                  <a:pt x="108707" y="68768"/>
                  <a:pt x="108707" y="54353"/>
                </a:cubicBezTo>
                <a:cubicBezTo>
                  <a:pt x="108707" y="39939"/>
                  <a:pt x="102980" y="26112"/>
                  <a:pt x="92787" y="15920"/>
                </a:cubicBezTo>
                <a:cubicBezTo>
                  <a:pt x="82594" y="5727"/>
                  <a:pt x="68768" y="0"/>
                  <a:pt x="54353" y="0"/>
                </a:cubicBezTo>
                <a:cubicBezTo>
                  <a:pt x="39939" y="0"/>
                  <a:pt x="26112" y="5727"/>
                  <a:pt x="15920" y="15920"/>
                </a:cubicBezTo>
                <a:cubicBezTo>
                  <a:pt x="5727" y="26112"/>
                  <a:pt x="0" y="39939"/>
                  <a:pt x="0" y="54353"/>
                </a:cubicBezTo>
                <a:cubicBezTo>
                  <a:pt x="0" y="68768"/>
                  <a:pt x="5727" y="82594"/>
                  <a:pt x="15920" y="92787"/>
                </a:cubicBezTo>
                <a:cubicBezTo>
                  <a:pt x="26112" y="102980"/>
                  <a:pt x="39939" y="108707"/>
                  <a:pt x="54353" y="108707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00" name="Figure S2 (c–f) plot object 99">
            <a:extLst>
              <a:ext uri="{FF2B5EF4-FFF2-40B4-BE49-F238E27FC236}">
                <ns2:creationId id="{522C7498-EF93-4014-B995-CA7426607473}"/>
              </a:ext>
            </a:extLst>
          </p:cNvPr>
          <p:cNvSpPr>
            <a:spLocks noGrp="1"/>
          </p:cNvSpPr>
          <p:nvPr/>
        </p:nvSpPr>
        <p:spPr>
          <a:xfrm>
            <a:off x="3624778" y="9851517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24292D"/>
            </a:solidFill>
            <a:prstDash val="solid"/>
          </a:ln>
        </p:spPr>
      </p:sp>
      <p:sp>
        <p:nvSpPr>
          <p:cNvPr id="101" name="Figure S2 (c–f) plot object 100">
            <a:extLst>
              <a:ext uri="{FF2B5EF4-FFF2-40B4-BE49-F238E27FC236}">
                <ns2:creationId id="{FCB6F6BA-B5B8-47CE-BDB0-8918E3A24422}"/>
              </a:ext>
            </a:extLst>
          </p:cNvPr>
          <p:cNvSpPr>
            <a:spLocks noGrp="1"/>
          </p:cNvSpPr>
          <p:nvPr/>
        </p:nvSpPr>
        <p:spPr>
          <a:xfrm>
            <a:off x="5186315" y="6764935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02" name="Figure S2 (c–f) plot object 101">
            <a:extLst>
              <a:ext uri="{FF2B5EF4-FFF2-40B4-BE49-F238E27FC236}">
                <ns2:creationId id="{0A82FE53-8C5B-445D-B1A8-206542EEC294}"/>
              </a:ext>
            </a:extLst>
          </p:cNvPr>
          <p:cNvSpPr>
            <a:spLocks noGrp="1"/>
          </p:cNvSpPr>
          <p:nvPr/>
        </p:nvSpPr>
        <p:spPr>
          <a:xfrm>
            <a:off x="4536690" y="6916563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03" name="Figure S2 (c–f) plot object 102">
            <a:extLst>
              <a:ext uri="{FF2B5EF4-FFF2-40B4-BE49-F238E27FC236}">
                <ns2:creationId id="{C59EE92E-72F1-484B-9979-9DCE6168E6C6}"/>
              </a:ext>
            </a:extLst>
          </p:cNvPr>
          <p:cNvSpPr>
            <a:spLocks noGrp="1"/>
          </p:cNvSpPr>
          <p:nvPr/>
        </p:nvSpPr>
        <p:spPr>
          <a:xfrm>
            <a:off x="4052313" y="7311439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04" name="Figure S2 (c–f) plot object 103">
            <a:extLst>
              <a:ext uri="{FF2B5EF4-FFF2-40B4-BE49-F238E27FC236}">
                <ns2:creationId id="{3B433FF0-0AD2-4871-916C-9337B31F24EF}"/>
              </a:ext>
            </a:extLst>
          </p:cNvPr>
          <p:cNvSpPr>
            <a:spLocks noGrp="1"/>
          </p:cNvSpPr>
          <p:nvPr/>
        </p:nvSpPr>
        <p:spPr>
          <a:xfrm>
            <a:off x="3969689" y="7463067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05" name="Figure S2 (c–f) plot object 104">
            <a:extLst>
              <a:ext uri="{FF2B5EF4-FFF2-40B4-BE49-F238E27FC236}">
                <ns2:creationId id="{149EB700-C2D0-42AC-BE44-A1368AB02873}"/>
              </a:ext>
            </a:extLst>
          </p:cNvPr>
          <p:cNvSpPr>
            <a:spLocks noGrp="1"/>
          </p:cNvSpPr>
          <p:nvPr/>
        </p:nvSpPr>
        <p:spPr>
          <a:xfrm>
            <a:off x="6578043" y="7857943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06" name="Figure S2 (c–f) plot object 105">
            <a:extLst>
              <a:ext uri="{FF2B5EF4-FFF2-40B4-BE49-F238E27FC236}">
                <ns2:creationId id="{A9752E57-E0B0-4552-B39E-C7FDAB13AEBD}"/>
              </a:ext>
            </a:extLst>
          </p:cNvPr>
          <p:cNvSpPr>
            <a:spLocks noGrp="1"/>
          </p:cNvSpPr>
          <p:nvPr/>
        </p:nvSpPr>
        <p:spPr>
          <a:xfrm>
            <a:off x="6340783" y="8009571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07" name="Figure S2 (c–f) plot object 106">
            <a:extLst>
              <a:ext uri="{FF2B5EF4-FFF2-40B4-BE49-F238E27FC236}">
                <ns2:creationId id="{4D2B78A6-2E6E-4153-B817-6E3FAEFC5E73}"/>
              </a:ext>
            </a:extLst>
          </p:cNvPr>
          <p:cNvSpPr>
            <a:spLocks noGrp="1"/>
          </p:cNvSpPr>
          <p:nvPr/>
        </p:nvSpPr>
        <p:spPr>
          <a:xfrm>
            <a:off x="4825496" y="8404447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08" name="Figure S2 (c–f) plot object 107">
            <a:extLst>
              <a:ext uri="{FF2B5EF4-FFF2-40B4-BE49-F238E27FC236}">
                <ns2:creationId id="{F93A62D7-C234-49FB-94A8-6C33AED5F46D}"/>
              </a:ext>
            </a:extLst>
          </p:cNvPr>
          <p:cNvSpPr>
            <a:spLocks noGrp="1"/>
          </p:cNvSpPr>
          <p:nvPr/>
        </p:nvSpPr>
        <p:spPr>
          <a:xfrm>
            <a:off x="5258327" y="8556076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09" name="Figure S2 (c–f) plot object 108">
            <a:extLst>
              <a:ext uri="{FF2B5EF4-FFF2-40B4-BE49-F238E27FC236}">
                <ns2:creationId id="{58D374CF-5B6C-4E42-B3BF-93F06DD5D6FE}"/>
              </a:ext>
            </a:extLst>
          </p:cNvPr>
          <p:cNvSpPr>
            <a:spLocks noGrp="1"/>
          </p:cNvSpPr>
          <p:nvPr/>
        </p:nvSpPr>
        <p:spPr>
          <a:xfrm>
            <a:off x="6011043" y="8950951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10" name="Figure S2 (c–f) plot object 109">
            <a:extLst>
              <a:ext uri="{FF2B5EF4-FFF2-40B4-BE49-F238E27FC236}">
                <ns2:creationId id="{07A88DA5-C766-493C-B1CE-A305DED39CB9}"/>
              </a:ext>
            </a:extLst>
          </p:cNvPr>
          <p:cNvSpPr>
            <a:spLocks noGrp="1"/>
          </p:cNvSpPr>
          <p:nvPr/>
        </p:nvSpPr>
        <p:spPr>
          <a:xfrm>
            <a:off x="6083056" y="9102580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11" name="e">
            <a:extLst>
              <a:ext uri="{FF2B5EF4-FFF2-40B4-BE49-F238E27FC236}">
                <ns2:creationId id="{33EC67D7-B2DF-4447-8E76-A73ABA893258}"/>
              </a:ext>
            </a:extLst>
          </p:cNvPr>
          <p:cNvSpPr>
            <a:spLocks noGrp="1"/>
          </p:cNvSpPr>
          <p:nvPr/>
        </p:nvSpPr>
        <p:spPr>
          <a:xfrm rot="0">
            <a:off x="3146333" y="5866260"/>
            <a:ext cx="249532" cy="3201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12" name="World    Opaque coverage (%)">
            <a:extLst>
              <a:ext uri="{FF2B5EF4-FFF2-40B4-BE49-F238E27FC236}">
                <ns2:creationId id="{C925F4FA-4F97-41F2-AB0E-6459324C9015}"/>
              </a:ext>
            </a:extLst>
          </p:cNvPr>
          <p:cNvSpPr>
            <a:spLocks noGrp="1"/>
          </p:cNvSpPr>
          <p:nvPr/>
        </p:nvSpPr>
        <p:spPr>
          <a:xfrm rot="0">
            <a:off x="3556429" y="6196294"/>
            <a:ext cx="2120774" cy="2027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World    Opaque coverage (%)</a:t>
            </a:r>
          </a:p>
        </p:txBody>
      </p:sp>
      <p:sp>
        <p:nvSpPr>
          <p:cNvPr id="113" name="Other nine / interval coverage">
            <a:extLst>
              <a:ext uri="{FF2B5EF4-FFF2-40B4-BE49-F238E27FC236}">
                <ns2:creationId id="{9A09FBB7-05CC-46D8-819C-9D954516500A}"/>
              </a:ext>
            </a:extLst>
          </p:cNvPr>
          <p:cNvSpPr>
            <a:spLocks noGrp="1"/>
          </p:cNvSpPr>
          <p:nvPr/>
        </p:nvSpPr>
        <p:spPr>
          <a:xfrm rot="0">
            <a:off x="3624778" y="5811445"/>
            <a:ext cx="29292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Other nine / interval coverage</a:t>
            </a:r>
          </a:p>
        </p:txBody>
      </p:sp>
      <p:sp>
        <p:nvSpPr>
          <p:cNvPr id="114" name="Figure S2 (c–f) plot object 113">
            <a:extLst>
              <a:ext uri="{FF2B5EF4-FFF2-40B4-BE49-F238E27FC236}">
                <ns2:creationId id="{7E709167-92F4-4786-AF82-95335023F8BA}"/>
              </a:ext>
            </a:extLst>
          </p:cNvPr>
          <p:cNvSpPr>
            <a:spLocks noGrp="1"/>
          </p:cNvSpPr>
          <p:nvPr/>
        </p:nvSpPr>
        <p:spPr>
          <a:xfrm>
            <a:off x="8340884" y="6517842"/>
            <a:ext cx="3417468" cy="3333675"/>
          </a:xfrm>
          <a:custGeom>
            <a:pathLst>
              <a:path w="3417468" h="3333675">
                <a:moveTo>
                  <a:pt x="0" y="3333675"/>
                </a:moveTo>
                <a:lnTo>
                  <a:pt x="3417468" y="3333675"/>
                </a:lnTo>
                <a:lnTo>
                  <a:pt x="34174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765">
            <a:noFill/>
            <a:prstDash val="solid"/>
          </a:ln>
        </p:spPr>
      </p:sp>
      <p:sp>
        <p:nvSpPr>
          <p:cNvPr id="115" name="Figure S2 (c–f) plot object 114">
            <a:extLst>
              <a:ext uri="{FF2B5EF4-FFF2-40B4-BE49-F238E27FC236}">
                <ns2:creationId id="{89ACED0B-3B04-4075-BAEF-127609F627B0}"/>
              </a:ext>
            </a:extLst>
          </p:cNvPr>
          <p:cNvSpPr>
            <a:spLocks noGrp="1"/>
          </p:cNvSpPr>
          <p:nvPr/>
        </p:nvSpPr>
        <p:spPr>
          <a:xfrm>
            <a:off x="11364028" y="6517842"/>
            <a:ext cx="20" cy="3333675"/>
          </a:xfrm>
          <a:custGeom>
            <a:pathLst>
              <a:path w="20" h="3333675">
                <a:moveTo>
                  <a:pt x="0" y="3333675"/>
                </a:moveTo>
                <a:lnTo>
                  <a:pt x="0" y="0"/>
                </a:lnTo>
              </a:path>
            </a:pathLst>
          </a:custGeom>
          <a:noFill/>
          <a:ln w="16800">
            <a:solidFill>
              <a:srgbClr val="24292D"/>
            </a:solidFill>
            <a:prstDash val="solid"/>
          </a:ln>
        </p:spPr>
      </p:sp>
      <p:sp>
        <p:nvSpPr>
          <p:cNvPr id="116" name="Figure S2 (c–f) plot object 115">
            <a:extLst>
              <a:ext uri="{FF2B5EF4-FFF2-40B4-BE49-F238E27FC236}">
                <ns2:creationId id="{25AC533F-AB7D-4F6F-A9F0-168C33FA5DD5}"/>
              </a:ext>
            </a:extLst>
          </p:cNvPr>
          <p:cNvSpPr>
            <a:spLocks noGrp="1"/>
          </p:cNvSpPr>
          <p:nvPr/>
        </p:nvSpPr>
        <p:spPr>
          <a:xfrm>
            <a:off x="8998089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117" name="−90">
            <a:extLst>
              <a:ext uri="{FF2B5EF4-FFF2-40B4-BE49-F238E27FC236}">
                <ns2:creationId id="{ACC65B31-6048-4883-8E0C-604EA9516E93}"/>
              </a:ext>
            </a:extLst>
          </p:cNvPr>
          <p:cNvSpPr>
            <a:spLocks noGrp="1"/>
          </p:cNvSpPr>
          <p:nvPr/>
        </p:nvSpPr>
        <p:spPr>
          <a:xfrm rot="0">
            <a:off x="8863441" y="9937815"/>
            <a:ext cx="34835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−90</a:t>
            </a:r>
          </a:p>
        </p:txBody>
      </p:sp>
      <p:sp>
        <p:nvSpPr>
          <p:cNvPr id="118" name="Figure S2 (c–f) plot object 117">
            <a:extLst>
              <a:ext uri="{FF2B5EF4-FFF2-40B4-BE49-F238E27FC236}">
                <ns2:creationId id="{79A7EC98-4E6D-45E3-B11B-CD81B045FD7A}"/>
              </a:ext>
            </a:extLst>
          </p:cNvPr>
          <p:cNvSpPr>
            <a:spLocks noGrp="1"/>
          </p:cNvSpPr>
          <p:nvPr/>
        </p:nvSpPr>
        <p:spPr>
          <a:xfrm>
            <a:off x="9786735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119" name="−60">
            <a:extLst>
              <a:ext uri="{FF2B5EF4-FFF2-40B4-BE49-F238E27FC236}">
                <ns2:creationId id="{7E770DE9-604C-4A6A-A333-4954CE70FA0D}"/>
              </a:ext>
            </a:extLst>
          </p:cNvPr>
          <p:cNvSpPr>
            <a:spLocks noGrp="1"/>
          </p:cNvSpPr>
          <p:nvPr/>
        </p:nvSpPr>
        <p:spPr>
          <a:xfrm rot="0">
            <a:off x="9653322" y="9937815"/>
            <a:ext cx="34588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−60</a:t>
            </a:r>
          </a:p>
        </p:txBody>
      </p:sp>
      <p:sp>
        <p:nvSpPr>
          <p:cNvPr id="120" name="Figure S2 (c–f) plot object 119">
            <a:extLst>
              <a:ext uri="{FF2B5EF4-FFF2-40B4-BE49-F238E27FC236}">
                <ns2:creationId id="{14133F4B-4381-4482-829C-FA69A7A932F5}"/>
              </a:ext>
            </a:extLst>
          </p:cNvPr>
          <p:cNvSpPr>
            <a:spLocks noGrp="1"/>
          </p:cNvSpPr>
          <p:nvPr/>
        </p:nvSpPr>
        <p:spPr>
          <a:xfrm>
            <a:off x="10575382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121" name="−30">
            <a:extLst>
              <a:ext uri="{FF2B5EF4-FFF2-40B4-BE49-F238E27FC236}">
                <ns2:creationId id="{0F340640-362C-48D7-8EBC-365BC8EAFE51}"/>
              </a:ext>
            </a:extLst>
          </p:cNvPr>
          <p:cNvSpPr>
            <a:spLocks noGrp="1"/>
          </p:cNvSpPr>
          <p:nvPr/>
        </p:nvSpPr>
        <p:spPr>
          <a:xfrm rot="0">
            <a:off x="10440734" y="9937815"/>
            <a:ext cx="348356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−30</a:t>
            </a:r>
          </a:p>
        </p:txBody>
      </p:sp>
      <p:sp>
        <p:nvSpPr>
          <p:cNvPr id="122" name="Figure S2 (c–f) plot object 121">
            <a:extLst>
              <a:ext uri="{FF2B5EF4-FFF2-40B4-BE49-F238E27FC236}">
                <ns2:creationId id="{C75B594A-7D2F-4289-85FA-EF5491DF92C7}"/>
              </a:ext>
            </a:extLst>
          </p:cNvPr>
          <p:cNvSpPr>
            <a:spLocks noGrp="1"/>
          </p:cNvSpPr>
          <p:nvPr/>
        </p:nvSpPr>
        <p:spPr>
          <a:xfrm>
            <a:off x="11364028" y="9851517"/>
            <a:ext cx="20" cy="59295"/>
          </a:xfrm>
          <a:custGeom>
            <a:pathLst>
              <a:path w="20" h="59295">
                <a:moveTo>
                  <a:pt x="0" y="0"/>
                </a:moveTo>
                <a:lnTo>
                  <a:pt x="0" y="59295"/>
                </a:lnTo>
              </a:path>
            </a:pathLst>
          </a:custGeom>
          <a:solidFill>
            <a:srgbClr val="24292D"/>
          </a:solidFill>
          <a:ln w="15812">
            <a:solidFill>
              <a:srgbClr val="24292D"/>
            </a:solidFill>
            <a:prstDash val="solid"/>
          </a:ln>
        </p:spPr>
      </p:sp>
      <p:sp>
        <p:nvSpPr>
          <p:cNvPr id="123" name="0">
            <a:extLst>
              <a:ext uri="{FF2B5EF4-FFF2-40B4-BE49-F238E27FC236}">
                <ns2:creationId id="{64D5006E-231A-473F-8C53-AE15FCD8627D}"/>
              </a:ext>
            </a:extLst>
          </p:cNvPr>
          <p:cNvSpPr>
            <a:spLocks noGrp="1"/>
          </p:cNvSpPr>
          <p:nvPr/>
        </p:nvSpPr>
        <p:spPr>
          <a:xfrm rot="0">
            <a:off x="11319557" y="9937815"/>
            <a:ext cx="16800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24" name="Δ coverage vs Opaque (pp)">
            <a:extLst>
              <a:ext uri="{FF2B5EF4-FFF2-40B4-BE49-F238E27FC236}">
                <ns2:creationId id="{927464CA-C713-4F82-86E4-00CC5E753EFC}"/>
              </a:ext>
            </a:extLst>
          </p:cNvPr>
          <p:cNvSpPr>
            <a:spLocks noGrp="1"/>
          </p:cNvSpPr>
          <p:nvPr/>
        </p:nvSpPr>
        <p:spPr>
          <a:xfrm rot="0">
            <a:off x="9031725" y="10161614"/>
            <a:ext cx="2119786" cy="2268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Δ coverage vs Opaque (pp)</a:t>
            </a:r>
          </a:p>
        </p:txBody>
      </p:sp>
      <p:sp>
        <p:nvSpPr>
          <p:cNvPr id="125" name="W01   66.7">
            <a:extLst>
              <a:ext uri="{FF2B5EF4-FFF2-40B4-BE49-F238E27FC236}">
                <ns2:creationId id="{02EC56A2-7099-4EC4-A370-17691B26EE7A}"/>
              </a:ext>
            </a:extLst>
          </p:cNvPr>
          <p:cNvSpPr>
            <a:spLocks noGrp="1"/>
          </p:cNvSpPr>
          <p:nvPr/>
        </p:nvSpPr>
        <p:spPr>
          <a:xfrm rot="0">
            <a:off x="7478640" y="6811515"/>
            <a:ext cx="842479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W01   66.7</a:t>
            </a:r>
          </a:p>
        </p:txBody>
      </p:sp>
      <p:sp>
        <p:nvSpPr>
          <p:cNvPr id="126" name="W02   100.0">
            <a:extLst>
              <a:ext uri="{FF2B5EF4-FFF2-40B4-BE49-F238E27FC236}">
                <ns2:creationId id="{F69F64EF-14DF-425D-9CF7-D7E4D4ED0122}"/>
              </a:ext>
            </a:extLst>
          </p:cNvPr>
          <p:cNvSpPr>
            <a:spLocks noGrp="1"/>
          </p:cNvSpPr>
          <p:nvPr/>
        </p:nvSpPr>
        <p:spPr>
          <a:xfrm rot="0">
            <a:off x="7384757" y="7358019"/>
            <a:ext cx="9363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W02   100.0</a:t>
            </a:r>
          </a:p>
        </p:txBody>
      </p:sp>
      <p:sp>
        <p:nvSpPr>
          <p:cNvPr id="127" name="W03   100.0">
            <a:extLst>
              <a:ext uri="{FF2B5EF4-FFF2-40B4-BE49-F238E27FC236}">
                <ns2:creationId id="{F9E9E9E0-7D1C-40B6-8ECD-90DAACDBC48F}"/>
              </a:ext>
            </a:extLst>
          </p:cNvPr>
          <p:cNvSpPr>
            <a:spLocks noGrp="1"/>
          </p:cNvSpPr>
          <p:nvPr/>
        </p:nvSpPr>
        <p:spPr>
          <a:xfrm rot="0">
            <a:off x="7382286" y="7904523"/>
            <a:ext cx="9388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W03   100.0</a:t>
            </a:r>
          </a:p>
        </p:txBody>
      </p:sp>
      <p:sp>
        <p:nvSpPr>
          <p:cNvPr id="128" name="W04   100.0">
            <a:extLst>
              <a:ext uri="{FF2B5EF4-FFF2-40B4-BE49-F238E27FC236}">
                <ns2:creationId id="{3FAAA635-975A-45D7-8E65-0EB3DFACD643}"/>
              </a:ext>
            </a:extLst>
          </p:cNvPr>
          <p:cNvSpPr>
            <a:spLocks noGrp="1"/>
          </p:cNvSpPr>
          <p:nvPr/>
        </p:nvSpPr>
        <p:spPr>
          <a:xfrm rot="0">
            <a:off x="7382286" y="8451027"/>
            <a:ext cx="938833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W04   100.0</a:t>
            </a:r>
          </a:p>
        </p:txBody>
      </p:sp>
      <p:sp>
        <p:nvSpPr>
          <p:cNvPr id="129" name="W05   100.0">
            <a:extLst>
              <a:ext uri="{FF2B5EF4-FFF2-40B4-BE49-F238E27FC236}">
                <ns2:creationId id="{84C6EE13-6D18-4E88-8BD9-844D184DBCB6}"/>
              </a:ext>
            </a:extLst>
          </p:cNvPr>
          <p:cNvSpPr>
            <a:spLocks noGrp="1"/>
          </p:cNvSpPr>
          <p:nvPr/>
        </p:nvSpPr>
        <p:spPr>
          <a:xfrm rot="0">
            <a:off x="7384757" y="8997531"/>
            <a:ext cx="936362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W05   100.0</a:t>
            </a:r>
          </a:p>
        </p:txBody>
      </p:sp>
      <p:sp>
        <p:nvSpPr>
          <p:cNvPr id="130" name="Mean">
            <a:extLst>
              <a:ext uri="{FF2B5EF4-FFF2-40B4-BE49-F238E27FC236}">
                <ns2:creationId id="{847BBC8A-B69E-4A67-8E1D-8197EBD775A9}"/>
              </a:ext>
            </a:extLst>
          </p:cNvPr>
          <p:cNvSpPr>
            <a:spLocks noGrp="1"/>
          </p:cNvSpPr>
          <p:nvPr/>
        </p:nvSpPr>
        <p:spPr>
          <a:xfrm rot="0">
            <a:off x="7846761" y="9516709"/>
            <a:ext cx="474358" cy="226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Mean</a:t>
            </a:r>
          </a:p>
        </p:txBody>
      </p:sp>
      <p:sp>
        <p:nvSpPr>
          <p:cNvPr id="131" name="Figure S2 (c–f) plot object 130">
            <a:extLst>
              <a:ext uri="{FF2B5EF4-FFF2-40B4-BE49-F238E27FC236}">
                <ns2:creationId id="{9A24A6D4-860B-48E9-9A71-2B3C9DE643AF}"/>
              </a:ext>
            </a:extLst>
          </p:cNvPr>
          <p:cNvSpPr>
            <a:spLocks noGrp="1"/>
          </p:cNvSpPr>
          <p:nvPr/>
        </p:nvSpPr>
        <p:spPr>
          <a:xfrm>
            <a:off x="8340884" y="9370593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D7DDE1"/>
            </a:solidFill>
            <a:prstDash val="solid"/>
          </a:ln>
        </p:spPr>
      </p:sp>
      <p:sp>
        <p:nvSpPr>
          <p:cNvPr id="132" name="Figure S2 (c–f) plot object 131">
            <a:extLst>
              <a:ext uri="{FF2B5EF4-FFF2-40B4-BE49-F238E27FC236}">
                <ns2:creationId id="{9158A01B-31CF-4505-9ABC-2DAC111F5DF9}"/>
              </a:ext>
            </a:extLst>
          </p:cNvPr>
          <p:cNvSpPr>
            <a:spLocks noGrp="1"/>
          </p:cNvSpPr>
          <p:nvPr/>
        </p:nvSpPr>
        <p:spPr>
          <a:xfrm>
            <a:off x="8968880" y="9545475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277F8A"/>
            </a:solidFill>
            <a:prstDash val="solid"/>
          </a:ln>
        </p:spPr>
      </p:sp>
      <p:sp>
        <p:nvSpPr>
          <p:cNvPr id="133" name="Figure S2 (c–f) plot object 132">
            <a:extLst>
              <a:ext uri="{FF2B5EF4-FFF2-40B4-BE49-F238E27FC236}">
                <ns2:creationId id="{377A5499-7866-4C39-A1A8-BA90045FDCBB}"/>
              </a:ext>
            </a:extLst>
          </p:cNvPr>
          <p:cNvSpPr>
            <a:spLocks noGrp="1"/>
          </p:cNvSpPr>
          <p:nvPr/>
        </p:nvSpPr>
        <p:spPr>
          <a:xfrm>
            <a:off x="8892013" y="9468607"/>
            <a:ext cx="153735" cy="153735"/>
          </a:xfrm>
          <a:custGeom>
            <a:pathLst>
              <a:path w="153735" h="153735">
                <a:moveTo>
                  <a:pt x="76867" y="153735"/>
                </a:moveTo>
                <a:lnTo>
                  <a:pt x="153735" y="76867"/>
                </a:lnTo>
                <a:lnTo>
                  <a:pt x="76867" y="0"/>
                </a:lnTo>
                <a:lnTo>
                  <a:pt x="0" y="76867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34" name="Figure S2 (c–f) plot object 133">
            <a:extLst>
              <a:ext uri="{FF2B5EF4-FFF2-40B4-BE49-F238E27FC236}">
                <ns2:creationId id="{46FFF4C5-92C1-4B5E-9B07-A404B1690020}"/>
              </a:ext>
            </a:extLst>
          </p:cNvPr>
          <p:cNvSpPr>
            <a:spLocks noGrp="1"/>
          </p:cNvSpPr>
          <p:nvPr/>
        </p:nvSpPr>
        <p:spPr>
          <a:xfrm>
            <a:off x="9272655" y="9665706"/>
            <a:ext cx="20" cy="20"/>
          </a:xfrm>
          <a:custGeom>
            <a:pathLst>
              <a:path w="20" h="20">
                <a:moveTo>
                  <a:pt x="0" y="0"/>
                </a:moveTo>
              </a:path>
            </a:pathLst>
          </a:custGeom>
          <a:noFill/>
          <a:ln w="29647">
            <a:solidFill>
              <a:srgbClr val="BC7850"/>
            </a:solidFill>
            <a:prstDash val="solid"/>
          </a:ln>
        </p:spPr>
      </p:sp>
      <p:sp>
        <p:nvSpPr>
          <p:cNvPr id="135" name="Figure S2 (c–f) plot object 134">
            <a:extLst>
              <a:ext uri="{FF2B5EF4-FFF2-40B4-BE49-F238E27FC236}">
                <ns2:creationId id="{C681E41B-C1AE-45FA-99B6-89CDFDC05F1C}"/>
              </a:ext>
            </a:extLst>
          </p:cNvPr>
          <p:cNvSpPr>
            <a:spLocks noGrp="1"/>
          </p:cNvSpPr>
          <p:nvPr/>
        </p:nvSpPr>
        <p:spPr>
          <a:xfrm>
            <a:off x="9218301" y="9611352"/>
            <a:ext cx="108707" cy="108707"/>
          </a:xfrm>
          <a:custGeom>
            <a:pathLst>
              <a:path w="108707" h="108707">
                <a:moveTo>
                  <a:pt x="54353" y="108707"/>
                </a:moveTo>
                <a:cubicBezTo>
                  <a:pt x="68768" y="108707"/>
                  <a:pt x="82594" y="102980"/>
                  <a:pt x="92787" y="92787"/>
                </a:cubicBezTo>
                <a:cubicBezTo>
                  <a:pt x="102980" y="82594"/>
                  <a:pt x="108707" y="68768"/>
                  <a:pt x="108707" y="54353"/>
                </a:cubicBezTo>
                <a:cubicBezTo>
                  <a:pt x="108707" y="39939"/>
                  <a:pt x="102980" y="26112"/>
                  <a:pt x="92787" y="15920"/>
                </a:cubicBezTo>
                <a:cubicBezTo>
                  <a:pt x="82594" y="5727"/>
                  <a:pt x="68768" y="0"/>
                  <a:pt x="54353" y="0"/>
                </a:cubicBezTo>
                <a:cubicBezTo>
                  <a:pt x="39939" y="0"/>
                  <a:pt x="26112" y="5727"/>
                  <a:pt x="15920" y="15920"/>
                </a:cubicBezTo>
                <a:cubicBezTo>
                  <a:pt x="5727" y="26112"/>
                  <a:pt x="0" y="39939"/>
                  <a:pt x="0" y="54353"/>
                </a:cubicBezTo>
                <a:cubicBezTo>
                  <a:pt x="0" y="68768"/>
                  <a:pt x="5727" y="82594"/>
                  <a:pt x="15920" y="92787"/>
                </a:cubicBezTo>
                <a:cubicBezTo>
                  <a:pt x="26112" y="102980"/>
                  <a:pt x="39939" y="108707"/>
                  <a:pt x="54353" y="108707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36" name="Figure S2 (c–f) plot object 135">
            <a:extLst>
              <a:ext uri="{FF2B5EF4-FFF2-40B4-BE49-F238E27FC236}">
                <ns2:creationId id="{2EFAE568-B219-42A7-A0FF-1E1984FBBEBB}"/>
              </a:ext>
            </a:extLst>
          </p:cNvPr>
          <p:cNvSpPr>
            <a:spLocks noGrp="1"/>
          </p:cNvSpPr>
          <p:nvPr/>
        </p:nvSpPr>
        <p:spPr>
          <a:xfrm>
            <a:off x="8340884" y="9851517"/>
            <a:ext cx="3417468" cy="20"/>
          </a:xfrm>
          <a:custGeom>
            <a:pathLst>
              <a:path w="3417468" h="20">
                <a:moveTo>
                  <a:pt x="0" y="0"/>
                </a:moveTo>
                <a:lnTo>
                  <a:pt x="3417468" y="0"/>
                </a:lnTo>
              </a:path>
            </a:pathLst>
          </a:custGeom>
          <a:noFill/>
          <a:ln w="15812">
            <a:solidFill>
              <a:srgbClr val="24292D"/>
            </a:solidFill>
            <a:prstDash val="solid"/>
          </a:ln>
        </p:spPr>
      </p:sp>
      <p:sp>
        <p:nvSpPr>
          <p:cNvPr id="137" name="Figure S2 (c–f) plot object 136">
            <a:extLst>
              <a:ext uri="{FF2B5EF4-FFF2-40B4-BE49-F238E27FC236}">
                <ns2:creationId id="{C68CC0AA-CAA7-486C-A25C-329F1BD8BEA2}"/>
              </a:ext>
            </a:extLst>
          </p:cNvPr>
          <p:cNvSpPr>
            <a:spLocks noGrp="1"/>
          </p:cNvSpPr>
          <p:nvPr/>
        </p:nvSpPr>
        <p:spPr>
          <a:xfrm>
            <a:off x="9833692" y="6764935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38" name="Figure S2 (c–f) plot object 137">
            <a:extLst>
              <a:ext uri="{FF2B5EF4-FFF2-40B4-BE49-F238E27FC236}">
                <ns2:creationId id="{519AB1E3-CCED-4BCD-89EA-839126CC3D4D}"/>
              </a:ext>
            </a:extLst>
          </p:cNvPr>
          <p:cNvSpPr>
            <a:spLocks noGrp="1"/>
          </p:cNvSpPr>
          <p:nvPr/>
        </p:nvSpPr>
        <p:spPr>
          <a:xfrm>
            <a:off x="9562068" y="6916563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39" name="Figure S2 (c–f) plot object 138">
            <a:extLst>
              <a:ext uri="{FF2B5EF4-FFF2-40B4-BE49-F238E27FC236}">
                <ns2:creationId id="{D4DD0EA8-42FA-4C2E-A346-A83290C45412}"/>
              </a:ext>
            </a:extLst>
          </p:cNvPr>
          <p:cNvSpPr>
            <a:spLocks noGrp="1"/>
          </p:cNvSpPr>
          <p:nvPr/>
        </p:nvSpPr>
        <p:spPr>
          <a:xfrm>
            <a:off x="8665327" y="7311439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40" name="Figure S2 (c–f) plot object 139">
            <a:extLst>
              <a:ext uri="{FF2B5EF4-FFF2-40B4-BE49-F238E27FC236}">
                <ns2:creationId id="{9F44A25D-E45D-45E5-8B97-34D59EB6EBA5}"/>
              </a:ext>
            </a:extLst>
          </p:cNvPr>
          <p:cNvSpPr>
            <a:spLocks noGrp="1"/>
          </p:cNvSpPr>
          <p:nvPr/>
        </p:nvSpPr>
        <p:spPr>
          <a:xfrm>
            <a:off x="8685795" y="7463067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41" name="Figure S2 (c–f) plot object 140">
            <a:extLst>
              <a:ext uri="{FF2B5EF4-FFF2-40B4-BE49-F238E27FC236}">
                <ns2:creationId id="{A994D4AD-1392-4E73-889B-B194BE946B9C}"/>
              </a:ext>
            </a:extLst>
          </p:cNvPr>
          <p:cNvSpPr>
            <a:spLocks noGrp="1"/>
          </p:cNvSpPr>
          <p:nvPr/>
        </p:nvSpPr>
        <p:spPr>
          <a:xfrm>
            <a:off x="8665327" y="7857943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42" name="Figure S2 (c–f) plot object 141">
            <a:extLst>
              <a:ext uri="{FF2B5EF4-FFF2-40B4-BE49-F238E27FC236}">
                <ns2:creationId id="{5D3EA716-F8FC-49C6-8BE0-A6EFA2D4E8C6}"/>
              </a:ext>
            </a:extLst>
          </p:cNvPr>
          <p:cNvSpPr>
            <a:spLocks noGrp="1"/>
          </p:cNvSpPr>
          <p:nvPr/>
        </p:nvSpPr>
        <p:spPr>
          <a:xfrm>
            <a:off x="9620487" y="8009571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43" name="Figure S2 (c–f) plot object 142">
            <a:extLst>
              <a:ext uri="{FF2B5EF4-FFF2-40B4-BE49-F238E27FC236}">
                <ns2:creationId id="{9F147481-EE30-4238-8D5B-E5A85DEA3B82}"/>
              </a:ext>
            </a:extLst>
          </p:cNvPr>
          <p:cNvSpPr>
            <a:spLocks noGrp="1"/>
          </p:cNvSpPr>
          <p:nvPr/>
        </p:nvSpPr>
        <p:spPr>
          <a:xfrm>
            <a:off x="8665327" y="8404447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44" name="Figure S2 (c–f) plot object 143">
            <a:extLst>
              <a:ext uri="{FF2B5EF4-FFF2-40B4-BE49-F238E27FC236}">
                <ns2:creationId id="{74DA8642-ED65-4CBB-BD1C-0F2DB3664BBD}"/>
              </a:ext>
            </a:extLst>
          </p:cNvPr>
          <p:cNvSpPr>
            <a:spLocks noGrp="1"/>
          </p:cNvSpPr>
          <p:nvPr/>
        </p:nvSpPr>
        <p:spPr>
          <a:xfrm>
            <a:off x="9562068" y="8556076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45" name="Figure S2 (c–f) plot object 144">
            <a:extLst>
              <a:ext uri="{FF2B5EF4-FFF2-40B4-BE49-F238E27FC236}">
                <ns2:creationId id="{8F7CAC1D-76B3-4210-A81C-CDCE0C54F175}"/>
              </a:ext>
            </a:extLst>
          </p:cNvPr>
          <p:cNvSpPr>
            <a:spLocks noGrp="1"/>
          </p:cNvSpPr>
          <p:nvPr/>
        </p:nvSpPr>
        <p:spPr>
          <a:xfrm>
            <a:off x="8665327" y="8950951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46" name="Figure S2 (c–f) plot object 145">
            <a:extLst>
              <a:ext uri="{FF2B5EF4-FFF2-40B4-BE49-F238E27FC236}">
                <ns2:creationId id="{600E9E96-6854-4381-A40B-F1C9B3095C71}"/>
              </a:ext>
            </a:extLst>
          </p:cNvPr>
          <p:cNvSpPr>
            <a:spLocks noGrp="1"/>
          </p:cNvSpPr>
          <p:nvPr/>
        </p:nvSpPr>
        <p:spPr>
          <a:xfrm>
            <a:off x="8685795" y="9102580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47" name="f">
            <a:extLst>
              <a:ext uri="{FF2B5EF4-FFF2-40B4-BE49-F238E27FC236}">
                <ns2:creationId id="{7E4DE895-D7AB-4371-B25D-4A09B713539E}"/>
              </a:ext>
            </a:extLst>
          </p:cNvPr>
          <p:cNvSpPr>
            <a:spLocks noGrp="1"/>
          </p:cNvSpPr>
          <p:nvPr/>
        </p:nvSpPr>
        <p:spPr>
          <a:xfrm rot="0">
            <a:off x="7862438" y="5866260"/>
            <a:ext cx="197649" cy="3201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48" name="World    Opaque coverage (%)">
            <a:extLst>
              <a:ext uri="{FF2B5EF4-FFF2-40B4-BE49-F238E27FC236}">
                <ns2:creationId id="{4B7D879F-B300-48EC-9F5A-904DFFC244C6}"/>
              </a:ext>
            </a:extLst>
          </p:cNvPr>
          <p:cNvSpPr>
            <a:spLocks noGrp="1"/>
          </p:cNvSpPr>
          <p:nvPr/>
        </p:nvSpPr>
        <p:spPr>
          <a:xfrm rot="0">
            <a:off x="8272534" y="6196294"/>
            <a:ext cx="2120774" cy="2027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A737B"/>
                </a:solidFill>
                <a:latin typeface="Times New Roman"/>
                <a:ea typeface="Times New Roman"/>
                <a:cs typeface="Times New Roman"/>
              </a:rPr>
              <a:t>World    Opaque coverage (%)</a:t>
            </a:r>
          </a:p>
        </p:txBody>
      </p:sp>
      <p:sp>
        <p:nvSpPr>
          <p:cNvPr id="149" name="Dilute three / interval coverage">
            <a:extLst>
              <a:ext uri="{FF2B5EF4-FFF2-40B4-BE49-F238E27FC236}">
                <ns2:creationId id="{B2A0A61B-0CBF-4A2B-A119-460E24411583}"/>
              </a:ext>
            </a:extLst>
          </p:cNvPr>
          <p:cNvSpPr>
            <a:spLocks noGrp="1"/>
          </p:cNvSpPr>
          <p:nvPr/>
        </p:nvSpPr>
        <p:spPr>
          <a:xfrm rot="0">
            <a:off x="8340884" y="5811445"/>
            <a:ext cx="3030855" cy="287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Dilute three / interval coverage</a:t>
            </a:r>
          </a:p>
        </p:txBody>
      </p:sp>
      <p:sp>
        <p:nvSpPr>
          <p:cNvPr id="150" name="Figure S2 (c–f) plot object 149">
            <a:extLst>
              <a:ext uri="{FF2B5EF4-FFF2-40B4-BE49-F238E27FC236}">
                <ns2:creationId id="{EB94197B-A7C8-499C-BB6B-4F330A7271E9}"/>
              </a:ext>
            </a:extLst>
          </p:cNvPr>
          <p:cNvSpPr>
            <a:spLocks noGrp="1"/>
          </p:cNvSpPr>
          <p:nvPr/>
        </p:nvSpPr>
        <p:spPr>
          <a:xfrm>
            <a:off x="4911293" y="10642929"/>
            <a:ext cx="139759" cy="139759"/>
          </a:xfrm>
          <a:custGeom>
            <a:pathLst>
              <a:path w="139759" h="139759">
                <a:moveTo>
                  <a:pt x="69879" y="139759"/>
                </a:moveTo>
                <a:lnTo>
                  <a:pt x="139759" y="69879"/>
                </a:lnTo>
                <a:lnTo>
                  <a:pt x="69879" y="0"/>
                </a:lnTo>
                <a:lnTo>
                  <a:pt x="0" y="69879"/>
                </a:lnTo>
                <a:close/>
              </a:path>
            </a:pathLst>
          </a:custGeom>
          <a:solidFill>
            <a:srgbClr val="277F8A"/>
          </a:solidFill>
          <a:ln w="19765">
            <a:solidFill>
              <a:srgbClr val="277F8A"/>
            </a:solidFill>
            <a:prstDash val="solid"/>
          </a:ln>
        </p:spPr>
      </p:sp>
      <p:sp>
        <p:nvSpPr>
          <p:cNvPr id="151" name="Aligned - Opaque">
            <a:extLst>
              <a:ext uri="{FF2B5EF4-FFF2-40B4-BE49-F238E27FC236}">
                <ns2:creationId id="{DB37B67A-39B7-4BD3-A7B0-19179EDA02DC}"/>
              </a:ext>
            </a:extLst>
          </p:cNvPr>
          <p:cNvSpPr>
            <a:spLocks noGrp="1"/>
          </p:cNvSpPr>
          <p:nvPr/>
        </p:nvSpPr>
        <p:spPr>
          <a:xfrm rot="0">
            <a:off x="5283575" y="10617047"/>
            <a:ext cx="1388484" cy="2268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Aligned - Opaque</a:t>
            </a:r>
          </a:p>
        </p:txBody>
      </p:sp>
      <p:sp>
        <p:nvSpPr>
          <p:cNvPr id="152" name="Figure S2 (c–f) plot object 151">
            <a:extLst>
              <a:ext uri="{FF2B5EF4-FFF2-40B4-BE49-F238E27FC236}">
                <ns2:creationId id="{5BAB2C69-A4DA-4847-B5E7-78C09C9E28D4}"/>
              </a:ext>
            </a:extLst>
          </p:cNvPr>
          <p:cNvSpPr>
            <a:spLocks noGrp="1"/>
          </p:cNvSpPr>
          <p:nvPr/>
        </p:nvSpPr>
        <p:spPr>
          <a:xfrm>
            <a:off x="6944866" y="10663396"/>
            <a:ext cx="98825" cy="98825"/>
          </a:xfrm>
          <a:custGeom>
            <a:pathLst>
              <a:path w="98825" h="98825">
                <a:moveTo>
                  <a:pt x="49412" y="98825"/>
                </a:moveTo>
                <a:cubicBezTo>
                  <a:pt x="62517" y="98825"/>
                  <a:pt x="75086" y="93618"/>
                  <a:pt x="84352" y="84352"/>
                </a:cubicBezTo>
                <a:cubicBezTo>
                  <a:pt x="93618" y="75086"/>
                  <a:pt x="98825" y="62517"/>
                  <a:pt x="98825" y="49412"/>
                </a:cubicBezTo>
                <a:cubicBezTo>
                  <a:pt x="98825" y="36308"/>
                  <a:pt x="93618" y="23739"/>
                  <a:pt x="84352" y="14473"/>
                </a:cubicBezTo>
                <a:cubicBezTo>
                  <a:pt x="75086" y="5206"/>
                  <a:pt x="62517" y="0"/>
                  <a:pt x="49412" y="0"/>
                </a:cubicBezTo>
                <a:cubicBezTo>
                  <a:pt x="36308" y="0"/>
                  <a:pt x="23739" y="5206"/>
                  <a:pt x="14473" y="14473"/>
                </a:cubicBezTo>
                <a:cubicBezTo>
                  <a:pt x="5206" y="23739"/>
                  <a:pt x="0" y="36308"/>
                  <a:pt x="0" y="49412"/>
                </a:cubicBezTo>
                <a:cubicBezTo>
                  <a:pt x="0" y="62517"/>
                  <a:pt x="5206" y="75086"/>
                  <a:pt x="14473" y="84352"/>
                </a:cubicBezTo>
                <a:cubicBezTo>
                  <a:pt x="23739" y="93618"/>
                  <a:pt x="36308" y="98825"/>
                  <a:pt x="49412" y="98825"/>
                </a:cubicBezTo>
                <a:close/>
              </a:path>
            </a:pathLst>
          </a:custGeom>
          <a:solidFill>
            <a:srgbClr val="BC7850"/>
          </a:solidFill>
          <a:ln w="19765">
            <a:solidFill>
              <a:srgbClr val="BC7850"/>
            </a:solidFill>
            <a:prstDash val="solid"/>
          </a:ln>
        </p:spPr>
      </p:sp>
      <p:sp>
        <p:nvSpPr>
          <p:cNvPr id="153" name="MisIndexed - Opaque">
            <a:extLst>
              <a:ext uri="{FF2B5EF4-FFF2-40B4-BE49-F238E27FC236}">
                <ns2:creationId id="{888CCD5B-2C04-4556-B84F-BDE7EFB05C5A}"/>
              </a:ext>
            </a:extLst>
          </p:cNvPr>
          <p:cNvSpPr>
            <a:spLocks noGrp="1"/>
          </p:cNvSpPr>
          <p:nvPr/>
        </p:nvSpPr>
        <p:spPr>
          <a:xfrm rot="0">
            <a:off x="7296681" y="10617047"/>
            <a:ext cx="1682487" cy="2268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0" i="0">
                <a:solidFill>
                  <a:srgbClr val="24292D"/>
                </a:solidFill>
                <a:latin typeface="Times New Roman"/>
                <a:ea typeface="Times New Roman"/>
                <a:cs typeface="Times New Roman"/>
              </a:rPr>
              <a:t>MisIndexed - Opaque</a:t>
            </a:r>
          </a:p>
        </p:txBody>
      </p:sp>
    </p:spTree>
    <p:extLst>
      <p:ext uri="{BB962C8B-B14F-4D97-AF65-F5344CB8AC3E}">
        <ns3:creationId val="338474701"/>
      </p:ext>
    </p:extLst>
  </p:cSld>
</p:sld>
</file>

<file path=ppt/slides/slide14.xml><?xml version="1.0" encoding="utf-8"?>
<p:sld xmlns:a="http://schemas.openxmlformats.org/drawingml/2006/main" xmlns:p="http://schemas.openxmlformats.org/presentationml/2006/main">
  <p:cSld name="Figure S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01" name="Figure S3"/>
          <p:cNvGrpSpPr/>
          <p:nvPr/>
        </p:nvGrpSpPr>
        <p:grpSpPr>
          <a:xfrm>
            <a:off x="342900" y="1371600"/>
            <a:ext cx="13030200" cy="8686800"/>
            <a:chOff x="0" y="0"/>
            <a:chExt cx="13716000" cy="9144000"/>
          </a:xfrm>
        </p:grpSpPr>
        <p:cxnSp>
          <p:nvCxnSpPr>
            <p:cNvPr id="2" name="Connector 1"/>
            <p:cNvCxnSpPr/>
            <p:nvPr/>
          </p:nvCxnSpPr>
          <p:spPr>
            <a:xfrm>
              <a:off x="4563070" y="53578"/>
              <a:ext cx="0" cy="8965406"/>
            </a:xfrm>
            <a:prstGeom prst="line">
              <a:avLst/>
            </a:prstGeom>
            <a:ln w="8036">
              <a:solidFill>
                <a:srgbClr val="B1B8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Connector 2"/>
            <p:cNvCxnSpPr/>
            <p:nvPr/>
          </p:nvCxnSpPr>
          <p:spPr>
            <a:xfrm>
              <a:off x="9144000" y="53578"/>
              <a:ext cx="0" cy="8965406"/>
            </a:xfrm>
            <a:prstGeom prst="line">
              <a:avLst/>
            </a:prstGeom>
            <a:ln w="8036">
              <a:solidFill>
                <a:srgbClr val="B1B8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53578" y="4518422"/>
              <a:ext cx="13608844" cy="0"/>
            </a:xfrm>
            <a:prstGeom prst="line">
              <a:avLst/>
            </a:prstGeom>
            <a:ln w="8036">
              <a:solidFill>
                <a:srgbClr val="B1B8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125016" y="-66842"/>
              <a:ext cx="250031" cy="334211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000000"/>
                  </a:solidFill>
                  <a:latin typeface="Times New Roman"/>
                </a:rPr>
                <a:t>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48320" y="-57912"/>
              <a:ext cx="3687961" cy="30212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Times New Roman"/>
                </a:rPr>
                <a:t>EC discovery score MAE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464469" y="227462"/>
              <a:ext cx="2732484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12 vs 24 (mean)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89484" y="437309"/>
              <a:ext cx="2482453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0.1738   vs   0.1122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42875" y="607219"/>
              <a:ext cx="830461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44773" y="607219"/>
              <a:ext cx="1169789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Information arm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16523" y="642938"/>
              <a:ext cx="669727" cy="16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Favors 24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134445" y="732234"/>
              <a:ext cx="223243" cy="0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 flipH="1" flipV="1">
              <a:off x="4271962" y="684609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>
              <a:off x="4271962" y="732234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2821781" y="741164"/>
              <a:ext cx="0" cy="3170039"/>
            </a:xfrm>
            <a:prstGeom prst="line">
              <a:avLst/>
            </a:prstGeom>
            <a:ln w="7143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42875" y="940019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44773" y="80607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2864061" y="85903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44773" y="957878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0" name="Oval 19"/>
            <p:cNvSpPr/>
            <p:nvPr/>
          </p:nvSpPr>
          <p:spPr>
            <a:xfrm>
              <a:off x="2915285" y="1010841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4773" y="1109683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3694033" y="1162645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42875" y="1303734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42875" y="149366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44773" y="135971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3380046" y="141267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44773" y="1511519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2887771" y="1564481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44773" y="166332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3058635" y="171628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42875" y="1857375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42875" y="204730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4773" y="191335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2323946" y="196631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44773" y="206516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3532689" y="211812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44773" y="221696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2720878" y="226992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onnector 38"/>
            <p:cNvCxnSpPr/>
            <p:nvPr/>
          </p:nvCxnSpPr>
          <p:spPr>
            <a:xfrm>
              <a:off x="142875" y="241101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142875" y="260094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4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4773" y="246699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3440337" y="251995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44773" y="261880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3598656" y="267176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4773" y="277060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46" name="Oval 45"/>
            <p:cNvSpPr/>
            <p:nvPr/>
          </p:nvSpPr>
          <p:spPr>
            <a:xfrm>
              <a:off x="3213698" y="282356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Connector 46"/>
            <p:cNvCxnSpPr/>
            <p:nvPr/>
          </p:nvCxnSpPr>
          <p:spPr>
            <a:xfrm>
              <a:off x="142875" y="296465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42875" y="315458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44773" y="3020636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3554154" y="307359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44773" y="3172441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52" name="Oval 51"/>
            <p:cNvSpPr/>
            <p:nvPr/>
          </p:nvSpPr>
          <p:spPr>
            <a:xfrm>
              <a:off x="2056313" y="3225403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44773" y="332424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2562577" y="3377208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142875" y="3518297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/>
            <p:cNvSpPr txBox="1"/>
            <p:nvPr/>
          </p:nvSpPr>
          <p:spPr>
            <a:xfrm>
              <a:off x="142875" y="3661172"/>
              <a:ext cx="1000125" cy="19645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Mean (all 15)</a:t>
              </a:r>
            </a:p>
          </p:txBody>
        </p:sp>
        <p:sp>
          <p:nvSpPr>
            <p:cNvPr id="57" name="Diamond 56"/>
            <p:cNvSpPr/>
            <p:nvPr/>
          </p:nvSpPr>
          <p:spPr>
            <a:xfrm>
              <a:off x="3024964" y="3687961"/>
              <a:ext cx="125016" cy="125016"/>
            </a:xfrm>
            <a:prstGeom prst="diamond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1500188" y="3920133"/>
              <a:ext cx="2830710" cy="0"/>
            </a:xfrm>
            <a:prstGeom prst="line">
              <a:avLst/>
            </a:prstGeom>
            <a:ln w="803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1526977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1303734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-0.3</a:t>
              </a:r>
            </a:p>
          </p:txBody>
        </p:sp>
        <p:cxnSp>
          <p:nvCxnSpPr>
            <p:cNvPr id="61" name="Connector 60"/>
            <p:cNvCxnSpPr/>
            <p:nvPr/>
          </p:nvCxnSpPr>
          <p:spPr>
            <a:xfrm>
              <a:off x="2174379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1951137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-0.15</a:t>
              </a:r>
            </a:p>
          </p:txBody>
        </p:sp>
        <p:cxnSp>
          <p:nvCxnSpPr>
            <p:cNvPr id="63" name="Connector 62"/>
            <p:cNvCxnSpPr/>
            <p:nvPr/>
          </p:nvCxnSpPr>
          <p:spPr>
            <a:xfrm>
              <a:off x="2821781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2598539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3469184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/>
            <p:cNvSpPr txBox="1"/>
            <p:nvPr/>
          </p:nvSpPr>
          <p:spPr>
            <a:xfrm>
              <a:off x="3245941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0.15</a:t>
              </a:r>
            </a:p>
          </p:txBody>
        </p:sp>
        <p:cxnSp>
          <p:nvCxnSpPr>
            <p:cNvPr id="67" name="Connector 66"/>
            <p:cNvCxnSpPr/>
            <p:nvPr/>
          </p:nvCxnSpPr>
          <p:spPr>
            <a:xfrm>
              <a:off x="4116586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3893344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0.3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455539" y="4232672"/>
              <a:ext cx="3062883" cy="20538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Paired difference in MAE (12 − 24)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697016" y="-66842"/>
              <a:ext cx="250031" cy="334211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000000"/>
                  </a:solidFill>
                  <a:latin typeface="Times New Roman"/>
                </a:rPr>
                <a:t>b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420320" y="-57912"/>
              <a:ext cx="3687961" cy="30212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Times New Roman"/>
                </a:rPr>
                <a:t>EC optimization score MAE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6036469" y="227462"/>
              <a:ext cx="2732484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12 vs 24 (mean)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161484" y="437309"/>
              <a:ext cx="2482453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0.1781   vs   0.1082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714875" y="607219"/>
              <a:ext cx="830461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616773" y="607219"/>
              <a:ext cx="1169789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Information arm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188523" y="642938"/>
              <a:ext cx="669727" cy="16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Favors 24</a:t>
              </a:r>
            </a:p>
          </p:txBody>
        </p:sp>
        <p:cxnSp>
          <p:nvCxnSpPr>
            <p:cNvPr id="77" name="Connector 76"/>
            <p:cNvCxnSpPr/>
            <p:nvPr/>
          </p:nvCxnSpPr>
          <p:spPr>
            <a:xfrm>
              <a:off x="8706445" y="732234"/>
              <a:ext cx="223243" cy="0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 flipH="1" flipV="1">
              <a:off x="8843962" y="684609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 flipH="1">
              <a:off x="8843962" y="732234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7393781" y="741164"/>
              <a:ext cx="0" cy="3170039"/>
            </a:xfrm>
            <a:prstGeom prst="line">
              <a:avLst/>
            </a:prstGeom>
            <a:ln w="7143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/>
            <p:cNvSpPr txBox="1"/>
            <p:nvPr/>
          </p:nvSpPr>
          <p:spPr>
            <a:xfrm>
              <a:off x="4714875" y="940019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1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616773" y="80607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83" name="Oval 82"/>
            <p:cNvSpPr/>
            <p:nvPr/>
          </p:nvSpPr>
          <p:spPr>
            <a:xfrm>
              <a:off x="7817708" y="85903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616773" y="957878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85" name="Oval 84"/>
            <p:cNvSpPr/>
            <p:nvPr/>
          </p:nvSpPr>
          <p:spPr>
            <a:xfrm>
              <a:off x="6833584" y="1010841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616773" y="1109683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87" name="Oval 86"/>
            <p:cNvSpPr/>
            <p:nvPr/>
          </p:nvSpPr>
          <p:spPr>
            <a:xfrm>
              <a:off x="7248484" y="1162645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Connector 87"/>
            <p:cNvCxnSpPr/>
            <p:nvPr/>
          </p:nvCxnSpPr>
          <p:spPr>
            <a:xfrm>
              <a:off x="4714875" y="1303734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4714875" y="149366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2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616773" y="135971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91" name="Oval 90"/>
            <p:cNvSpPr/>
            <p:nvPr/>
          </p:nvSpPr>
          <p:spPr>
            <a:xfrm>
              <a:off x="7335446" y="141267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5616773" y="1511519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93" name="Oval 92"/>
            <p:cNvSpPr/>
            <p:nvPr/>
          </p:nvSpPr>
          <p:spPr>
            <a:xfrm>
              <a:off x="7517852" y="1564481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5616773" y="166332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95" name="Oval 94"/>
            <p:cNvSpPr/>
            <p:nvPr/>
          </p:nvSpPr>
          <p:spPr>
            <a:xfrm>
              <a:off x="7723618" y="171628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Connector 95"/>
            <p:cNvCxnSpPr/>
            <p:nvPr/>
          </p:nvCxnSpPr>
          <p:spPr>
            <a:xfrm>
              <a:off x="4714875" y="1857375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/>
            <p:cNvSpPr txBox="1"/>
            <p:nvPr/>
          </p:nvSpPr>
          <p:spPr>
            <a:xfrm>
              <a:off x="4714875" y="204730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3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5616773" y="191335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99" name="Oval 98"/>
            <p:cNvSpPr/>
            <p:nvPr/>
          </p:nvSpPr>
          <p:spPr>
            <a:xfrm>
              <a:off x="8057408" y="196631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5616773" y="206516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01" name="Oval 100"/>
            <p:cNvSpPr/>
            <p:nvPr/>
          </p:nvSpPr>
          <p:spPr>
            <a:xfrm>
              <a:off x="8170271" y="211812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616773" y="221696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03" name="Oval 102"/>
            <p:cNvSpPr/>
            <p:nvPr/>
          </p:nvSpPr>
          <p:spPr>
            <a:xfrm>
              <a:off x="7491750" y="226992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4" name="Connector 103"/>
            <p:cNvCxnSpPr/>
            <p:nvPr/>
          </p:nvCxnSpPr>
          <p:spPr>
            <a:xfrm>
              <a:off x="4714875" y="241101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/>
            <p:cNvSpPr txBox="1"/>
            <p:nvPr/>
          </p:nvSpPr>
          <p:spPr>
            <a:xfrm>
              <a:off x="4714875" y="260094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4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5616773" y="246699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07" name="Oval 106"/>
            <p:cNvSpPr/>
            <p:nvPr/>
          </p:nvSpPr>
          <p:spPr>
            <a:xfrm>
              <a:off x="7841711" y="251995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16773" y="261880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7630643" y="267176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616773" y="277060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11" name="Oval 110"/>
            <p:cNvSpPr/>
            <p:nvPr/>
          </p:nvSpPr>
          <p:spPr>
            <a:xfrm>
              <a:off x="7709363" y="282356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2" name="Connector 111"/>
            <p:cNvCxnSpPr/>
            <p:nvPr/>
          </p:nvCxnSpPr>
          <p:spPr>
            <a:xfrm>
              <a:off x="4714875" y="296465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4714875" y="315458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5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616773" y="3020636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7548171" y="307359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616773" y="3172441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7866288" y="3225403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616773" y="332424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19" name="Oval 118"/>
            <p:cNvSpPr/>
            <p:nvPr/>
          </p:nvSpPr>
          <p:spPr>
            <a:xfrm>
              <a:off x="8133235" y="337720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0" name="Connector 119"/>
            <p:cNvCxnSpPr/>
            <p:nvPr/>
          </p:nvCxnSpPr>
          <p:spPr>
            <a:xfrm>
              <a:off x="4714875" y="3518297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4714875" y="3661172"/>
              <a:ext cx="1000125" cy="19645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Mean (all 15)</a:t>
              </a:r>
            </a:p>
          </p:txBody>
        </p:sp>
        <p:sp>
          <p:nvSpPr>
            <p:cNvPr id="122" name="Diamond 121"/>
            <p:cNvSpPr/>
            <p:nvPr/>
          </p:nvSpPr>
          <p:spPr>
            <a:xfrm>
              <a:off x="7633127" y="3687961"/>
              <a:ext cx="125016" cy="125016"/>
            </a:xfrm>
            <a:prstGeom prst="diamond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3" name="Connector 122"/>
            <p:cNvCxnSpPr/>
            <p:nvPr/>
          </p:nvCxnSpPr>
          <p:spPr>
            <a:xfrm>
              <a:off x="6072188" y="3920133"/>
              <a:ext cx="2830710" cy="0"/>
            </a:xfrm>
            <a:prstGeom prst="line">
              <a:avLst/>
            </a:prstGeom>
            <a:ln w="803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 123"/>
            <p:cNvCxnSpPr/>
            <p:nvPr/>
          </p:nvCxnSpPr>
          <p:spPr>
            <a:xfrm>
              <a:off x="6098977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5875734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-0.3</a:t>
              </a:r>
            </a:p>
          </p:txBody>
        </p:sp>
        <p:cxnSp>
          <p:nvCxnSpPr>
            <p:cNvPr id="126" name="Connector 125"/>
            <p:cNvCxnSpPr/>
            <p:nvPr/>
          </p:nvCxnSpPr>
          <p:spPr>
            <a:xfrm>
              <a:off x="6746379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/>
            <p:cNvSpPr txBox="1"/>
            <p:nvPr/>
          </p:nvSpPr>
          <p:spPr>
            <a:xfrm>
              <a:off x="6523137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-0.15</a:t>
              </a:r>
            </a:p>
          </p:txBody>
        </p:sp>
        <p:cxnSp>
          <p:nvCxnSpPr>
            <p:cNvPr id="128" name="Connector 127"/>
            <p:cNvCxnSpPr/>
            <p:nvPr/>
          </p:nvCxnSpPr>
          <p:spPr>
            <a:xfrm>
              <a:off x="7393781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/>
            <p:cNvSpPr txBox="1"/>
            <p:nvPr/>
          </p:nvSpPr>
          <p:spPr>
            <a:xfrm>
              <a:off x="7170539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cxnSp>
          <p:nvCxnSpPr>
            <p:cNvPr id="130" name="Connector 129"/>
            <p:cNvCxnSpPr/>
            <p:nvPr/>
          </p:nvCxnSpPr>
          <p:spPr>
            <a:xfrm>
              <a:off x="8041184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7817941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0.15</a:t>
              </a:r>
            </a:p>
          </p:txBody>
        </p:sp>
        <p:cxnSp>
          <p:nvCxnSpPr>
            <p:cNvPr id="132" name="Connector 131"/>
            <p:cNvCxnSpPr/>
            <p:nvPr/>
          </p:nvCxnSpPr>
          <p:spPr>
            <a:xfrm>
              <a:off x="8688586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TextBox 132"/>
            <p:cNvSpPr txBox="1"/>
            <p:nvPr/>
          </p:nvSpPr>
          <p:spPr>
            <a:xfrm>
              <a:off x="8465344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0.3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6027539" y="4232672"/>
              <a:ext cx="3062883" cy="20538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Paired difference in MAE (12 − 24)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9269016" y="-66842"/>
              <a:ext cx="250031" cy="334211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000000"/>
                  </a:solidFill>
                  <a:latin typeface="Times New Roman"/>
                </a:rPr>
                <a:t>c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9992320" y="-57912"/>
              <a:ext cx="3687961" cy="30212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Times New Roman"/>
                </a:rPr>
                <a:t>Partitioning organic-fraction MAE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0608469" y="227462"/>
              <a:ext cx="2732484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12 vs 24 (mean)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0733484" y="437309"/>
              <a:ext cx="2482453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0.0829   vs   0.0238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9286875" y="607219"/>
              <a:ext cx="830461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0188773" y="607219"/>
              <a:ext cx="1169789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Information arm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2760523" y="642938"/>
              <a:ext cx="669727" cy="16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Favors 24</a:t>
              </a:r>
            </a:p>
          </p:txBody>
        </p:sp>
        <p:cxnSp>
          <p:nvCxnSpPr>
            <p:cNvPr id="142" name="Connector 141"/>
            <p:cNvCxnSpPr/>
            <p:nvPr/>
          </p:nvCxnSpPr>
          <p:spPr>
            <a:xfrm>
              <a:off x="13278445" y="732234"/>
              <a:ext cx="223243" cy="0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 flipH="1" flipV="1">
              <a:off x="13415962" y="684609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 flipH="1">
              <a:off x="13415962" y="732234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>
              <a:off x="11965781" y="741164"/>
              <a:ext cx="0" cy="3170039"/>
            </a:xfrm>
            <a:prstGeom prst="line">
              <a:avLst/>
            </a:prstGeom>
            <a:ln w="7143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Box 145"/>
            <p:cNvSpPr txBox="1"/>
            <p:nvPr/>
          </p:nvSpPr>
          <p:spPr>
            <a:xfrm>
              <a:off x="9286875" y="940019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1</a:t>
              </a: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0188773" y="80607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48" name="Oval 147"/>
            <p:cNvSpPr/>
            <p:nvPr/>
          </p:nvSpPr>
          <p:spPr>
            <a:xfrm>
              <a:off x="12161068" y="85903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10188773" y="957878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50" name="Oval 149"/>
            <p:cNvSpPr/>
            <p:nvPr/>
          </p:nvSpPr>
          <p:spPr>
            <a:xfrm>
              <a:off x="12321375" y="1010841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0188773" y="1109683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52" name="Oval 151"/>
            <p:cNvSpPr/>
            <p:nvPr/>
          </p:nvSpPr>
          <p:spPr>
            <a:xfrm>
              <a:off x="12130925" y="1162645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3" name="Connector 152"/>
            <p:cNvCxnSpPr/>
            <p:nvPr/>
          </p:nvCxnSpPr>
          <p:spPr>
            <a:xfrm>
              <a:off x="9286875" y="1303734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/>
            <p:cNvSpPr txBox="1"/>
            <p:nvPr/>
          </p:nvSpPr>
          <p:spPr>
            <a:xfrm>
              <a:off x="9286875" y="149366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10188773" y="135971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56" name="Oval 155"/>
            <p:cNvSpPr/>
            <p:nvPr/>
          </p:nvSpPr>
          <p:spPr>
            <a:xfrm>
              <a:off x="12586308" y="141267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0188773" y="1511519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58" name="Oval 157"/>
            <p:cNvSpPr/>
            <p:nvPr/>
          </p:nvSpPr>
          <p:spPr>
            <a:xfrm>
              <a:off x="11921593" y="1564481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0188773" y="166332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60" name="Oval 159"/>
            <p:cNvSpPr/>
            <p:nvPr/>
          </p:nvSpPr>
          <p:spPr>
            <a:xfrm>
              <a:off x="12650238" y="171628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1" name="Connector 160"/>
            <p:cNvCxnSpPr/>
            <p:nvPr/>
          </p:nvCxnSpPr>
          <p:spPr>
            <a:xfrm>
              <a:off x="9286875" y="1857375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Box 161"/>
            <p:cNvSpPr txBox="1"/>
            <p:nvPr/>
          </p:nvSpPr>
          <p:spPr>
            <a:xfrm>
              <a:off x="9286875" y="204730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3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10188773" y="191335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64" name="Oval 163"/>
            <p:cNvSpPr/>
            <p:nvPr/>
          </p:nvSpPr>
          <p:spPr>
            <a:xfrm>
              <a:off x="12395612" y="196631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0188773" y="206516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66" name="Oval 165"/>
            <p:cNvSpPr/>
            <p:nvPr/>
          </p:nvSpPr>
          <p:spPr>
            <a:xfrm>
              <a:off x="11944977" y="211812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10188773" y="221696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68" name="Oval 167"/>
            <p:cNvSpPr/>
            <p:nvPr/>
          </p:nvSpPr>
          <p:spPr>
            <a:xfrm>
              <a:off x="12438096" y="226992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9" name="Connector 168"/>
            <p:cNvCxnSpPr/>
            <p:nvPr/>
          </p:nvCxnSpPr>
          <p:spPr>
            <a:xfrm>
              <a:off x="9286875" y="241101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/>
            <p:cNvSpPr txBox="1"/>
            <p:nvPr/>
          </p:nvSpPr>
          <p:spPr>
            <a:xfrm>
              <a:off x="9286875" y="260094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4</a:t>
              </a: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10188773" y="246699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72" name="Oval 171"/>
            <p:cNvSpPr/>
            <p:nvPr/>
          </p:nvSpPr>
          <p:spPr>
            <a:xfrm>
              <a:off x="13059514" y="251995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10188773" y="261880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74" name="Oval 173"/>
            <p:cNvSpPr/>
            <p:nvPr/>
          </p:nvSpPr>
          <p:spPr>
            <a:xfrm>
              <a:off x="13108505" y="267176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0188773" y="277060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76" name="Oval 175"/>
            <p:cNvSpPr/>
            <p:nvPr/>
          </p:nvSpPr>
          <p:spPr>
            <a:xfrm>
              <a:off x="12133751" y="282356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7" name="Connector 176"/>
            <p:cNvCxnSpPr/>
            <p:nvPr/>
          </p:nvCxnSpPr>
          <p:spPr>
            <a:xfrm>
              <a:off x="9286875" y="296465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/>
            <p:cNvSpPr txBox="1"/>
            <p:nvPr/>
          </p:nvSpPr>
          <p:spPr>
            <a:xfrm>
              <a:off x="9286875" y="315458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5</a:t>
              </a: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0188773" y="3020636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180" name="Oval 179"/>
            <p:cNvSpPr/>
            <p:nvPr/>
          </p:nvSpPr>
          <p:spPr>
            <a:xfrm>
              <a:off x="11975225" y="307359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10188773" y="3172441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182" name="Oval 181"/>
            <p:cNvSpPr/>
            <p:nvPr/>
          </p:nvSpPr>
          <p:spPr>
            <a:xfrm>
              <a:off x="11710020" y="3225403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10188773" y="332424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184" name="Oval 183"/>
            <p:cNvSpPr/>
            <p:nvPr/>
          </p:nvSpPr>
          <p:spPr>
            <a:xfrm>
              <a:off x="12181051" y="337720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5" name="Connector 184"/>
            <p:cNvCxnSpPr/>
            <p:nvPr/>
          </p:nvCxnSpPr>
          <p:spPr>
            <a:xfrm>
              <a:off x="9286875" y="3518297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/>
            <p:cNvSpPr txBox="1"/>
            <p:nvPr/>
          </p:nvSpPr>
          <p:spPr>
            <a:xfrm>
              <a:off x="9286875" y="3661172"/>
              <a:ext cx="1000125" cy="19645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Mean (all 15)</a:t>
              </a:r>
            </a:p>
          </p:txBody>
        </p:sp>
        <p:sp>
          <p:nvSpPr>
            <p:cNvPr id="187" name="Diamond 186"/>
            <p:cNvSpPr/>
            <p:nvPr/>
          </p:nvSpPr>
          <p:spPr>
            <a:xfrm>
              <a:off x="12285975" y="3687961"/>
              <a:ext cx="125016" cy="125016"/>
            </a:xfrm>
            <a:prstGeom prst="diamond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8" name="Connector 187"/>
            <p:cNvCxnSpPr/>
            <p:nvPr/>
          </p:nvCxnSpPr>
          <p:spPr>
            <a:xfrm>
              <a:off x="10644188" y="3920133"/>
              <a:ext cx="2830710" cy="0"/>
            </a:xfrm>
            <a:prstGeom prst="line">
              <a:avLst/>
            </a:prstGeom>
            <a:ln w="803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ctor 188"/>
            <p:cNvCxnSpPr/>
            <p:nvPr/>
          </p:nvCxnSpPr>
          <p:spPr>
            <a:xfrm>
              <a:off x="10670977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/>
            <p:cNvSpPr txBox="1"/>
            <p:nvPr/>
          </p:nvSpPr>
          <p:spPr>
            <a:xfrm>
              <a:off x="10447734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-0.2</a:t>
              </a:r>
            </a:p>
          </p:txBody>
        </p:sp>
        <p:cxnSp>
          <p:nvCxnSpPr>
            <p:cNvPr id="191" name="Connector 190"/>
            <p:cNvCxnSpPr/>
            <p:nvPr/>
          </p:nvCxnSpPr>
          <p:spPr>
            <a:xfrm>
              <a:off x="11318379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/>
            <p:cNvSpPr txBox="1"/>
            <p:nvPr/>
          </p:nvSpPr>
          <p:spPr>
            <a:xfrm>
              <a:off x="11095137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-0.1</a:t>
              </a:r>
            </a:p>
          </p:txBody>
        </p:sp>
        <p:cxnSp>
          <p:nvCxnSpPr>
            <p:cNvPr id="193" name="Connector 192"/>
            <p:cNvCxnSpPr/>
            <p:nvPr/>
          </p:nvCxnSpPr>
          <p:spPr>
            <a:xfrm>
              <a:off x="11965781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/>
            <p:cNvSpPr txBox="1"/>
            <p:nvPr/>
          </p:nvSpPr>
          <p:spPr>
            <a:xfrm>
              <a:off x="11742539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cxnSp>
          <p:nvCxnSpPr>
            <p:cNvPr id="195" name="Connector 194"/>
            <p:cNvCxnSpPr/>
            <p:nvPr/>
          </p:nvCxnSpPr>
          <p:spPr>
            <a:xfrm>
              <a:off x="12613184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Box 195"/>
            <p:cNvSpPr txBox="1"/>
            <p:nvPr/>
          </p:nvSpPr>
          <p:spPr>
            <a:xfrm>
              <a:off x="12389941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0.1</a:t>
              </a:r>
            </a:p>
          </p:txBody>
        </p:sp>
        <p:cxnSp>
          <p:nvCxnSpPr>
            <p:cNvPr id="197" name="Connector 196"/>
            <p:cNvCxnSpPr/>
            <p:nvPr/>
          </p:nvCxnSpPr>
          <p:spPr>
            <a:xfrm>
              <a:off x="13260586" y="3920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/>
            <p:cNvSpPr txBox="1"/>
            <p:nvPr/>
          </p:nvSpPr>
          <p:spPr>
            <a:xfrm>
              <a:off x="13037344" y="4000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0.2</a:t>
              </a: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10599539" y="4232672"/>
              <a:ext cx="3062883" cy="20538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Paired difference in MAE (12 − 24)</a:t>
              </a: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125016" y="4505158"/>
              <a:ext cx="250031" cy="334211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000000"/>
                  </a:solidFill>
                  <a:latin typeface="Times New Roman"/>
                </a:rPr>
                <a:t>d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848320" y="4514088"/>
              <a:ext cx="3687961" cy="30212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Times New Roman"/>
                </a:rPr>
                <a:t>Crystallization recovery MAE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464469" y="4799462"/>
              <a:ext cx="2732484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12 vs 24 (mean)</a:t>
              </a: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1589484" y="5009309"/>
              <a:ext cx="2482453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0.1043   vs   0.0794</a:t>
              </a:r>
            </a:p>
          </p:txBody>
        </p:sp>
        <p:sp>
          <p:nvSpPr>
            <p:cNvPr id="204" name="TextBox 203"/>
            <p:cNvSpPr txBox="1"/>
            <p:nvPr/>
          </p:nvSpPr>
          <p:spPr>
            <a:xfrm>
              <a:off x="142875" y="5179219"/>
              <a:ext cx="830461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1044773" y="5179219"/>
              <a:ext cx="1169789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Information arm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3616523" y="5214938"/>
              <a:ext cx="669727" cy="16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Favors 24</a:t>
              </a:r>
            </a:p>
          </p:txBody>
        </p:sp>
        <p:cxnSp>
          <p:nvCxnSpPr>
            <p:cNvPr id="207" name="Connector 206"/>
            <p:cNvCxnSpPr/>
            <p:nvPr/>
          </p:nvCxnSpPr>
          <p:spPr>
            <a:xfrm>
              <a:off x="4134445" y="5304234"/>
              <a:ext cx="223243" cy="0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ctor 207"/>
            <p:cNvCxnSpPr/>
            <p:nvPr/>
          </p:nvCxnSpPr>
          <p:spPr>
            <a:xfrm flipH="1" flipV="1">
              <a:off x="4271962" y="5256609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ctor 208"/>
            <p:cNvCxnSpPr/>
            <p:nvPr/>
          </p:nvCxnSpPr>
          <p:spPr>
            <a:xfrm flipH="1">
              <a:off x="4271962" y="5304234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ctor 209"/>
            <p:cNvCxnSpPr/>
            <p:nvPr/>
          </p:nvCxnSpPr>
          <p:spPr>
            <a:xfrm>
              <a:off x="2821781" y="5313164"/>
              <a:ext cx="0" cy="3170039"/>
            </a:xfrm>
            <a:prstGeom prst="line">
              <a:avLst/>
            </a:prstGeom>
            <a:ln w="7143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TextBox 210"/>
            <p:cNvSpPr txBox="1"/>
            <p:nvPr/>
          </p:nvSpPr>
          <p:spPr>
            <a:xfrm>
              <a:off x="142875" y="5512019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1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44773" y="537807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13" name="Oval 212"/>
            <p:cNvSpPr/>
            <p:nvPr/>
          </p:nvSpPr>
          <p:spPr>
            <a:xfrm>
              <a:off x="2534283" y="5431036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1044773" y="5529878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15" name="Oval 214"/>
            <p:cNvSpPr/>
            <p:nvPr/>
          </p:nvSpPr>
          <p:spPr>
            <a:xfrm>
              <a:off x="2748285" y="5582841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1044773" y="5681683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17" name="Oval 216"/>
            <p:cNvSpPr/>
            <p:nvPr/>
          </p:nvSpPr>
          <p:spPr>
            <a:xfrm>
              <a:off x="2602653" y="5734645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8" name="Connector 217"/>
            <p:cNvCxnSpPr/>
            <p:nvPr/>
          </p:nvCxnSpPr>
          <p:spPr>
            <a:xfrm>
              <a:off x="142875" y="5875734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TextBox 218"/>
            <p:cNvSpPr txBox="1"/>
            <p:nvPr/>
          </p:nvSpPr>
          <p:spPr>
            <a:xfrm>
              <a:off x="142875" y="606566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2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044773" y="593171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cxnSp>
          <p:nvCxnSpPr>
            <p:cNvPr id="221" name="Connector 220"/>
            <p:cNvCxnSpPr/>
            <p:nvPr/>
          </p:nvCxnSpPr>
          <p:spPr>
            <a:xfrm>
              <a:off x="3926068" y="5979319"/>
              <a:ext cx="78582" cy="78581"/>
            </a:xfrm>
            <a:prstGeom prst="line">
              <a:avLst/>
            </a:prstGeom>
            <a:ln w="19050">
              <a:solidFill>
                <a:srgbClr val="00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ctor 221"/>
            <p:cNvCxnSpPr/>
            <p:nvPr/>
          </p:nvCxnSpPr>
          <p:spPr>
            <a:xfrm flipV="1">
              <a:off x="3926068" y="5979319"/>
              <a:ext cx="78582" cy="78581"/>
            </a:xfrm>
            <a:prstGeom prst="line">
              <a:avLst/>
            </a:prstGeom>
            <a:ln w="19050">
              <a:solidFill>
                <a:srgbClr val="00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TextBox 222"/>
            <p:cNvSpPr txBox="1"/>
            <p:nvPr/>
          </p:nvSpPr>
          <p:spPr>
            <a:xfrm>
              <a:off x="1044773" y="6083519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24" name="Oval 223"/>
            <p:cNvSpPr/>
            <p:nvPr/>
          </p:nvSpPr>
          <p:spPr>
            <a:xfrm>
              <a:off x="2726972" y="6136481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TextBox 224"/>
            <p:cNvSpPr txBox="1"/>
            <p:nvPr/>
          </p:nvSpPr>
          <p:spPr>
            <a:xfrm>
              <a:off x="1044773" y="623532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26" name="Oval 225"/>
            <p:cNvSpPr/>
            <p:nvPr/>
          </p:nvSpPr>
          <p:spPr>
            <a:xfrm>
              <a:off x="3157154" y="628828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7" name="Connector 226"/>
            <p:cNvCxnSpPr/>
            <p:nvPr/>
          </p:nvCxnSpPr>
          <p:spPr>
            <a:xfrm>
              <a:off x="142875" y="6429375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TextBox 227"/>
            <p:cNvSpPr txBox="1"/>
            <p:nvPr/>
          </p:nvSpPr>
          <p:spPr>
            <a:xfrm>
              <a:off x="142875" y="661930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3</a:t>
              </a: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1044773" y="648535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30" name="Oval 229"/>
            <p:cNvSpPr/>
            <p:nvPr/>
          </p:nvSpPr>
          <p:spPr>
            <a:xfrm>
              <a:off x="2677587" y="653831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044773" y="663716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32" name="Oval 231"/>
            <p:cNvSpPr/>
            <p:nvPr/>
          </p:nvSpPr>
          <p:spPr>
            <a:xfrm>
              <a:off x="2455213" y="6690122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1044773" y="678896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34" name="Oval 233"/>
            <p:cNvSpPr/>
            <p:nvPr/>
          </p:nvSpPr>
          <p:spPr>
            <a:xfrm>
              <a:off x="2763160" y="684192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5" name="Connector 234"/>
            <p:cNvCxnSpPr/>
            <p:nvPr/>
          </p:nvCxnSpPr>
          <p:spPr>
            <a:xfrm>
              <a:off x="142875" y="698301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TextBox 235"/>
            <p:cNvSpPr txBox="1"/>
            <p:nvPr/>
          </p:nvSpPr>
          <p:spPr>
            <a:xfrm>
              <a:off x="142875" y="717294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4</a:t>
              </a: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1044773" y="703899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38" name="Oval 237"/>
            <p:cNvSpPr/>
            <p:nvPr/>
          </p:nvSpPr>
          <p:spPr>
            <a:xfrm>
              <a:off x="3089064" y="709195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044773" y="719080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40" name="Oval 239"/>
            <p:cNvSpPr/>
            <p:nvPr/>
          </p:nvSpPr>
          <p:spPr>
            <a:xfrm>
              <a:off x="2810251" y="7243762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1044773" y="734260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42" name="Oval 241"/>
            <p:cNvSpPr/>
            <p:nvPr/>
          </p:nvSpPr>
          <p:spPr>
            <a:xfrm>
              <a:off x="2806195" y="739556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3" name="Connector 242"/>
            <p:cNvCxnSpPr/>
            <p:nvPr/>
          </p:nvCxnSpPr>
          <p:spPr>
            <a:xfrm>
              <a:off x="142875" y="753665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TextBox 243"/>
            <p:cNvSpPr txBox="1"/>
            <p:nvPr/>
          </p:nvSpPr>
          <p:spPr>
            <a:xfrm>
              <a:off x="142875" y="7726582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5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1044773" y="7592636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46" name="Oval 245"/>
            <p:cNvSpPr/>
            <p:nvPr/>
          </p:nvSpPr>
          <p:spPr>
            <a:xfrm>
              <a:off x="3263688" y="764559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1044773" y="7744441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48" name="Oval 247"/>
            <p:cNvSpPr/>
            <p:nvPr/>
          </p:nvSpPr>
          <p:spPr>
            <a:xfrm>
              <a:off x="3029307" y="7797403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TextBox 248"/>
            <p:cNvSpPr txBox="1"/>
            <p:nvPr/>
          </p:nvSpPr>
          <p:spPr>
            <a:xfrm>
              <a:off x="1044773" y="789624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50" name="Oval 249"/>
            <p:cNvSpPr/>
            <p:nvPr/>
          </p:nvSpPr>
          <p:spPr>
            <a:xfrm>
              <a:off x="2838725" y="794920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1" name="Connector 250"/>
            <p:cNvCxnSpPr/>
            <p:nvPr/>
          </p:nvCxnSpPr>
          <p:spPr>
            <a:xfrm>
              <a:off x="142875" y="8090297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/>
            <p:cNvSpPr txBox="1"/>
            <p:nvPr/>
          </p:nvSpPr>
          <p:spPr>
            <a:xfrm>
              <a:off x="142875" y="8233172"/>
              <a:ext cx="1000125" cy="19645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Mean (all 15)</a:t>
              </a:r>
            </a:p>
          </p:txBody>
        </p:sp>
        <p:sp>
          <p:nvSpPr>
            <p:cNvPr id="253" name="Diamond 252"/>
            <p:cNvSpPr/>
            <p:nvPr/>
          </p:nvSpPr>
          <p:spPr>
            <a:xfrm>
              <a:off x="2867022" y="8259961"/>
              <a:ext cx="125016" cy="125016"/>
            </a:xfrm>
            <a:prstGeom prst="diamond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4" name="Connector 253"/>
            <p:cNvCxnSpPr/>
            <p:nvPr/>
          </p:nvCxnSpPr>
          <p:spPr>
            <a:xfrm>
              <a:off x="1500188" y="8492133"/>
              <a:ext cx="2830710" cy="0"/>
            </a:xfrm>
            <a:prstGeom prst="line">
              <a:avLst/>
            </a:prstGeom>
            <a:ln w="803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 254"/>
            <p:cNvCxnSpPr/>
            <p:nvPr/>
          </p:nvCxnSpPr>
          <p:spPr>
            <a:xfrm>
              <a:off x="1526977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Box 255"/>
            <p:cNvSpPr txBox="1"/>
            <p:nvPr/>
          </p:nvSpPr>
          <p:spPr>
            <a:xfrm>
              <a:off x="1303734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-0.3</a:t>
              </a:r>
            </a:p>
          </p:txBody>
        </p:sp>
        <p:cxnSp>
          <p:nvCxnSpPr>
            <p:cNvPr id="257" name="Connector 256"/>
            <p:cNvCxnSpPr/>
            <p:nvPr/>
          </p:nvCxnSpPr>
          <p:spPr>
            <a:xfrm>
              <a:off x="2174379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TextBox 257"/>
            <p:cNvSpPr txBox="1"/>
            <p:nvPr/>
          </p:nvSpPr>
          <p:spPr>
            <a:xfrm>
              <a:off x="1951137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-0.15</a:t>
              </a:r>
            </a:p>
          </p:txBody>
        </p:sp>
        <p:cxnSp>
          <p:nvCxnSpPr>
            <p:cNvPr id="259" name="Connector 258"/>
            <p:cNvCxnSpPr/>
            <p:nvPr/>
          </p:nvCxnSpPr>
          <p:spPr>
            <a:xfrm>
              <a:off x="2821781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TextBox 259"/>
            <p:cNvSpPr txBox="1"/>
            <p:nvPr/>
          </p:nvSpPr>
          <p:spPr>
            <a:xfrm>
              <a:off x="2598539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cxnSp>
          <p:nvCxnSpPr>
            <p:cNvPr id="261" name="Connector 260"/>
            <p:cNvCxnSpPr/>
            <p:nvPr/>
          </p:nvCxnSpPr>
          <p:spPr>
            <a:xfrm>
              <a:off x="3469184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/>
            <p:cNvSpPr txBox="1"/>
            <p:nvPr/>
          </p:nvSpPr>
          <p:spPr>
            <a:xfrm>
              <a:off x="3245941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0.15</a:t>
              </a:r>
            </a:p>
          </p:txBody>
        </p:sp>
        <p:cxnSp>
          <p:nvCxnSpPr>
            <p:cNvPr id="263" name="Connector 262"/>
            <p:cNvCxnSpPr/>
            <p:nvPr/>
          </p:nvCxnSpPr>
          <p:spPr>
            <a:xfrm>
              <a:off x="4116586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3893344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0.3</a:t>
              </a: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1455539" y="8804672"/>
              <a:ext cx="3062883" cy="20538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Paired difference in MAE (12 − 24)</a:t>
              </a: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3607594" y="6102366"/>
              <a:ext cx="848320" cy="27004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/>
                  </a:solidFill>
                  <a:latin typeface="Times New Roman"/>
                </a:rPr>
                <a:t>Source-assay</a:t>
              </a:r>
            </a:p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/>
                  </a:solidFill>
                  <a:latin typeface="Times New Roman"/>
                </a:rPr>
                <a:t>shortfall</a:t>
              </a:r>
            </a:p>
          </p:txBody>
        </p:sp>
        <p:cxnSp>
          <p:nvCxnSpPr>
            <p:cNvPr id="267" name="Connector 266"/>
            <p:cNvCxnSpPr/>
            <p:nvPr/>
          </p:nvCxnSpPr>
          <p:spPr>
            <a:xfrm flipV="1">
              <a:off x="3795117" y="6072188"/>
              <a:ext cx="152383" cy="53578"/>
            </a:xfrm>
            <a:prstGeom prst="line">
              <a:avLst/>
            </a:prstGeom>
            <a:ln w="58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ctor 267"/>
            <p:cNvCxnSpPr/>
            <p:nvPr/>
          </p:nvCxnSpPr>
          <p:spPr>
            <a:xfrm flipV="1">
              <a:off x="3947500" y="6018609"/>
              <a:ext cx="17859" cy="53579"/>
            </a:xfrm>
            <a:prstGeom prst="line">
              <a:avLst/>
            </a:prstGeom>
            <a:ln w="5804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4697016" y="4505158"/>
              <a:ext cx="250031" cy="334211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000000"/>
                  </a:solidFill>
                  <a:latin typeface="Times New Roman"/>
                </a:rPr>
                <a:t>e</a:t>
              </a: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5420320" y="4514088"/>
              <a:ext cx="3687961" cy="30212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Times New Roman"/>
                </a:rPr>
                <a:t>Fines interval coverage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6036469" y="4799462"/>
              <a:ext cx="2732484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12 vs 24 (mean)</a:t>
              </a: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6161484" y="5009309"/>
              <a:ext cx="2482453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35.6%   vs   43.9%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4714875" y="5179219"/>
              <a:ext cx="830461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</a:t>
              </a: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5616773" y="5179219"/>
              <a:ext cx="1169789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Information arm</a:t>
              </a: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8188523" y="5214938"/>
              <a:ext cx="669727" cy="16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Favors 24</a:t>
              </a:r>
            </a:p>
          </p:txBody>
        </p:sp>
        <p:cxnSp>
          <p:nvCxnSpPr>
            <p:cNvPr id="276" name="Connector 275"/>
            <p:cNvCxnSpPr/>
            <p:nvPr/>
          </p:nvCxnSpPr>
          <p:spPr>
            <a:xfrm>
              <a:off x="8706445" y="5304234"/>
              <a:ext cx="223243" cy="0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ctor 276"/>
            <p:cNvCxnSpPr/>
            <p:nvPr/>
          </p:nvCxnSpPr>
          <p:spPr>
            <a:xfrm flipH="1" flipV="1">
              <a:off x="8843962" y="5256609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ctor 277"/>
            <p:cNvCxnSpPr/>
            <p:nvPr/>
          </p:nvCxnSpPr>
          <p:spPr>
            <a:xfrm flipH="1">
              <a:off x="8843962" y="5304234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278"/>
            <p:cNvCxnSpPr/>
            <p:nvPr/>
          </p:nvCxnSpPr>
          <p:spPr>
            <a:xfrm>
              <a:off x="7393781" y="5313164"/>
              <a:ext cx="0" cy="3170039"/>
            </a:xfrm>
            <a:prstGeom prst="line">
              <a:avLst/>
            </a:prstGeom>
            <a:ln w="7143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4714875" y="5512019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1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5616773" y="537807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82" name="Oval 281"/>
            <p:cNvSpPr/>
            <p:nvPr/>
          </p:nvSpPr>
          <p:spPr>
            <a:xfrm>
              <a:off x="7791450" y="543103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5616773" y="5529878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84" name="Oval 283"/>
            <p:cNvSpPr/>
            <p:nvPr/>
          </p:nvSpPr>
          <p:spPr>
            <a:xfrm>
              <a:off x="7359848" y="5582841"/>
              <a:ext cx="67866" cy="67866"/>
            </a:xfrm>
            <a:prstGeom prst="ellipse">
              <a:avLst/>
            </a:prstGeom>
            <a:solidFill>
              <a:srgbClr val="6A73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5616773" y="5681683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86" name="Oval 285"/>
            <p:cNvSpPr/>
            <p:nvPr/>
          </p:nvSpPr>
          <p:spPr>
            <a:xfrm>
              <a:off x="7575649" y="5734645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7" name="Connector 286"/>
            <p:cNvCxnSpPr/>
            <p:nvPr/>
          </p:nvCxnSpPr>
          <p:spPr>
            <a:xfrm>
              <a:off x="4714875" y="5875734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4714875" y="606566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2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5616773" y="593171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cxnSp>
          <p:nvCxnSpPr>
            <p:cNvPr id="290" name="Connector 289"/>
            <p:cNvCxnSpPr/>
            <p:nvPr/>
          </p:nvCxnSpPr>
          <p:spPr>
            <a:xfrm>
              <a:off x="8649295" y="5979319"/>
              <a:ext cx="78582" cy="78581"/>
            </a:xfrm>
            <a:prstGeom prst="line">
              <a:avLst/>
            </a:prstGeom>
            <a:ln w="19050">
              <a:solidFill>
                <a:srgbClr val="00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onnector 290"/>
            <p:cNvCxnSpPr/>
            <p:nvPr/>
          </p:nvCxnSpPr>
          <p:spPr>
            <a:xfrm flipV="1">
              <a:off x="8649295" y="5979319"/>
              <a:ext cx="78582" cy="78581"/>
            </a:xfrm>
            <a:prstGeom prst="line">
              <a:avLst/>
            </a:prstGeom>
            <a:ln w="19050">
              <a:solidFill>
                <a:srgbClr val="00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TextBox 291"/>
            <p:cNvSpPr txBox="1"/>
            <p:nvPr/>
          </p:nvSpPr>
          <p:spPr>
            <a:xfrm>
              <a:off x="5616773" y="6083519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293" name="Oval 292"/>
            <p:cNvSpPr/>
            <p:nvPr/>
          </p:nvSpPr>
          <p:spPr>
            <a:xfrm>
              <a:off x="7144048" y="6136481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5616773" y="623532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295" name="Oval 294"/>
            <p:cNvSpPr/>
            <p:nvPr/>
          </p:nvSpPr>
          <p:spPr>
            <a:xfrm>
              <a:off x="7359848" y="6288286"/>
              <a:ext cx="67866" cy="67866"/>
            </a:xfrm>
            <a:prstGeom prst="ellipse">
              <a:avLst/>
            </a:prstGeom>
            <a:solidFill>
              <a:srgbClr val="6A73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6" name="Connector 295"/>
            <p:cNvCxnSpPr/>
            <p:nvPr/>
          </p:nvCxnSpPr>
          <p:spPr>
            <a:xfrm>
              <a:off x="4714875" y="6429375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TextBox 296"/>
            <p:cNvSpPr txBox="1"/>
            <p:nvPr/>
          </p:nvSpPr>
          <p:spPr>
            <a:xfrm>
              <a:off x="4714875" y="661930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3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5616773" y="648535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299" name="Oval 298"/>
            <p:cNvSpPr/>
            <p:nvPr/>
          </p:nvSpPr>
          <p:spPr>
            <a:xfrm>
              <a:off x="8438852" y="6538317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5616773" y="663716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01" name="Oval 300"/>
            <p:cNvSpPr/>
            <p:nvPr/>
          </p:nvSpPr>
          <p:spPr>
            <a:xfrm>
              <a:off x="7144048" y="6690122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5616773" y="678896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03" name="Oval 302"/>
            <p:cNvSpPr/>
            <p:nvPr/>
          </p:nvSpPr>
          <p:spPr>
            <a:xfrm>
              <a:off x="7359848" y="6841927"/>
              <a:ext cx="67866" cy="67866"/>
            </a:xfrm>
            <a:prstGeom prst="ellipse">
              <a:avLst/>
            </a:prstGeom>
            <a:solidFill>
              <a:srgbClr val="6A73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4" name="Connector 303"/>
            <p:cNvCxnSpPr/>
            <p:nvPr/>
          </p:nvCxnSpPr>
          <p:spPr>
            <a:xfrm>
              <a:off x="4714875" y="698301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TextBox 304"/>
            <p:cNvSpPr txBox="1"/>
            <p:nvPr/>
          </p:nvSpPr>
          <p:spPr>
            <a:xfrm>
              <a:off x="4714875" y="717294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4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5616773" y="703899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07" name="Oval 306"/>
            <p:cNvSpPr/>
            <p:nvPr/>
          </p:nvSpPr>
          <p:spPr>
            <a:xfrm>
              <a:off x="7575649" y="709195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616773" y="719080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09" name="Oval 308"/>
            <p:cNvSpPr/>
            <p:nvPr/>
          </p:nvSpPr>
          <p:spPr>
            <a:xfrm>
              <a:off x="6928247" y="7243762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5616773" y="734260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11" name="Oval 310"/>
            <p:cNvSpPr/>
            <p:nvPr/>
          </p:nvSpPr>
          <p:spPr>
            <a:xfrm>
              <a:off x="7359848" y="7395567"/>
              <a:ext cx="67866" cy="67866"/>
            </a:xfrm>
            <a:prstGeom prst="ellipse">
              <a:avLst/>
            </a:prstGeom>
            <a:solidFill>
              <a:srgbClr val="6A73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2" name="Connector 311"/>
            <p:cNvCxnSpPr/>
            <p:nvPr/>
          </p:nvCxnSpPr>
          <p:spPr>
            <a:xfrm>
              <a:off x="4714875" y="753665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TextBox 312"/>
            <p:cNvSpPr txBox="1"/>
            <p:nvPr/>
          </p:nvSpPr>
          <p:spPr>
            <a:xfrm>
              <a:off x="4714875" y="7726582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5</a:t>
              </a:r>
            </a:p>
          </p:txBody>
        </p:sp>
        <p:sp>
          <p:nvSpPr>
            <p:cNvPr id="314" name="TextBox 313"/>
            <p:cNvSpPr txBox="1"/>
            <p:nvPr/>
          </p:nvSpPr>
          <p:spPr>
            <a:xfrm>
              <a:off x="5616773" y="7592636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15" name="Oval 314"/>
            <p:cNvSpPr/>
            <p:nvPr/>
          </p:nvSpPr>
          <p:spPr>
            <a:xfrm>
              <a:off x="7791450" y="764559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5616773" y="7744441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17" name="Oval 316"/>
            <p:cNvSpPr/>
            <p:nvPr/>
          </p:nvSpPr>
          <p:spPr>
            <a:xfrm>
              <a:off x="8223052" y="7797403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TextBox 317"/>
            <p:cNvSpPr txBox="1"/>
            <p:nvPr/>
          </p:nvSpPr>
          <p:spPr>
            <a:xfrm>
              <a:off x="5616773" y="789624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19" name="Oval 318"/>
            <p:cNvSpPr/>
            <p:nvPr/>
          </p:nvSpPr>
          <p:spPr>
            <a:xfrm>
              <a:off x="6928247" y="7949208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0" name="Connector 319"/>
            <p:cNvCxnSpPr/>
            <p:nvPr/>
          </p:nvCxnSpPr>
          <p:spPr>
            <a:xfrm>
              <a:off x="4714875" y="8090297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TextBox 320"/>
            <p:cNvSpPr txBox="1"/>
            <p:nvPr/>
          </p:nvSpPr>
          <p:spPr>
            <a:xfrm>
              <a:off x="4714875" y="8233172"/>
              <a:ext cx="1000125" cy="19645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Mean (all 15)</a:t>
              </a:r>
            </a:p>
          </p:txBody>
        </p:sp>
        <p:sp>
          <p:nvSpPr>
            <p:cNvPr id="322" name="Diamond 321"/>
            <p:cNvSpPr/>
            <p:nvPr/>
          </p:nvSpPr>
          <p:spPr>
            <a:xfrm>
              <a:off x="7547074" y="8259961"/>
              <a:ext cx="125016" cy="125016"/>
            </a:xfrm>
            <a:prstGeom prst="diamond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3" name="Connector 322"/>
            <p:cNvCxnSpPr/>
            <p:nvPr/>
          </p:nvCxnSpPr>
          <p:spPr>
            <a:xfrm>
              <a:off x="6072188" y="8492133"/>
              <a:ext cx="2830710" cy="0"/>
            </a:xfrm>
            <a:prstGeom prst="line">
              <a:avLst/>
            </a:prstGeom>
            <a:ln w="803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Connector 323"/>
            <p:cNvCxnSpPr/>
            <p:nvPr/>
          </p:nvCxnSpPr>
          <p:spPr>
            <a:xfrm>
              <a:off x="6098977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TextBox 324"/>
            <p:cNvSpPr txBox="1"/>
            <p:nvPr/>
          </p:nvSpPr>
          <p:spPr>
            <a:xfrm>
              <a:off x="5875734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-50</a:t>
              </a:r>
            </a:p>
          </p:txBody>
        </p:sp>
        <p:cxnSp>
          <p:nvCxnSpPr>
            <p:cNvPr id="326" name="Connector 325"/>
            <p:cNvCxnSpPr/>
            <p:nvPr/>
          </p:nvCxnSpPr>
          <p:spPr>
            <a:xfrm>
              <a:off x="6746379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TextBox 326"/>
            <p:cNvSpPr txBox="1"/>
            <p:nvPr/>
          </p:nvSpPr>
          <p:spPr>
            <a:xfrm>
              <a:off x="6523137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-25</a:t>
              </a:r>
            </a:p>
          </p:txBody>
        </p:sp>
        <p:cxnSp>
          <p:nvCxnSpPr>
            <p:cNvPr id="328" name="Connector 327"/>
            <p:cNvCxnSpPr/>
            <p:nvPr/>
          </p:nvCxnSpPr>
          <p:spPr>
            <a:xfrm>
              <a:off x="7393781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TextBox 328"/>
            <p:cNvSpPr txBox="1"/>
            <p:nvPr/>
          </p:nvSpPr>
          <p:spPr>
            <a:xfrm>
              <a:off x="7170539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cxnSp>
          <p:nvCxnSpPr>
            <p:cNvPr id="330" name="Connector 329"/>
            <p:cNvCxnSpPr/>
            <p:nvPr/>
          </p:nvCxnSpPr>
          <p:spPr>
            <a:xfrm>
              <a:off x="8041184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TextBox 330"/>
            <p:cNvSpPr txBox="1"/>
            <p:nvPr/>
          </p:nvSpPr>
          <p:spPr>
            <a:xfrm>
              <a:off x="7817941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25</a:t>
              </a:r>
            </a:p>
          </p:txBody>
        </p:sp>
        <p:cxnSp>
          <p:nvCxnSpPr>
            <p:cNvPr id="332" name="Connector 331"/>
            <p:cNvCxnSpPr/>
            <p:nvPr/>
          </p:nvCxnSpPr>
          <p:spPr>
            <a:xfrm>
              <a:off x="8688586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TextBox 332"/>
            <p:cNvSpPr txBox="1"/>
            <p:nvPr/>
          </p:nvSpPr>
          <p:spPr>
            <a:xfrm>
              <a:off x="8465344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50</a:t>
              </a:r>
            </a:p>
          </p:txBody>
        </p:sp>
        <p:sp>
          <p:nvSpPr>
            <p:cNvPr id="334" name="TextBox 333"/>
            <p:cNvSpPr txBox="1"/>
            <p:nvPr/>
          </p:nvSpPr>
          <p:spPr>
            <a:xfrm>
              <a:off x="6027539" y="8804672"/>
              <a:ext cx="3062883" cy="20538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Paired difference in coverage (24 − 12), pp</a:t>
              </a:r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9269016" y="4505158"/>
              <a:ext cx="250031" cy="334211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000000"/>
                  </a:solidFill>
                  <a:latin typeface="Times New Roman"/>
                </a:rPr>
                <a:t>f</a:t>
              </a:r>
            </a:p>
          </p:txBody>
        </p:sp>
        <p:sp>
          <p:nvSpPr>
            <p:cNvPr id="336" name="TextBox 335"/>
            <p:cNvSpPr txBox="1"/>
            <p:nvPr/>
          </p:nvSpPr>
          <p:spPr>
            <a:xfrm>
              <a:off x="9992320" y="4514088"/>
              <a:ext cx="3687961" cy="30212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>
                  <a:solidFill>
                    <a:srgbClr val="000000"/>
                  </a:solidFill>
                  <a:latin typeface="Times New Roman"/>
                </a:rPr>
                <a:t>Independently retested recovery</a:t>
              </a:r>
            </a:p>
          </p:txBody>
        </p:sp>
        <p:sp>
          <p:nvSpPr>
            <p:cNvPr id="337" name="TextBox 336"/>
            <p:cNvSpPr txBox="1"/>
            <p:nvPr/>
          </p:nvSpPr>
          <p:spPr>
            <a:xfrm>
              <a:off x="10608469" y="4799462"/>
              <a:ext cx="2732484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12 vs 24 (mean)</a:t>
              </a:r>
            </a:p>
          </p:txBody>
        </p:sp>
        <p:sp>
          <p:nvSpPr>
            <p:cNvPr id="338" name="TextBox 337"/>
            <p:cNvSpPr txBox="1"/>
            <p:nvPr/>
          </p:nvSpPr>
          <p:spPr>
            <a:xfrm>
              <a:off x="10733484" y="5009309"/>
              <a:ext cx="2482453" cy="20587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000000"/>
                  </a:solidFill>
                  <a:latin typeface="Times New Roman"/>
                </a:rPr>
                <a:t>0.4205   vs   0.3994</a:t>
              </a:r>
            </a:p>
          </p:txBody>
        </p:sp>
        <p:sp>
          <p:nvSpPr>
            <p:cNvPr id="339" name="TextBox 338"/>
            <p:cNvSpPr txBox="1"/>
            <p:nvPr/>
          </p:nvSpPr>
          <p:spPr>
            <a:xfrm>
              <a:off x="9286875" y="5179219"/>
              <a:ext cx="830461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</a:t>
              </a:r>
            </a:p>
          </p:txBody>
        </p:sp>
        <p:sp>
          <p:nvSpPr>
            <p:cNvPr id="340" name="TextBox 339"/>
            <p:cNvSpPr txBox="1"/>
            <p:nvPr/>
          </p:nvSpPr>
          <p:spPr>
            <a:xfrm>
              <a:off x="10188773" y="5179219"/>
              <a:ext cx="1169789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Information arm</a:t>
              </a:r>
            </a:p>
          </p:txBody>
        </p:sp>
        <p:sp>
          <p:nvSpPr>
            <p:cNvPr id="341" name="TextBox 340"/>
            <p:cNvSpPr txBox="1"/>
            <p:nvPr/>
          </p:nvSpPr>
          <p:spPr>
            <a:xfrm>
              <a:off x="12760523" y="5214938"/>
              <a:ext cx="669727" cy="16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Favors 24</a:t>
              </a:r>
            </a:p>
          </p:txBody>
        </p:sp>
        <p:cxnSp>
          <p:nvCxnSpPr>
            <p:cNvPr id="342" name="Connector 341"/>
            <p:cNvCxnSpPr/>
            <p:nvPr/>
          </p:nvCxnSpPr>
          <p:spPr>
            <a:xfrm>
              <a:off x="13278445" y="5304234"/>
              <a:ext cx="223243" cy="0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Connector 342"/>
            <p:cNvCxnSpPr/>
            <p:nvPr/>
          </p:nvCxnSpPr>
          <p:spPr>
            <a:xfrm flipH="1" flipV="1">
              <a:off x="13415962" y="5256609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or 343"/>
            <p:cNvCxnSpPr/>
            <p:nvPr/>
          </p:nvCxnSpPr>
          <p:spPr>
            <a:xfrm flipH="1">
              <a:off x="13415962" y="5304234"/>
              <a:ext cx="85726" cy="47625"/>
            </a:xfrm>
            <a:prstGeom prst="line">
              <a:avLst/>
            </a:prstGeom>
            <a:ln w="62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Connector 344"/>
            <p:cNvCxnSpPr/>
            <p:nvPr/>
          </p:nvCxnSpPr>
          <p:spPr>
            <a:xfrm>
              <a:off x="11965781" y="5313164"/>
              <a:ext cx="0" cy="3170039"/>
            </a:xfrm>
            <a:prstGeom prst="line">
              <a:avLst/>
            </a:prstGeom>
            <a:ln w="7143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TextBox 345"/>
            <p:cNvSpPr txBox="1"/>
            <p:nvPr/>
          </p:nvSpPr>
          <p:spPr>
            <a:xfrm>
              <a:off x="9286875" y="5512019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1</a:t>
              </a:r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10188773" y="537807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48" name="Oval 347"/>
            <p:cNvSpPr/>
            <p:nvPr/>
          </p:nvSpPr>
          <p:spPr>
            <a:xfrm>
              <a:off x="11968718" y="543103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10188773" y="5529878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50" name="Oval 349"/>
            <p:cNvSpPr/>
            <p:nvPr/>
          </p:nvSpPr>
          <p:spPr>
            <a:xfrm>
              <a:off x="12020802" y="5582841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TextBox 350"/>
            <p:cNvSpPr txBox="1"/>
            <p:nvPr/>
          </p:nvSpPr>
          <p:spPr>
            <a:xfrm>
              <a:off x="10188773" y="5681683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52" name="Oval 351"/>
            <p:cNvSpPr/>
            <p:nvPr/>
          </p:nvSpPr>
          <p:spPr>
            <a:xfrm>
              <a:off x="12075756" y="5734645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3" name="Connector 352"/>
            <p:cNvCxnSpPr/>
            <p:nvPr/>
          </p:nvCxnSpPr>
          <p:spPr>
            <a:xfrm>
              <a:off x="9286875" y="5875734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/>
            <p:cNvSpPr txBox="1"/>
            <p:nvPr/>
          </p:nvSpPr>
          <p:spPr>
            <a:xfrm>
              <a:off x="9286875" y="606566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2</a:t>
              </a:r>
            </a:p>
          </p:txBody>
        </p:sp>
        <p:sp>
          <p:nvSpPr>
            <p:cNvPr id="355" name="TextBox 354"/>
            <p:cNvSpPr txBox="1"/>
            <p:nvPr/>
          </p:nvSpPr>
          <p:spPr>
            <a:xfrm>
              <a:off x="10188773" y="593171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cxnSp>
          <p:nvCxnSpPr>
            <p:cNvPr id="356" name="Connector 355"/>
            <p:cNvCxnSpPr/>
            <p:nvPr/>
          </p:nvCxnSpPr>
          <p:spPr>
            <a:xfrm>
              <a:off x="13111973" y="5979319"/>
              <a:ext cx="78581" cy="78581"/>
            </a:xfrm>
            <a:prstGeom prst="line">
              <a:avLst/>
            </a:prstGeom>
            <a:ln w="19050">
              <a:solidFill>
                <a:srgbClr val="00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nector 356"/>
            <p:cNvCxnSpPr/>
            <p:nvPr/>
          </p:nvCxnSpPr>
          <p:spPr>
            <a:xfrm flipV="1">
              <a:off x="13111973" y="5979319"/>
              <a:ext cx="78581" cy="78581"/>
            </a:xfrm>
            <a:prstGeom prst="line">
              <a:avLst/>
            </a:prstGeom>
            <a:ln w="19050">
              <a:solidFill>
                <a:srgbClr val="00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8" name="TextBox 357"/>
            <p:cNvSpPr txBox="1"/>
            <p:nvPr/>
          </p:nvSpPr>
          <p:spPr>
            <a:xfrm>
              <a:off x="10188773" y="6083519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59" name="Oval 358"/>
            <p:cNvSpPr/>
            <p:nvPr/>
          </p:nvSpPr>
          <p:spPr>
            <a:xfrm>
              <a:off x="11575516" y="6136481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TextBox 359"/>
            <p:cNvSpPr txBox="1"/>
            <p:nvPr/>
          </p:nvSpPr>
          <p:spPr>
            <a:xfrm>
              <a:off x="10188773" y="623532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61" name="Oval 360"/>
            <p:cNvSpPr/>
            <p:nvPr/>
          </p:nvSpPr>
          <p:spPr>
            <a:xfrm>
              <a:off x="13073477" y="6288286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2" name="Connector 361"/>
            <p:cNvCxnSpPr/>
            <p:nvPr/>
          </p:nvCxnSpPr>
          <p:spPr>
            <a:xfrm>
              <a:off x="9286875" y="6429375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TextBox 362"/>
            <p:cNvSpPr txBox="1"/>
            <p:nvPr/>
          </p:nvSpPr>
          <p:spPr>
            <a:xfrm>
              <a:off x="9286875" y="6619300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3</a:t>
              </a:r>
            </a:p>
          </p:txBody>
        </p:sp>
        <p:sp>
          <p:nvSpPr>
            <p:cNvPr id="364" name="TextBox 363"/>
            <p:cNvSpPr txBox="1"/>
            <p:nvPr/>
          </p:nvSpPr>
          <p:spPr>
            <a:xfrm>
              <a:off x="10188773" y="648535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65" name="Oval 364"/>
            <p:cNvSpPr/>
            <p:nvPr/>
          </p:nvSpPr>
          <p:spPr>
            <a:xfrm>
              <a:off x="11811927" y="653831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TextBox 365"/>
            <p:cNvSpPr txBox="1"/>
            <p:nvPr/>
          </p:nvSpPr>
          <p:spPr>
            <a:xfrm>
              <a:off x="10188773" y="663716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67" name="Oval 366"/>
            <p:cNvSpPr/>
            <p:nvPr/>
          </p:nvSpPr>
          <p:spPr>
            <a:xfrm>
              <a:off x="11861331" y="6690122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TextBox 367"/>
            <p:cNvSpPr txBox="1"/>
            <p:nvPr/>
          </p:nvSpPr>
          <p:spPr>
            <a:xfrm>
              <a:off x="10188773" y="6788964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69" name="Oval 368"/>
            <p:cNvSpPr/>
            <p:nvPr/>
          </p:nvSpPr>
          <p:spPr>
            <a:xfrm>
              <a:off x="11452509" y="684192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0" name="Connector 369"/>
            <p:cNvCxnSpPr/>
            <p:nvPr/>
          </p:nvCxnSpPr>
          <p:spPr>
            <a:xfrm>
              <a:off x="9286875" y="698301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TextBox 370"/>
            <p:cNvSpPr txBox="1"/>
            <p:nvPr/>
          </p:nvSpPr>
          <p:spPr>
            <a:xfrm>
              <a:off x="9286875" y="7172941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4</a:t>
              </a:r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10188773" y="703899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73" name="Oval 372"/>
            <p:cNvSpPr/>
            <p:nvPr/>
          </p:nvSpPr>
          <p:spPr>
            <a:xfrm>
              <a:off x="10959957" y="7091958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10188773" y="7190800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75" name="Oval 374"/>
            <p:cNvSpPr/>
            <p:nvPr/>
          </p:nvSpPr>
          <p:spPr>
            <a:xfrm>
              <a:off x="11819958" y="7243762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10188773" y="734260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77" name="Oval 376"/>
            <p:cNvSpPr/>
            <p:nvPr/>
          </p:nvSpPr>
          <p:spPr>
            <a:xfrm>
              <a:off x="10985817" y="7395567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8" name="Connector 377"/>
            <p:cNvCxnSpPr/>
            <p:nvPr/>
          </p:nvCxnSpPr>
          <p:spPr>
            <a:xfrm>
              <a:off x="9286875" y="7536656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TextBox 378"/>
            <p:cNvSpPr txBox="1"/>
            <p:nvPr/>
          </p:nvSpPr>
          <p:spPr>
            <a:xfrm>
              <a:off x="9286875" y="7726582"/>
              <a:ext cx="83046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World 5</a:t>
              </a:r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10188773" y="7592636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Opaque</a:t>
              </a:r>
            </a:p>
          </p:txBody>
        </p:sp>
        <p:sp>
          <p:nvSpPr>
            <p:cNvPr id="381" name="Oval 380"/>
            <p:cNvSpPr/>
            <p:nvPr/>
          </p:nvSpPr>
          <p:spPr>
            <a:xfrm>
              <a:off x="11477001" y="7645598"/>
              <a:ext cx="67866" cy="67866"/>
            </a:xfrm>
            <a:prstGeom prst="ellipse">
              <a:avLst/>
            </a:prstGeom>
            <a:solidFill>
              <a:srgbClr val="B03E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10188773" y="7744441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Aligned</a:t>
              </a:r>
            </a:p>
          </p:txBody>
        </p:sp>
        <p:sp>
          <p:nvSpPr>
            <p:cNvPr id="383" name="Oval 382"/>
            <p:cNvSpPr/>
            <p:nvPr/>
          </p:nvSpPr>
          <p:spPr>
            <a:xfrm>
              <a:off x="12098544" y="7797403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TextBox 383"/>
            <p:cNvSpPr txBox="1"/>
            <p:nvPr/>
          </p:nvSpPr>
          <p:spPr>
            <a:xfrm>
              <a:off x="10188773" y="7896245"/>
              <a:ext cx="839391" cy="173789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MisIndexed</a:t>
              </a:r>
            </a:p>
          </p:txBody>
        </p:sp>
        <p:sp>
          <p:nvSpPr>
            <p:cNvPr id="385" name="Oval 384"/>
            <p:cNvSpPr/>
            <p:nvPr/>
          </p:nvSpPr>
          <p:spPr>
            <a:xfrm>
              <a:off x="11994681" y="7949208"/>
              <a:ext cx="67866" cy="67866"/>
            </a:xfrm>
            <a:prstGeom prst="ellipse">
              <a:avLst/>
            </a:prstGeom>
            <a:solidFill>
              <a:srgbClr val="00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6" name="Connector 385"/>
            <p:cNvCxnSpPr/>
            <p:nvPr/>
          </p:nvCxnSpPr>
          <p:spPr>
            <a:xfrm>
              <a:off x="9286875" y="8090297"/>
              <a:ext cx="4259461" cy="0"/>
            </a:xfrm>
            <a:prstGeom prst="line">
              <a:avLst/>
            </a:prstGeom>
            <a:ln w="5804">
              <a:solidFill>
                <a:srgbClr val="B1B8BC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TextBox 386"/>
            <p:cNvSpPr txBox="1"/>
            <p:nvPr/>
          </p:nvSpPr>
          <p:spPr>
            <a:xfrm>
              <a:off x="9286875" y="8233172"/>
              <a:ext cx="1000125" cy="19645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Mean (all 15)</a:t>
              </a:r>
            </a:p>
          </p:txBody>
        </p:sp>
        <p:sp>
          <p:nvSpPr>
            <p:cNvPr id="388" name="Diamond 387"/>
            <p:cNvSpPr/>
            <p:nvPr/>
          </p:nvSpPr>
          <p:spPr>
            <a:xfrm>
              <a:off x="11857647" y="8259961"/>
              <a:ext cx="125016" cy="125016"/>
            </a:xfrm>
            <a:prstGeom prst="diamond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9" name="Connector 388"/>
            <p:cNvCxnSpPr/>
            <p:nvPr/>
          </p:nvCxnSpPr>
          <p:spPr>
            <a:xfrm>
              <a:off x="10644188" y="8492133"/>
              <a:ext cx="2830710" cy="0"/>
            </a:xfrm>
            <a:prstGeom prst="line">
              <a:avLst/>
            </a:prstGeom>
            <a:ln w="8036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Connector 389"/>
            <p:cNvCxnSpPr/>
            <p:nvPr/>
          </p:nvCxnSpPr>
          <p:spPr>
            <a:xfrm>
              <a:off x="10670977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TextBox 390"/>
            <p:cNvSpPr txBox="1"/>
            <p:nvPr/>
          </p:nvSpPr>
          <p:spPr>
            <a:xfrm>
              <a:off x="10447734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-0.6</a:t>
              </a:r>
            </a:p>
          </p:txBody>
        </p:sp>
        <p:cxnSp>
          <p:nvCxnSpPr>
            <p:cNvPr id="392" name="Connector 391"/>
            <p:cNvCxnSpPr/>
            <p:nvPr/>
          </p:nvCxnSpPr>
          <p:spPr>
            <a:xfrm>
              <a:off x="11318379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TextBox 392"/>
            <p:cNvSpPr txBox="1"/>
            <p:nvPr/>
          </p:nvSpPr>
          <p:spPr>
            <a:xfrm>
              <a:off x="11095137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-0.3</a:t>
              </a:r>
            </a:p>
          </p:txBody>
        </p:sp>
        <p:cxnSp>
          <p:nvCxnSpPr>
            <p:cNvPr id="394" name="Connector 393"/>
            <p:cNvCxnSpPr/>
            <p:nvPr/>
          </p:nvCxnSpPr>
          <p:spPr>
            <a:xfrm>
              <a:off x="11965781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TextBox 394"/>
            <p:cNvSpPr txBox="1"/>
            <p:nvPr/>
          </p:nvSpPr>
          <p:spPr>
            <a:xfrm>
              <a:off x="11742539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</a:t>
              </a:r>
            </a:p>
          </p:txBody>
        </p:sp>
        <p:cxnSp>
          <p:nvCxnSpPr>
            <p:cNvPr id="396" name="Connector 395"/>
            <p:cNvCxnSpPr/>
            <p:nvPr/>
          </p:nvCxnSpPr>
          <p:spPr>
            <a:xfrm>
              <a:off x="12613184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7" name="TextBox 396"/>
            <p:cNvSpPr txBox="1"/>
            <p:nvPr/>
          </p:nvSpPr>
          <p:spPr>
            <a:xfrm>
              <a:off x="12389941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0.3</a:t>
              </a:r>
            </a:p>
          </p:txBody>
        </p:sp>
        <p:cxnSp>
          <p:nvCxnSpPr>
            <p:cNvPr id="398" name="Connector 397"/>
            <p:cNvCxnSpPr/>
            <p:nvPr/>
          </p:nvCxnSpPr>
          <p:spPr>
            <a:xfrm>
              <a:off x="13260586" y="8492133"/>
              <a:ext cx="0" cy="62508"/>
            </a:xfrm>
            <a:prstGeom prst="line">
              <a:avLst/>
            </a:prstGeom>
            <a:ln w="6697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9" name="TextBox 398"/>
            <p:cNvSpPr txBox="1"/>
            <p:nvPr/>
          </p:nvSpPr>
          <p:spPr>
            <a:xfrm>
              <a:off x="13037344" y="8572500"/>
              <a:ext cx="446484" cy="17859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0.6</a:t>
              </a:r>
            </a:p>
          </p:txBody>
        </p:sp>
        <p:sp>
          <p:nvSpPr>
            <p:cNvPr id="400" name="TextBox 399"/>
            <p:cNvSpPr txBox="1"/>
            <p:nvPr/>
          </p:nvSpPr>
          <p:spPr>
            <a:xfrm>
              <a:off x="10599539" y="8804672"/>
              <a:ext cx="3062883" cy="205383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/>
                  </a:solidFill>
                  <a:latin typeface="Times New Roman"/>
                </a:rPr>
                <a:t>Paired difference in recovery (24 − 12)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Figure S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0" name="Figure S5"/>
          <p:cNvGrpSpPr/>
          <p:nvPr/>
        </p:nvGrpSpPr>
        <p:grpSpPr>
          <a:xfrm>
            <a:off x="342900" y="2683669"/>
            <a:ext cx="13030200" cy="6062662"/>
            <a:chOff x="0" y="0"/>
            <a:chExt cx="13716000" cy="6381750"/>
          </a:xfrm>
        </p:grpSpPr>
        <p:sp>
          <p:nvSpPr>
            <p:cNvPr id="19" name="矩形 18"/>
            <p:cNvSpPr>
              <a:spLocks noGrp="1"/>
            </p:cNvSpPr>
            <p:nvPr/>
          </p:nvSpPr>
          <p:spPr>
            <a:xfrm>
              <a:off x="238125" y="152400"/>
              <a:ext cx="32385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00" b="1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2000" b="1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a</a:t>
              </a:r>
              <a:endParaRPr sz="2000" b="1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2" name="矩形 1"/>
            <p:cNvSpPr>
              <a:spLocks noGrp="1"/>
            </p:cNvSpPr>
            <p:nvPr/>
          </p:nvSpPr>
          <p:spPr>
            <a:xfrm>
              <a:off x="619125" y="152400"/>
              <a:ext cx="151638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8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Purification</a:t>
              </a:r>
              <a:endParaRPr sz="18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graphicFrame>
          <p:nvGraphicFramePr>
            <p:cNvPr id="21" name="Chart"/>
            <p:cNvGraphicFramePr/>
            <p:nvPr/>
          </p:nvGraphicFramePr>
          <p:xfrm>
            <a:off x="285750" y="762000"/>
            <a:ext cx="4143375" cy="4048125"/>
          </p:xfrm>
          <a:graphic>
            <a:graphicData uri="http://schemas.openxmlformats.org/drawingml/2006/chart">
              <ns2:chart r:id="rId1"/>
            </a:graphicData>
          </a:graphic>
        </p:graphicFrame>
        <p:sp>
          <p:nvSpPr>
            <p:cNvPr id="4" name="矩形 3"/>
            <p:cNvSpPr>
              <a:spLocks noGrp="1"/>
            </p:cNvSpPr>
            <p:nvPr/>
          </p:nvSpPr>
          <p:spPr>
            <a:xfrm>
              <a:off x="476250" y="5067300"/>
              <a:ext cx="400050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Eligible: 0/5, 3/5, 0/5 (O, A, M)</a:t>
              </a:r>
              <a:endParaRPr sz="14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5" name="矩形 4"/>
            <p:cNvSpPr>
              <a:spLocks noGrp="1"/>
            </p:cNvSpPr>
            <p:nvPr/>
          </p:nvSpPr>
          <p:spPr>
            <a:xfrm>
              <a:off x="4810125" y="152400"/>
              <a:ext cx="32385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00" b="1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2000" b="1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b</a:t>
              </a:r>
              <a:endParaRPr sz="2000" b="1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6" name="矩形 5"/>
            <p:cNvSpPr>
              <a:spLocks noGrp="1"/>
            </p:cNvSpPr>
            <p:nvPr/>
          </p:nvSpPr>
          <p:spPr>
            <a:xfrm>
              <a:off x="5191125" y="152400"/>
              <a:ext cx="129540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8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Size index</a:t>
              </a:r>
              <a:endParaRPr sz="18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graphicFrame>
          <p:nvGraphicFramePr>
            <p:cNvPr id="25" name="Chart"/>
            <p:cNvGraphicFramePr/>
            <p:nvPr/>
          </p:nvGraphicFramePr>
          <p:xfrm>
            <a:off x="4810125" y="762000"/>
            <a:ext cx="4238625" cy="4048125"/>
          </p:xfrm>
          <a:graphic>
            <a:graphicData uri="http://schemas.openxmlformats.org/drawingml/2006/chart">
              <ns2:chart r:id="rId2"/>
            </a:graphicData>
          </a:graphic>
        </p:graphicFrame>
        <p:sp>
          <p:nvSpPr>
            <p:cNvPr id="8" name="矩形 7"/>
            <p:cNvSpPr>
              <a:spLocks noGrp="1"/>
            </p:cNvSpPr>
            <p:nvPr/>
          </p:nvSpPr>
          <p:spPr>
            <a:xfrm>
              <a:off x="5429250" y="5067300"/>
              <a:ext cx="376237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4/30 lower agent error</a:t>
              </a:r>
              <a:endParaRPr sz="14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9" name="矩形 8"/>
            <p:cNvSpPr>
              <a:spLocks noGrp="1"/>
            </p:cNvSpPr>
            <p:nvPr/>
          </p:nvSpPr>
          <p:spPr>
            <a:xfrm>
              <a:off x="9191625" y="152400"/>
              <a:ext cx="32385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00" b="1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2000" b="1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c</a:t>
              </a:r>
              <a:endParaRPr sz="2000" b="1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10" name="矩形 9"/>
            <p:cNvSpPr>
              <a:spLocks noGrp="1"/>
            </p:cNvSpPr>
            <p:nvPr/>
          </p:nvSpPr>
          <p:spPr>
            <a:xfrm>
              <a:off x="9572625" y="152400"/>
              <a:ext cx="74295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8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Fines</a:t>
              </a:r>
              <a:endParaRPr sz="18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graphicFrame>
          <p:nvGraphicFramePr>
            <p:cNvPr id="29" name="Chart"/>
            <p:cNvGraphicFramePr/>
            <p:nvPr/>
          </p:nvGraphicFramePr>
          <p:xfrm>
            <a:off x="9191625" y="762000"/>
            <a:ext cx="4238625" cy="4048125"/>
          </p:xfrm>
          <a:graphic>
            <a:graphicData uri="http://schemas.openxmlformats.org/drawingml/2006/chart">
              <ns2:chart r:id="rId3"/>
            </a:graphicData>
          </a:graphic>
        </p:graphicFrame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9810750" y="5067300"/>
              <a:ext cx="371475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21/30 lower agent error</a:t>
              </a:r>
              <a:endParaRPr sz="14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13" name="椭圆 12"/>
            <p:cNvSpPr>
              <a:spLocks noGrp="1"/>
            </p:cNvSpPr>
            <p:nvPr/>
          </p:nvSpPr>
          <p:spPr>
            <a:xfrm>
              <a:off x="4200525" y="5962650"/>
              <a:ext cx="114300" cy="114300"/>
            </a:xfrm>
            <a:prstGeom prst="ellipse">
              <a:avLst/>
            </a:prstGeom>
            <a:solidFill>
              <a:srgbClr val="637482"/>
            </a:solidFill>
            <a:ln w="9525">
              <a:solidFill>
                <a:srgbClr val="637482"/>
              </a:solidFill>
            </a:ln>
          </p:spPr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4429125" y="5867400"/>
              <a:ext cx="95250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Opaque</a:t>
              </a:r>
              <a:endParaRPr sz="14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15" name="椭圆 14"/>
            <p:cNvSpPr>
              <a:spLocks noGrp="1"/>
            </p:cNvSpPr>
            <p:nvPr/>
          </p:nvSpPr>
          <p:spPr>
            <a:xfrm>
              <a:off x="5267325" y="5962650"/>
              <a:ext cx="114300" cy="114300"/>
            </a:xfrm>
            <a:prstGeom prst="ellipse">
              <a:avLst/>
            </a:prstGeom>
            <a:solidFill>
              <a:srgbClr val="277F8A"/>
            </a:solidFill>
            <a:ln w="9525">
              <a:solidFill>
                <a:srgbClr val="277F8A"/>
              </a:solidFill>
            </a:ln>
          </p:spPr>
        </p:sp>
        <p:sp>
          <p:nvSpPr>
            <p:cNvPr id="16" name="矩形 15"/>
            <p:cNvSpPr>
              <a:spLocks noGrp="1"/>
            </p:cNvSpPr>
            <p:nvPr/>
          </p:nvSpPr>
          <p:spPr>
            <a:xfrm>
              <a:off x="5495925" y="5867400"/>
              <a:ext cx="95250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Aligned</a:t>
              </a:r>
              <a:endParaRPr sz="14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  <p:sp>
          <p:nvSpPr>
            <p:cNvPr id="17" name="椭圆 16"/>
            <p:cNvSpPr>
              <a:spLocks noGrp="1"/>
            </p:cNvSpPr>
            <p:nvPr/>
          </p:nvSpPr>
          <p:spPr>
            <a:xfrm>
              <a:off x="6448425" y="5962650"/>
              <a:ext cx="114300" cy="114300"/>
            </a:xfrm>
            <a:prstGeom prst="ellipse">
              <a:avLst/>
            </a:prstGeom>
            <a:solidFill>
              <a:srgbClr val="BC7850"/>
            </a:solidFill>
            <a:ln w="9525">
              <a:solidFill>
                <a:srgbClr val="BC7850"/>
              </a:solidFill>
            </a:ln>
          </p:spPr>
        </p:sp>
        <p:sp>
          <p:nvSpPr>
            <p:cNvPr id="18" name="矩形 17"/>
            <p:cNvSpPr>
              <a:spLocks noGrp="1"/>
            </p:cNvSpPr>
            <p:nvPr/>
          </p:nvSpPr>
          <p:spPr>
            <a:xfrm>
              <a:off x="6677025" y="5867400"/>
              <a:ext cx="114300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defRPr>
              </a:pPr>
              <a:r>
                <a:rPr sz="1400" b="0">
                  <a:solidFill>
                    <a:srgbClr val="24292D"/>
                  </a:solidFill>
                  <a:latin typeface="Times New Roman" panose="020B0604020202020204"/>
                  <a:ea typeface="Times New Roman" panose="020B0604020202020204"/>
                  <a:cs typeface="Times New Roman" panose="020B0604020202020204"/>
                </a:rPr>
                <a:t>MisIndexed</a:t>
              </a:r>
              <a:endParaRPr sz="1400" b="0">
                <a:solidFill>
                  <a:srgbClr val="24292D"/>
                </a:solidFill>
                <a:latin typeface="Times New Roman" panose="020B0604020202020204"/>
                <a:ea typeface="Times New Roman" panose="020B0604020202020204"/>
                <a:cs typeface="Times New Roman" panose="020B0604020202020204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igure S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8" name="Figure S6 plot object 0">
            <a:extLst>
              <a:ext uri="{FF2B5EF4-FFF2-40B4-BE49-F238E27FC236}">
                <ns2:creationId id="{7B7A5527-D598-4EFF-9A3E-63E819FCE380}"/>
              </a:ext>
            </a:extLst>
          </p:cNvPr>
          <p:cNvSpPr>
            <a:spLocks noGrp="1"/>
          </p:cNvSpPr>
          <p:nvPr/>
        </p:nvSpPr>
        <p:spPr>
          <a:xfrm>
            <a:off x="342900" y="1573619"/>
            <a:ext cx="13030200" cy="8282763"/>
          </a:xfrm>
          <a:custGeom>
            <a:pathLst>
              <a:path w="13030200" h="8282763">
                <a:moveTo>
                  <a:pt x="0" y="8282763"/>
                </a:moveTo>
                <a:lnTo>
                  <a:pt x="13030200" y="8282763"/>
                </a:lnTo>
                <a:lnTo>
                  <a:pt x="13030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058">
            <a:noFill/>
            <a:prstDash val="solid"/>
          </a:ln>
        </p:spPr>
      </p:sp>
      <p:sp>
        <p:nvSpPr>
          <p:cNvPr id="2" name="Figure S6 plot object 1">
            <a:extLst>
              <a:ext uri="{FF2B5EF4-FFF2-40B4-BE49-F238E27FC236}">
                <ns2:creationId id="{1B78EA67-F1C9-4A8E-AEC0-269042112817}"/>
              </a:ext>
            </a:extLst>
          </p:cNvPr>
          <p:cNvSpPr>
            <a:spLocks noGrp="1"/>
          </p:cNvSpPr>
          <p:nvPr/>
        </p:nvSpPr>
        <p:spPr>
          <a:xfrm>
            <a:off x="1580769" y="2567550"/>
            <a:ext cx="5070447" cy="2627864"/>
          </a:xfrm>
          <a:custGeom>
            <a:pathLst>
              <a:path w="5070447" h="2627864">
                <a:moveTo>
                  <a:pt x="0" y="2627864"/>
                </a:moveTo>
                <a:lnTo>
                  <a:pt x="5070447" y="2627864"/>
                </a:lnTo>
                <a:lnTo>
                  <a:pt x="50704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058">
            <a:noFill/>
            <a:prstDash val="solid"/>
          </a:ln>
        </p:spPr>
      </p:sp>
      <p:sp>
        <p:nvSpPr>
          <p:cNvPr id="3" name="Figure S6 plot object 2">
            <a:extLst>
              <a:ext uri="{FF2B5EF4-FFF2-40B4-BE49-F238E27FC236}">
                <ns2:creationId id="{61D4B5F8-BF21-4678-BF58-B6A7E5A42E8D}"/>
              </a:ext>
            </a:extLst>
          </p:cNvPr>
          <p:cNvSpPr>
            <a:spLocks noGrp="1"/>
          </p:cNvSpPr>
          <p:nvPr/>
        </p:nvSpPr>
        <p:spPr>
          <a:xfrm>
            <a:off x="1811244" y="3475115"/>
            <a:ext cx="357550" cy="1720300"/>
          </a:xfrm>
          <a:custGeom>
            <a:pathLst>
              <a:path w="357550" h="1720300">
                <a:moveTo>
                  <a:pt x="0" y="1720300"/>
                </a:moveTo>
                <a:lnTo>
                  <a:pt x="357550" y="1720300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4" name="Figure S6 plot object 3">
            <a:extLst>
              <a:ext uri="{FF2B5EF4-FFF2-40B4-BE49-F238E27FC236}">
                <ns2:creationId id="{1F9182FE-2BDB-4708-AB61-41C33812FFA3}"/>
              </a:ext>
            </a:extLst>
          </p:cNvPr>
          <p:cNvSpPr>
            <a:spLocks noGrp="1"/>
          </p:cNvSpPr>
          <p:nvPr/>
        </p:nvSpPr>
        <p:spPr>
          <a:xfrm>
            <a:off x="2777596" y="3296319"/>
            <a:ext cx="357550" cy="1899096"/>
          </a:xfrm>
          <a:custGeom>
            <a:pathLst>
              <a:path w="357550" h="1899096">
                <a:moveTo>
                  <a:pt x="0" y="1899096"/>
                </a:moveTo>
                <a:lnTo>
                  <a:pt x="357550" y="189909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5" name="Figure S6 plot object 4">
            <a:extLst>
              <a:ext uri="{FF2B5EF4-FFF2-40B4-BE49-F238E27FC236}">
                <ns2:creationId id="{91556C1F-C522-43D3-AA27-82BF850072CF}"/>
              </a:ext>
            </a:extLst>
          </p:cNvPr>
          <p:cNvSpPr>
            <a:spLocks noGrp="1"/>
          </p:cNvSpPr>
          <p:nvPr/>
        </p:nvSpPr>
        <p:spPr>
          <a:xfrm>
            <a:off x="3743947" y="3355908"/>
            <a:ext cx="357550" cy="1839506"/>
          </a:xfrm>
          <a:custGeom>
            <a:pathLst>
              <a:path w="357550" h="1839506">
                <a:moveTo>
                  <a:pt x="0" y="1839506"/>
                </a:moveTo>
                <a:lnTo>
                  <a:pt x="357550" y="183950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6" name="Figure S6 plot object 5">
            <a:extLst>
              <a:ext uri="{FF2B5EF4-FFF2-40B4-BE49-F238E27FC236}">
                <ns2:creationId id="{73251934-E0C8-4D0A-A113-A577A083420D}"/>
              </a:ext>
            </a:extLst>
          </p:cNvPr>
          <p:cNvSpPr>
            <a:spLocks noGrp="1"/>
          </p:cNvSpPr>
          <p:nvPr/>
        </p:nvSpPr>
        <p:spPr>
          <a:xfrm>
            <a:off x="4710299" y="3457847"/>
            <a:ext cx="357550" cy="1737567"/>
          </a:xfrm>
          <a:custGeom>
            <a:pathLst>
              <a:path w="357550" h="1737567">
                <a:moveTo>
                  <a:pt x="0" y="1737567"/>
                </a:moveTo>
                <a:lnTo>
                  <a:pt x="357550" y="1737567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7" name="Figure S6 plot object 6">
            <a:extLst>
              <a:ext uri="{FF2B5EF4-FFF2-40B4-BE49-F238E27FC236}">
                <ns2:creationId id="{430D7565-78EE-4ED9-8506-115C6EB63E13}"/>
              </a:ext>
            </a:extLst>
          </p:cNvPr>
          <p:cNvSpPr>
            <a:spLocks noGrp="1"/>
          </p:cNvSpPr>
          <p:nvPr/>
        </p:nvSpPr>
        <p:spPr>
          <a:xfrm>
            <a:off x="5676651" y="3595061"/>
            <a:ext cx="357550" cy="1600354"/>
          </a:xfrm>
          <a:custGeom>
            <a:pathLst>
              <a:path w="357550" h="1600354">
                <a:moveTo>
                  <a:pt x="0" y="1600354"/>
                </a:moveTo>
                <a:lnTo>
                  <a:pt x="357550" y="1600354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8" name="Figure S6 plot object 7">
            <a:extLst>
              <a:ext uri="{FF2B5EF4-FFF2-40B4-BE49-F238E27FC236}">
                <ns2:creationId id="{63F90D84-1626-4A30-9393-D4DC80B6A207}"/>
              </a:ext>
            </a:extLst>
          </p:cNvPr>
          <p:cNvSpPr>
            <a:spLocks noGrp="1"/>
          </p:cNvSpPr>
          <p:nvPr/>
        </p:nvSpPr>
        <p:spPr>
          <a:xfrm>
            <a:off x="2197785" y="2802128"/>
            <a:ext cx="357550" cy="2393286"/>
          </a:xfrm>
          <a:custGeom>
            <a:pathLst>
              <a:path w="357550" h="2393286">
                <a:moveTo>
                  <a:pt x="0" y="2393286"/>
                </a:moveTo>
                <a:lnTo>
                  <a:pt x="357550" y="239328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9" name="Figure S6 plot object 8">
            <a:extLst>
              <a:ext uri="{FF2B5EF4-FFF2-40B4-BE49-F238E27FC236}">
                <ns2:creationId id="{4C5F43C1-D91E-4CD7-9E30-B3E5AA6F6D8D}"/>
              </a:ext>
            </a:extLst>
          </p:cNvPr>
          <p:cNvSpPr>
            <a:spLocks noGrp="1"/>
          </p:cNvSpPr>
          <p:nvPr/>
        </p:nvSpPr>
        <p:spPr>
          <a:xfrm>
            <a:off x="3164136" y="2692687"/>
            <a:ext cx="357550" cy="2502728"/>
          </a:xfrm>
          <a:custGeom>
            <a:pathLst>
              <a:path w="357550" h="2502728">
                <a:moveTo>
                  <a:pt x="0" y="2502728"/>
                </a:moveTo>
                <a:lnTo>
                  <a:pt x="357550" y="250272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0" name="Figure S6 plot object 9">
            <a:extLst>
              <a:ext uri="{FF2B5EF4-FFF2-40B4-BE49-F238E27FC236}">
                <ns2:creationId id="{D5467980-8274-41E7-BF2B-369D9ADC556D}"/>
              </a:ext>
            </a:extLst>
          </p:cNvPr>
          <p:cNvSpPr>
            <a:spLocks noGrp="1"/>
          </p:cNvSpPr>
          <p:nvPr/>
        </p:nvSpPr>
        <p:spPr>
          <a:xfrm>
            <a:off x="4130488" y="2917728"/>
            <a:ext cx="357550" cy="2277686"/>
          </a:xfrm>
          <a:custGeom>
            <a:pathLst>
              <a:path w="357550" h="2277686">
                <a:moveTo>
                  <a:pt x="0" y="2277686"/>
                </a:moveTo>
                <a:lnTo>
                  <a:pt x="357550" y="227768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1" name="Figure S6 plot object 10">
            <a:extLst>
              <a:ext uri="{FF2B5EF4-FFF2-40B4-BE49-F238E27FC236}">
                <ns2:creationId id="{5B684626-1E47-4D32-B834-80626CDE8FDD}"/>
              </a:ext>
            </a:extLst>
          </p:cNvPr>
          <p:cNvSpPr>
            <a:spLocks noGrp="1"/>
          </p:cNvSpPr>
          <p:nvPr/>
        </p:nvSpPr>
        <p:spPr>
          <a:xfrm>
            <a:off x="5096840" y="3204813"/>
            <a:ext cx="357550" cy="1990602"/>
          </a:xfrm>
          <a:custGeom>
            <a:pathLst>
              <a:path w="357550" h="1990602">
                <a:moveTo>
                  <a:pt x="0" y="1990602"/>
                </a:moveTo>
                <a:lnTo>
                  <a:pt x="357550" y="1990602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2" name="Figure S6 plot object 11">
            <a:extLst>
              <a:ext uri="{FF2B5EF4-FFF2-40B4-BE49-F238E27FC236}">
                <ns2:creationId id="{9475BB17-78B5-4309-8B93-00455F7DA124}"/>
              </a:ext>
            </a:extLst>
          </p:cNvPr>
          <p:cNvSpPr>
            <a:spLocks noGrp="1"/>
          </p:cNvSpPr>
          <p:nvPr/>
        </p:nvSpPr>
        <p:spPr>
          <a:xfrm>
            <a:off x="6063191" y="2916338"/>
            <a:ext cx="357550" cy="2279077"/>
          </a:xfrm>
          <a:custGeom>
            <a:pathLst>
              <a:path w="357550" h="2279077">
                <a:moveTo>
                  <a:pt x="0" y="2279077"/>
                </a:moveTo>
                <a:lnTo>
                  <a:pt x="357550" y="2279077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3" name="Figure S6 plot object 12">
            <a:extLst>
              <a:ext uri="{FF2B5EF4-FFF2-40B4-BE49-F238E27FC236}">
                <ns2:creationId id="{78FEE595-8E41-4B70-AC74-828AE7B02E9A}"/>
              </a:ext>
            </a:extLst>
          </p:cNvPr>
          <p:cNvSpPr>
            <a:spLocks noGrp="1"/>
          </p:cNvSpPr>
          <p:nvPr/>
        </p:nvSpPr>
        <p:spPr>
          <a:xfrm>
            <a:off x="2183289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4" name="W1">
            <a:extLst>
              <a:ext uri="{FF2B5EF4-FFF2-40B4-BE49-F238E27FC236}">
                <ns2:creationId id="{2FB63942-5C11-41E6-82DF-548126A13955}"/>
              </a:ext>
            </a:extLst>
          </p:cNvPr>
          <p:cNvSpPr>
            <a:spLocks noGrp="1"/>
          </p:cNvSpPr>
          <p:nvPr/>
        </p:nvSpPr>
        <p:spPr>
          <a:xfrm rot="0">
            <a:off x="2028970" y="5308478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W1</a:t>
            </a:r>
          </a:p>
        </p:txBody>
      </p:sp>
      <p:sp>
        <p:nvSpPr>
          <p:cNvPr id="15" name="Figure S6 plot object 14">
            <a:extLst>
              <a:ext uri="{FF2B5EF4-FFF2-40B4-BE49-F238E27FC236}">
                <ns2:creationId id="{4FC9E324-55C5-4255-919E-AFB74FCA4952}"/>
              </a:ext>
            </a:extLst>
          </p:cNvPr>
          <p:cNvSpPr>
            <a:spLocks noGrp="1"/>
          </p:cNvSpPr>
          <p:nvPr/>
        </p:nvSpPr>
        <p:spPr>
          <a:xfrm>
            <a:off x="3149641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6" name="W2">
            <a:extLst>
              <a:ext uri="{FF2B5EF4-FFF2-40B4-BE49-F238E27FC236}">
                <ns2:creationId id="{604E7CC0-A2B8-4F2B-A21A-23C0CE8ACEE3}"/>
              </a:ext>
            </a:extLst>
          </p:cNvPr>
          <p:cNvSpPr>
            <a:spLocks noGrp="1"/>
          </p:cNvSpPr>
          <p:nvPr/>
        </p:nvSpPr>
        <p:spPr>
          <a:xfrm rot="0">
            <a:off x="2997075" y="5308478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W2</a:t>
            </a:r>
          </a:p>
        </p:txBody>
      </p:sp>
      <p:sp>
        <p:nvSpPr>
          <p:cNvPr id="17" name="Figure S6 plot object 16">
            <a:extLst>
              <a:ext uri="{FF2B5EF4-FFF2-40B4-BE49-F238E27FC236}">
                <ns2:creationId id="{61F50C22-7D22-464E-8247-0283448B0D79}"/>
              </a:ext>
            </a:extLst>
          </p:cNvPr>
          <p:cNvSpPr>
            <a:spLocks noGrp="1"/>
          </p:cNvSpPr>
          <p:nvPr/>
        </p:nvSpPr>
        <p:spPr>
          <a:xfrm>
            <a:off x="4115993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8" name="W3">
            <a:extLst>
              <a:ext uri="{FF2B5EF4-FFF2-40B4-BE49-F238E27FC236}">
                <ns2:creationId id="{408DCBCF-3F85-445D-9E5F-840915794837}"/>
              </a:ext>
            </a:extLst>
          </p:cNvPr>
          <p:cNvSpPr>
            <a:spLocks noGrp="1"/>
          </p:cNvSpPr>
          <p:nvPr/>
        </p:nvSpPr>
        <p:spPr>
          <a:xfrm rot="0">
            <a:off x="3963427" y="5308478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W3</a:t>
            </a:r>
          </a:p>
        </p:txBody>
      </p:sp>
      <p:sp>
        <p:nvSpPr>
          <p:cNvPr id="19" name="Figure S6 plot object 18">
            <a:extLst>
              <a:ext uri="{FF2B5EF4-FFF2-40B4-BE49-F238E27FC236}">
                <ns2:creationId id="{81BDB8B2-14B1-4137-ACED-056C1925D67E}"/>
              </a:ext>
            </a:extLst>
          </p:cNvPr>
          <p:cNvSpPr>
            <a:spLocks noGrp="1"/>
          </p:cNvSpPr>
          <p:nvPr/>
        </p:nvSpPr>
        <p:spPr>
          <a:xfrm>
            <a:off x="5082344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20" name="W4">
            <a:extLst>
              <a:ext uri="{FF2B5EF4-FFF2-40B4-BE49-F238E27FC236}">
                <ns2:creationId id="{969FB06E-8749-4CA6-A679-99F806302871}"/>
              </a:ext>
            </a:extLst>
          </p:cNvPr>
          <p:cNvSpPr>
            <a:spLocks noGrp="1"/>
          </p:cNvSpPr>
          <p:nvPr/>
        </p:nvSpPr>
        <p:spPr>
          <a:xfrm rot="0">
            <a:off x="4928025" y="5308478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W4</a:t>
            </a:r>
          </a:p>
        </p:txBody>
      </p:sp>
      <p:sp>
        <p:nvSpPr>
          <p:cNvPr id="21" name="Figure S6 plot object 20">
            <a:extLst>
              <a:ext uri="{FF2B5EF4-FFF2-40B4-BE49-F238E27FC236}">
                <ns2:creationId id="{74C59991-5FFD-4B55-8669-B00BCDA04D5C}"/>
              </a:ext>
            </a:extLst>
          </p:cNvPr>
          <p:cNvSpPr>
            <a:spLocks noGrp="1"/>
          </p:cNvSpPr>
          <p:nvPr/>
        </p:nvSpPr>
        <p:spPr>
          <a:xfrm>
            <a:off x="6048696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22" name="W5">
            <a:extLst>
              <a:ext uri="{FF2B5EF4-FFF2-40B4-BE49-F238E27FC236}">
                <ns2:creationId id="{18B19B63-90FD-41B6-92A6-63E99DEE78D8}"/>
              </a:ext>
            </a:extLst>
          </p:cNvPr>
          <p:cNvSpPr>
            <a:spLocks noGrp="1"/>
          </p:cNvSpPr>
          <p:nvPr/>
        </p:nvSpPr>
        <p:spPr>
          <a:xfrm rot="0">
            <a:off x="5894376" y="5308478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W5</a:t>
            </a:r>
          </a:p>
        </p:txBody>
      </p:sp>
      <p:sp>
        <p:nvSpPr>
          <p:cNvPr id="23" name="Figure S6 plot object 22">
            <a:extLst>
              <a:ext uri="{FF2B5EF4-FFF2-40B4-BE49-F238E27FC236}">
                <ns2:creationId id="{FC1037D1-CA48-4F90-8D9B-0D1C80F519D3}"/>
              </a:ext>
            </a:extLst>
          </p:cNvPr>
          <p:cNvSpPr>
            <a:spLocks noGrp="1"/>
          </p:cNvSpPr>
          <p:nvPr/>
        </p:nvSpPr>
        <p:spPr>
          <a:xfrm>
            <a:off x="1510624" y="519541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24" name="0.0">
            <a:extLst>
              <a:ext uri="{FF2B5EF4-FFF2-40B4-BE49-F238E27FC236}">
                <ns2:creationId id="{6DDC371D-4245-48DC-9357-50C9309D71B2}"/>
              </a:ext>
            </a:extLst>
          </p:cNvPr>
          <p:cNvSpPr>
            <a:spLocks noGrp="1"/>
          </p:cNvSpPr>
          <p:nvPr/>
        </p:nvSpPr>
        <p:spPr>
          <a:xfrm rot="0">
            <a:off x="1145868" y="5081858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25" name="Figure S6 plot object 24">
            <a:extLst>
              <a:ext uri="{FF2B5EF4-FFF2-40B4-BE49-F238E27FC236}">
                <ns2:creationId id="{4C70E7CA-EBCB-4B83-AFDB-069736FC50F1}"/>
              </a:ext>
            </a:extLst>
          </p:cNvPr>
          <p:cNvSpPr>
            <a:spLocks noGrp="1"/>
          </p:cNvSpPr>
          <p:nvPr/>
        </p:nvSpPr>
        <p:spPr>
          <a:xfrm>
            <a:off x="1510624" y="454704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26" name="0.2">
            <a:extLst>
              <a:ext uri="{FF2B5EF4-FFF2-40B4-BE49-F238E27FC236}">
                <ns2:creationId id="{7BF9F3EE-F890-4E57-95DA-B91916B16F54}"/>
              </a:ext>
            </a:extLst>
          </p:cNvPr>
          <p:cNvSpPr>
            <a:spLocks noGrp="1"/>
          </p:cNvSpPr>
          <p:nvPr/>
        </p:nvSpPr>
        <p:spPr>
          <a:xfrm rot="0">
            <a:off x="1145868" y="4433488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27" name="Figure S6 plot object 26">
            <a:extLst>
              <a:ext uri="{FF2B5EF4-FFF2-40B4-BE49-F238E27FC236}">
                <ns2:creationId id="{46192CBA-5E70-4745-97BB-2E523A4BDD10}"/>
              </a:ext>
            </a:extLst>
          </p:cNvPr>
          <p:cNvSpPr>
            <a:spLocks noGrp="1"/>
          </p:cNvSpPr>
          <p:nvPr/>
        </p:nvSpPr>
        <p:spPr>
          <a:xfrm>
            <a:off x="1510624" y="389867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28" name="0.4">
            <a:extLst>
              <a:ext uri="{FF2B5EF4-FFF2-40B4-BE49-F238E27FC236}">
                <ns2:creationId id="{F976CE47-4D7F-4651-BB70-598D5B657B93}"/>
              </a:ext>
            </a:extLst>
          </p:cNvPr>
          <p:cNvSpPr>
            <a:spLocks noGrp="1"/>
          </p:cNvSpPr>
          <p:nvPr/>
        </p:nvSpPr>
        <p:spPr>
          <a:xfrm rot="0">
            <a:off x="1142361" y="3785118"/>
            <a:ext cx="385098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</a:t>
            </a:r>
          </a:p>
        </p:txBody>
      </p:sp>
      <p:sp>
        <p:nvSpPr>
          <p:cNvPr id="29" name="Figure S6 plot object 28">
            <a:extLst>
              <a:ext uri="{FF2B5EF4-FFF2-40B4-BE49-F238E27FC236}">
                <ns2:creationId id="{FF60C129-A6F4-4F01-820D-5B5A8BB7ED53}"/>
              </a:ext>
            </a:extLst>
          </p:cNvPr>
          <p:cNvSpPr>
            <a:spLocks noGrp="1"/>
          </p:cNvSpPr>
          <p:nvPr/>
        </p:nvSpPr>
        <p:spPr>
          <a:xfrm>
            <a:off x="1510624" y="325030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30" name="0.6">
            <a:extLst>
              <a:ext uri="{FF2B5EF4-FFF2-40B4-BE49-F238E27FC236}">
                <ns2:creationId id="{C7652AB3-0D81-48AA-946C-28B03808D5BC}"/>
              </a:ext>
            </a:extLst>
          </p:cNvPr>
          <p:cNvSpPr>
            <a:spLocks noGrp="1"/>
          </p:cNvSpPr>
          <p:nvPr/>
        </p:nvSpPr>
        <p:spPr>
          <a:xfrm rot="0">
            <a:off x="1145868" y="3136748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31" name="Figure S6 plot object 30">
            <a:extLst>
              <a:ext uri="{FF2B5EF4-FFF2-40B4-BE49-F238E27FC236}">
                <ns2:creationId id="{065319B5-912C-4AB3-AFC7-69E869DF6CBD}"/>
              </a:ext>
            </a:extLst>
          </p:cNvPr>
          <p:cNvSpPr>
            <a:spLocks noGrp="1"/>
          </p:cNvSpPr>
          <p:nvPr/>
        </p:nvSpPr>
        <p:spPr>
          <a:xfrm>
            <a:off x="1510624" y="260193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32" name="0.8">
            <a:extLst>
              <a:ext uri="{FF2B5EF4-FFF2-40B4-BE49-F238E27FC236}">
                <ns2:creationId id="{6E18A088-D7FE-4420-9F1E-C939B7BD4410}"/>
              </a:ext>
            </a:extLst>
          </p:cNvPr>
          <p:cNvSpPr>
            <a:spLocks noGrp="1"/>
          </p:cNvSpPr>
          <p:nvPr/>
        </p:nvSpPr>
        <p:spPr>
          <a:xfrm rot="0">
            <a:off x="1145868" y="2488378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0.8</a:t>
            </a:r>
          </a:p>
        </p:txBody>
      </p:sp>
      <p:sp>
        <p:nvSpPr>
          <p:cNvPr id="33" name="Retest score">
            <a:extLst>
              <a:ext uri="{FF2B5EF4-FFF2-40B4-BE49-F238E27FC236}">
                <ns2:creationId id="{C15D40C6-9561-453A-B1C0-8323EC14AAFD}"/>
              </a:ext>
            </a:extLst>
          </p:cNvPr>
          <p:cNvSpPr>
            <a:spLocks noGrp="1"/>
          </p:cNvSpPr>
          <p:nvPr/>
        </p:nvSpPr>
        <p:spPr>
          <a:xfrm rot="-5400000">
            <a:off x="319822" y="3694615"/>
            <a:ext cx="1247886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Retest score</a:t>
            </a:r>
          </a:p>
        </p:txBody>
      </p:sp>
      <p:sp>
        <p:nvSpPr>
          <p:cNvPr id="34" name="Figure S6 plot object 33">
            <a:extLst>
              <a:ext uri="{FF2B5EF4-FFF2-40B4-BE49-F238E27FC236}">
                <ns2:creationId id="{7F35B8B9-05FD-49E8-AD93-B322CD2EFECC}"/>
              </a:ext>
            </a:extLst>
          </p:cNvPr>
          <p:cNvSpPr>
            <a:spLocks noGrp="1"/>
          </p:cNvSpPr>
          <p:nvPr/>
        </p:nvSpPr>
        <p:spPr>
          <a:xfrm>
            <a:off x="1580769" y="2567550"/>
            <a:ext cx="28" cy="2627864"/>
          </a:xfrm>
          <a:custGeom>
            <a:pathLst>
              <a:path w="28" h="2627864">
                <a:moveTo>
                  <a:pt x="0" y="2627864"/>
                </a:moveTo>
                <a:lnTo>
                  <a:pt x="0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35" name="Figure S6 plot object 34">
            <a:extLst>
              <a:ext uri="{FF2B5EF4-FFF2-40B4-BE49-F238E27FC236}">
                <ns2:creationId id="{C3B8E714-737E-408A-9287-0E68D7D9CD33}"/>
              </a:ext>
            </a:extLst>
          </p:cNvPr>
          <p:cNvSpPr>
            <a:spLocks noGrp="1"/>
          </p:cNvSpPr>
          <p:nvPr/>
        </p:nvSpPr>
        <p:spPr>
          <a:xfrm>
            <a:off x="1580769" y="5195415"/>
            <a:ext cx="5070447" cy="28"/>
          </a:xfrm>
          <a:custGeom>
            <a:pathLst>
              <a:path w="5070447" h="28">
                <a:moveTo>
                  <a:pt x="0" y="0"/>
                </a:moveTo>
                <a:lnTo>
                  <a:pt x="5070447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36" name="a   EC">
            <a:extLst>
              <a:ext uri="{FF2B5EF4-FFF2-40B4-BE49-F238E27FC236}">
                <ns2:creationId id="{D5354EDA-95C6-46A2-948F-029675EC70F7}"/>
              </a:ext>
            </a:extLst>
          </p:cNvPr>
          <p:cNvSpPr>
            <a:spLocks noGrp="1"/>
          </p:cNvSpPr>
          <p:nvPr/>
        </p:nvSpPr>
        <p:spPr>
          <a:xfrm rot="0">
            <a:off x="1580769" y="2192693"/>
            <a:ext cx="736526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  EC</a:t>
            </a:r>
          </a:p>
        </p:txBody>
      </p:sp>
      <p:sp>
        <p:nvSpPr>
          <p:cNvPr id="37" name="Figure S6 plot object 36">
            <a:extLst>
              <a:ext uri="{FF2B5EF4-FFF2-40B4-BE49-F238E27FC236}">
                <ns2:creationId id="{3ED3AA12-9A45-4793-B89C-07A7D5B40560}"/>
              </a:ext>
            </a:extLst>
          </p:cNvPr>
          <p:cNvSpPr>
            <a:spLocks noGrp="1"/>
          </p:cNvSpPr>
          <p:nvPr/>
        </p:nvSpPr>
        <p:spPr>
          <a:xfrm>
            <a:off x="8172351" y="2567550"/>
            <a:ext cx="5070447" cy="2627864"/>
          </a:xfrm>
          <a:custGeom>
            <a:pathLst>
              <a:path w="5070447" h="2627864">
                <a:moveTo>
                  <a:pt x="0" y="2627864"/>
                </a:moveTo>
                <a:lnTo>
                  <a:pt x="5070447" y="2627864"/>
                </a:lnTo>
                <a:lnTo>
                  <a:pt x="50704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058">
            <a:noFill/>
            <a:prstDash val="solid"/>
          </a:ln>
        </p:spPr>
      </p:sp>
      <p:sp>
        <p:nvSpPr>
          <p:cNvPr id="38" name="Figure S6 plot object 37">
            <a:extLst>
              <a:ext uri="{FF2B5EF4-FFF2-40B4-BE49-F238E27FC236}">
                <ns2:creationId id="{99F149D2-A3D5-4040-A78A-DA2A641B7805}"/>
              </a:ext>
            </a:extLst>
          </p:cNvPr>
          <p:cNvSpPr>
            <a:spLocks noGrp="1"/>
          </p:cNvSpPr>
          <p:nvPr/>
        </p:nvSpPr>
        <p:spPr>
          <a:xfrm>
            <a:off x="8402825" y="3147901"/>
            <a:ext cx="357550" cy="2047514"/>
          </a:xfrm>
          <a:custGeom>
            <a:pathLst>
              <a:path w="357550" h="2047514">
                <a:moveTo>
                  <a:pt x="0" y="2047514"/>
                </a:moveTo>
                <a:lnTo>
                  <a:pt x="357550" y="2047514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39" name="Figure S6 plot object 38">
            <a:extLst>
              <a:ext uri="{FF2B5EF4-FFF2-40B4-BE49-F238E27FC236}">
                <ns2:creationId id="{513BBC28-C387-46F8-868E-F0C4C3763330}"/>
              </a:ext>
            </a:extLst>
          </p:cNvPr>
          <p:cNvSpPr>
            <a:spLocks noGrp="1"/>
          </p:cNvSpPr>
          <p:nvPr/>
        </p:nvSpPr>
        <p:spPr>
          <a:xfrm>
            <a:off x="9369177" y="3622973"/>
            <a:ext cx="357550" cy="1572442"/>
          </a:xfrm>
          <a:custGeom>
            <a:pathLst>
              <a:path w="357550" h="1572442">
                <a:moveTo>
                  <a:pt x="0" y="1572442"/>
                </a:moveTo>
                <a:lnTo>
                  <a:pt x="357550" y="1572442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40" name="Figure S6 plot object 39">
            <a:extLst>
              <a:ext uri="{FF2B5EF4-FFF2-40B4-BE49-F238E27FC236}">
                <ns2:creationId id="{83993A50-FF04-4A52-816D-14A0F005CE2F}"/>
              </a:ext>
            </a:extLst>
          </p:cNvPr>
          <p:cNvSpPr>
            <a:spLocks noGrp="1"/>
          </p:cNvSpPr>
          <p:nvPr/>
        </p:nvSpPr>
        <p:spPr>
          <a:xfrm>
            <a:off x="10335529" y="3684867"/>
            <a:ext cx="357550" cy="1510547"/>
          </a:xfrm>
          <a:custGeom>
            <a:pathLst>
              <a:path w="357550" h="1510547">
                <a:moveTo>
                  <a:pt x="0" y="1510547"/>
                </a:moveTo>
                <a:lnTo>
                  <a:pt x="357550" y="1510547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41" name="Figure S6 plot object 40">
            <a:extLst>
              <a:ext uri="{FF2B5EF4-FFF2-40B4-BE49-F238E27FC236}">
                <ns2:creationId id="{224180F6-A8AA-4925-B796-01AFFF7C6A95}"/>
              </a:ext>
            </a:extLst>
          </p:cNvPr>
          <p:cNvSpPr>
            <a:spLocks noGrp="1"/>
          </p:cNvSpPr>
          <p:nvPr/>
        </p:nvSpPr>
        <p:spPr>
          <a:xfrm>
            <a:off x="11301881" y="3134326"/>
            <a:ext cx="357550" cy="2061089"/>
          </a:xfrm>
          <a:custGeom>
            <a:pathLst>
              <a:path w="357550" h="2061089">
                <a:moveTo>
                  <a:pt x="0" y="2061089"/>
                </a:moveTo>
                <a:lnTo>
                  <a:pt x="357550" y="2061089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42" name="Figure S6 plot object 41">
            <a:extLst>
              <a:ext uri="{FF2B5EF4-FFF2-40B4-BE49-F238E27FC236}">
                <ns2:creationId id="{5A04A27C-7932-4D2C-9F79-FD72827D2F21}"/>
              </a:ext>
            </a:extLst>
          </p:cNvPr>
          <p:cNvSpPr>
            <a:spLocks noGrp="1"/>
          </p:cNvSpPr>
          <p:nvPr/>
        </p:nvSpPr>
        <p:spPr>
          <a:xfrm>
            <a:off x="12268232" y="3013266"/>
            <a:ext cx="357550" cy="2182149"/>
          </a:xfrm>
          <a:custGeom>
            <a:pathLst>
              <a:path w="357550" h="2182149">
                <a:moveTo>
                  <a:pt x="0" y="2182149"/>
                </a:moveTo>
                <a:lnTo>
                  <a:pt x="357550" y="2182149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43" name="Figure S6 plot object 42">
            <a:extLst>
              <a:ext uri="{FF2B5EF4-FFF2-40B4-BE49-F238E27FC236}">
                <ns2:creationId id="{3A359CE7-B187-4D90-80C8-341B0F84EA5E}"/>
              </a:ext>
            </a:extLst>
          </p:cNvPr>
          <p:cNvSpPr>
            <a:spLocks noGrp="1"/>
          </p:cNvSpPr>
          <p:nvPr/>
        </p:nvSpPr>
        <p:spPr>
          <a:xfrm>
            <a:off x="8789366" y="3125546"/>
            <a:ext cx="357550" cy="2069868"/>
          </a:xfrm>
          <a:custGeom>
            <a:pathLst>
              <a:path w="357550" h="2069868">
                <a:moveTo>
                  <a:pt x="0" y="2069868"/>
                </a:moveTo>
                <a:lnTo>
                  <a:pt x="357550" y="206986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44" name="Figure S6 plot object 43">
            <a:extLst>
              <a:ext uri="{FF2B5EF4-FFF2-40B4-BE49-F238E27FC236}">
                <ns2:creationId id="{10A95435-06F8-4FF1-B4E9-32779DE09BF2}"/>
              </a:ext>
            </a:extLst>
          </p:cNvPr>
          <p:cNvSpPr>
            <a:spLocks noGrp="1"/>
          </p:cNvSpPr>
          <p:nvPr/>
        </p:nvSpPr>
        <p:spPr>
          <a:xfrm>
            <a:off x="9755718" y="4307318"/>
            <a:ext cx="357550" cy="888096"/>
          </a:xfrm>
          <a:custGeom>
            <a:pathLst>
              <a:path w="357550" h="888096">
                <a:moveTo>
                  <a:pt x="0" y="888096"/>
                </a:moveTo>
                <a:lnTo>
                  <a:pt x="357550" y="88809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45" name="Figure S6 plot object 44">
            <a:extLst>
              <a:ext uri="{FF2B5EF4-FFF2-40B4-BE49-F238E27FC236}">
                <ns2:creationId id="{DBB3E47E-F745-4AFA-A7DD-58ED99C2E1A1}"/>
              </a:ext>
            </a:extLst>
          </p:cNvPr>
          <p:cNvSpPr>
            <a:spLocks noGrp="1"/>
          </p:cNvSpPr>
          <p:nvPr/>
        </p:nvSpPr>
        <p:spPr>
          <a:xfrm>
            <a:off x="10722070" y="3340049"/>
            <a:ext cx="357550" cy="1855366"/>
          </a:xfrm>
          <a:custGeom>
            <a:pathLst>
              <a:path w="357550" h="1855366">
                <a:moveTo>
                  <a:pt x="0" y="1855366"/>
                </a:moveTo>
                <a:lnTo>
                  <a:pt x="357550" y="185536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46" name="Figure S6 plot object 45">
            <a:extLst>
              <a:ext uri="{FF2B5EF4-FFF2-40B4-BE49-F238E27FC236}">
                <ns2:creationId id="{05D2CE8C-EBDB-4C43-A5EE-7866120B54B5}"/>
              </a:ext>
            </a:extLst>
          </p:cNvPr>
          <p:cNvSpPr>
            <a:spLocks noGrp="1"/>
          </p:cNvSpPr>
          <p:nvPr/>
        </p:nvSpPr>
        <p:spPr>
          <a:xfrm>
            <a:off x="11688421" y="3128036"/>
            <a:ext cx="357550" cy="2067378"/>
          </a:xfrm>
          <a:custGeom>
            <a:pathLst>
              <a:path w="357550" h="2067378">
                <a:moveTo>
                  <a:pt x="0" y="2067378"/>
                </a:moveTo>
                <a:lnTo>
                  <a:pt x="357550" y="206737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47" name="Figure S6 plot object 46">
            <a:extLst>
              <a:ext uri="{FF2B5EF4-FFF2-40B4-BE49-F238E27FC236}">
                <ns2:creationId id="{681EDBA7-2852-48BD-A836-7EAF09D92804}"/>
              </a:ext>
            </a:extLst>
          </p:cNvPr>
          <p:cNvSpPr>
            <a:spLocks noGrp="1"/>
          </p:cNvSpPr>
          <p:nvPr/>
        </p:nvSpPr>
        <p:spPr>
          <a:xfrm>
            <a:off x="12654773" y="2692687"/>
            <a:ext cx="357550" cy="2502728"/>
          </a:xfrm>
          <a:custGeom>
            <a:pathLst>
              <a:path w="357550" h="2502728">
                <a:moveTo>
                  <a:pt x="0" y="2502728"/>
                </a:moveTo>
                <a:lnTo>
                  <a:pt x="357550" y="250272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48" name="Figure S6 plot object 47">
            <a:extLst>
              <a:ext uri="{FF2B5EF4-FFF2-40B4-BE49-F238E27FC236}">
                <ns2:creationId id="{E286E1CB-59BD-4B01-A76C-86EDD89AC185}"/>
              </a:ext>
            </a:extLst>
          </p:cNvPr>
          <p:cNvSpPr>
            <a:spLocks noGrp="1"/>
          </p:cNvSpPr>
          <p:nvPr/>
        </p:nvSpPr>
        <p:spPr>
          <a:xfrm>
            <a:off x="8774871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49" name="W1">
            <a:extLst>
              <a:ext uri="{FF2B5EF4-FFF2-40B4-BE49-F238E27FC236}">
                <ns2:creationId id="{5B83CFB6-9CCE-4DA3-9B7A-9C308E990CA1}"/>
              </a:ext>
            </a:extLst>
          </p:cNvPr>
          <p:cNvSpPr>
            <a:spLocks noGrp="1"/>
          </p:cNvSpPr>
          <p:nvPr/>
        </p:nvSpPr>
        <p:spPr>
          <a:xfrm rot="0">
            <a:off x="8620551" y="5308478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W1</a:t>
            </a:r>
          </a:p>
        </p:txBody>
      </p:sp>
      <p:sp>
        <p:nvSpPr>
          <p:cNvPr id="50" name="Figure S6 plot object 49">
            <a:extLst>
              <a:ext uri="{FF2B5EF4-FFF2-40B4-BE49-F238E27FC236}">
                <ns2:creationId id="{388F6EC8-4AA3-4C71-894D-8AAEC8A0AC75}"/>
              </a:ext>
            </a:extLst>
          </p:cNvPr>
          <p:cNvSpPr>
            <a:spLocks noGrp="1"/>
          </p:cNvSpPr>
          <p:nvPr/>
        </p:nvSpPr>
        <p:spPr>
          <a:xfrm>
            <a:off x="9741223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51" name="W2">
            <a:extLst>
              <a:ext uri="{FF2B5EF4-FFF2-40B4-BE49-F238E27FC236}">
                <ns2:creationId id="{8465065E-D830-46D0-BE35-9BA43519144E}"/>
              </a:ext>
            </a:extLst>
          </p:cNvPr>
          <p:cNvSpPr>
            <a:spLocks noGrp="1"/>
          </p:cNvSpPr>
          <p:nvPr/>
        </p:nvSpPr>
        <p:spPr>
          <a:xfrm rot="0">
            <a:off x="9588656" y="5308478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W2</a:t>
            </a:r>
          </a:p>
        </p:txBody>
      </p:sp>
      <p:sp>
        <p:nvSpPr>
          <p:cNvPr id="52" name="Figure S6 plot object 51">
            <a:extLst>
              <a:ext uri="{FF2B5EF4-FFF2-40B4-BE49-F238E27FC236}">
                <ns2:creationId id="{1A317C71-4A75-4E9B-B079-EAC19ACB5866}"/>
              </a:ext>
            </a:extLst>
          </p:cNvPr>
          <p:cNvSpPr>
            <a:spLocks noGrp="1"/>
          </p:cNvSpPr>
          <p:nvPr/>
        </p:nvSpPr>
        <p:spPr>
          <a:xfrm>
            <a:off x="10707574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53" name="W3">
            <a:extLst>
              <a:ext uri="{FF2B5EF4-FFF2-40B4-BE49-F238E27FC236}">
                <ns2:creationId id="{AFE800E5-FBB6-4C4E-AC1F-BFE763684E5F}"/>
              </a:ext>
            </a:extLst>
          </p:cNvPr>
          <p:cNvSpPr>
            <a:spLocks noGrp="1"/>
          </p:cNvSpPr>
          <p:nvPr/>
        </p:nvSpPr>
        <p:spPr>
          <a:xfrm rot="0">
            <a:off x="10555008" y="5308478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W3</a:t>
            </a:r>
          </a:p>
        </p:txBody>
      </p:sp>
      <p:sp>
        <p:nvSpPr>
          <p:cNvPr id="54" name="Figure S6 plot object 53">
            <a:extLst>
              <a:ext uri="{FF2B5EF4-FFF2-40B4-BE49-F238E27FC236}">
                <ns2:creationId id="{5B1D1FBC-797B-4658-A6AA-231A0396CAB6}"/>
              </a:ext>
            </a:extLst>
          </p:cNvPr>
          <p:cNvSpPr>
            <a:spLocks noGrp="1"/>
          </p:cNvSpPr>
          <p:nvPr/>
        </p:nvSpPr>
        <p:spPr>
          <a:xfrm>
            <a:off x="11673926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55" name="W4">
            <a:extLst>
              <a:ext uri="{FF2B5EF4-FFF2-40B4-BE49-F238E27FC236}">
                <ns2:creationId id="{269B5E03-0181-40FE-983D-4D2508B33ADB}"/>
              </a:ext>
            </a:extLst>
          </p:cNvPr>
          <p:cNvSpPr>
            <a:spLocks noGrp="1"/>
          </p:cNvSpPr>
          <p:nvPr/>
        </p:nvSpPr>
        <p:spPr>
          <a:xfrm rot="0">
            <a:off x="11519606" y="5308478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W4</a:t>
            </a:r>
          </a:p>
        </p:txBody>
      </p:sp>
      <p:sp>
        <p:nvSpPr>
          <p:cNvPr id="56" name="Figure S6 plot object 55">
            <a:extLst>
              <a:ext uri="{FF2B5EF4-FFF2-40B4-BE49-F238E27FC236}">
                <ns2:creationId id="{7146AC2F-49CF-4D2B-AEA8-ACA4F62DE8F0}"/>
              </a:ext>
            </a:extLst>
          </p:cNvPr>
          <p:cNvSpPr>
            <a:spLocks noGrp="1"/>
          </p:cNvSpPr>
          <p:nvPr/>
        </p:nvSpPr>
        <p:spPr>
          <a:xfrm>
            <a:off x="12640278" y="5195415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57" name="W5">
            <a:extLst>
              <a:ext uri="{FF2B5EF4-FFF2-40B4-BE49-F238E27FC236}">
                <ns2:creationId id="{C97734FA-19AE-40FE-91D1-338C176116A8}"/>
              </a:ext>
            </a:extLst>
          </p:cNvPr>
          <p:cNvSpPr>
            <a:spLocks noGrp="1"/>
          </p:cNvSpPr>
          <p:nvPr/>
        </p:nvSpPr>
        <p:spPr>
          <a:xfrm rot="0">
            <a:off x="12485958" y="5308478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W5</a:t>
            </a:r>
          </a:p>
        </p:txBody>
      </p:sp>
      <p:sp>
        <p:nvSpPr>
          <p:cNvPr id="58" name="Figure S6 plot object 57">
            <a:extLst>
              <a:ext uri="{FF2B5EF4-FFF2-40B4-BE49-F238E27FC236}">
                <ns2:creationId id="{3A377213-77C9-4AE2-8588-2CB222E1F8C6}"/>
              </a:ext>
            </a:extLst>
          </p:cNvPr>
          <p:cNvSpPr>
            <a:spLocks noGrp="1"/>
          </p:cNvSpPr>
          <p:nvPr/>
        </p:nvSpPr>
        <p:spPr>
          <a:xfrm>
            <a:off x="8102205" y="519541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59" name="0.00">
            <a:extLst>
              <a:ext uri="{FF2B5EF4-FFF2-40B4-BE49-F238E27FC236}">
                <ns2:creationId id="{3C28374B-EFCC-41AF-8542-BD91CE082C95}"/>
              </a:ext>
            </a:extLst>
          </p:cNvPr>
          <p:cNvSpPr>
            <a:spLocks noGrp="1"/>
          </p:cNvSpPr>
          <p:nvPr/>
        </p:nvSpPr>
        <p:spPr>
          <a:xfrm rot="0">
            <a:off x="7625217" y="5081858"/>
            <a:ext cx="493823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60" name="Figure S6 plot object 59">
            <a:extLst>
              <a:ext uri="{FF2B5EF4-FFF2-40B4-BE49-F238E27FC236}">
                <ns2:creationId id="{7DB596E2-8991-49EE-B067-0FAEE9D1B3E0}"/>
              </a:ext>
            </a:extLst>
          </p:cNvPr>
          <p:cNvSpPr>
            <a:spLocks noGrp="1"/>
          </p:cNvSpPr>
          <p:nvPr/>
        </p:nvSpPr>
        <p:spPr>
          <a:xfrm>
            <a:off x="8102205" y="453989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61" name="0.05">
            <a:extLst>
              <a:ext uri="{FF2B5EF4-FFF2-40B4-BE49-F238E27FC236}">
                <ns2:creationId id="{CFB9C7F9-BB7C-490C-A5A8-F84B7ADC6EC0}"/>
              </a:ext>
            </a:extLst>
          </p:cNvPr>
          <p:cNvSpPr>
            <a:spLocks noGrp="1"/>
          </p:cNvSpPr>
          <p:nvPr/>
        </p:nvSpPr>
        <p:spPr>
          <a:xfrm rot="0">
            <a:off x="7621710" y="4426339"/>
            <a:ext cx="49733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0.05</a:t>
            </a:r>
          </a:p>
        </p:txBody>
      </p:sp>
      <p:sp>
        <p:nvSpPr>
          <p:cNvPr id="62" name="Figure S6 plot object 61">
            <a:extLst>
              <a:ext uri="{FF2B5EF4-FFF2-40B4-BE49-F238E27FC236}">
                <ns2:creationId id="{BB7FFE2B-97A3-46B8-A4E8-B9A9233579AE}"/>
              </a:ext>
            </a:extLst>
          </p:cNvPr>
          <p:cNvSpPr>
            <a:spLocks noGrp="1"/>
          </p:cNvSpPr>
          <p:nvPr/>
        </p:nvSpPr>
        <p:spPr>
          <a:xfrm>
            <a:off x="8102205" y="3884376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63" name="0.10">
            <a:extLst>
              <a:ext uri="{FF2B5EF4-FFF2-40B4-BE49-F238E27FC236}">
                <ns2:creationId id="{3FC426F8-FEAD-4AE5-8AF0-127B1A843654}"/>
              </a:ext>
            </a:extLst>
          </p:cNvPr>
          <p:cNvSpPr>
            <a:spLocks noGrp="1"/>
          </p:cNvSpPr>
          <p:nvPr/>
        </p:nvSpPr>
        <p:spPr>
          <a:xfrm rot="0">
            <a:off x="7621710" y="3770819"/>
            <a:ext cx="49733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0.10</a:t>
            </a:r>
          </a:p>
        </p:txBody>
      </p:sp>
      <p:sp>
        <p:nvSpPr>
          <p:cNvPr id="64" name="Figure S6 plot object 63">
            <a:extLst>
              <a:ext uri="{FF2B5EF4-FFF2-40B4-BE49-F238E27FC236}">
                <ns2:creationId id="{34FCDA73-F3CC-4117-B851-32826A1A74D3}"/>
              </a:ext>
            </a:extLst>
          </p:cNvPr>
          <p:cNvSpPr>
            <a:spLocks noGrp="1"/>
          </p:cNvSpPr>
          <p:nvPr/>
        </p:nvSpPr>
        <p:spPr>
          <a:xfrm>
            <a:off x="8102205" y="3228857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65" name="0.15">
            <a:extLst>
              <a:ext uri="{FF2B5EF4-FFF2-40B4-BE49-F238E27FC236}">
                <ns2:creationId id="{2E4DEDAE-9607-45F4-9DB9-59E6C49F189D}"/>
              </a:ext>
            </a:extLst>
          </p:cNvPr>
          <p:cNvSpPr>
            <a:spLocks noGrp="1"/>
          </p:cNvSpPr>
          <p:nvPr/>
        </p:nvSpPr>
        <p:spPr>
          <a:xfrm rot="0">
            <a:off x="7618202" y="3115300"/>
            <a:ext cx="500838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0.15</a:t>
            </a:r>
          </a:p>
        </p:txBody>
      </p:sp>
      <p:sp>
        <p:nvSpPr>
          <p:cNvPr id="66" name="Figure S6 plot object 65">
            <a:extLst>
              <a:ext uri="{FF2B5EF4-FFF2-40B4-BE49-F238E27FC236}">
                <ns2:creationId id="{3FC41D9D-26F5-415B-8F2C-EEB696DBF225}"/>
              </a:ext>
            </a:extLst>
          </p:cNvPr>
          <p:cNvSpPr>
            <a:spLocks noGrp="1"/>
          </p:cNvSpPr>
          <p:nvPr/>
        </p:nvSpPr>
        <p:spPr>
          <a:xfrm>
            <a:off x="8102205" y="2573337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67" name="0.20">
            <a:extLst>
              <a:ext uri="{FF2B5EF4-FFF2-40B4-BE49-F238E27FC236}">
                <ns2:creationId id="{B9D244D9-8338-4BB1-8781-4B655BE80D53}"/>
              </a:ext>
            </a:extLst>
          </p:cNvPr>
          <p:cNvSpPr>
            <a:spLocks noGrp="1"/>
          </p:cNvSpPr>
          <p:nvPr/>
        </p:nvSpPr>
        <p:spPr>
          <a:xfrm rot="0">
            <a:off x="7625217" y="2459781"/>
            <a:ext cx="493823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0.20</a:t>
            </a:r>
          </a:p>
        </p:txBody>
      </p:sp>
      <p:sp>
        <p:nvSpPr>
          <p:cNvPr id="68" name="Score MAE">
            <a:extLst>
              <a:ext uri="{FF2B5EF4-FFF2-40B4-BE49-F238E27FC236}">
                <ns2:creationId id="{02E97B88-395A-409A-890B-9A733F973AA1}"/>
              </a:ext>
            </a:extLst>
          </p:cNvPr>
          <p:cNvSpPr>
            <a:spLocks noGrp="1"/>
          </p:cNvSpPr>
          <p:nvPr/>
        </p:nvSpPr>
        <p:spPr>
          <a:xfrm rot="-5400000">
            <a:off x="6856932" y="3694615"/>
            <a:ext cx="1132146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Score MAE</a:t>
            </a:r>
          </a:p>
        </p:txBody>
      </p:sp>
      <p:sp>
        <p:nvSpPr>
          <p:cNvPr id="69" name="Figure S6 plot object 68">
            <a:extLst>
              <a:ext uri="{FF2B5EF4-FFF2-40B4-BE49-F238E27FC236}">
                <ns2:creationId id="{59A366AB-88E0-448D-946B-AD2AB4686D14}"/>
              </a:ext>
            </a:extLst>
          </p:cNvPr>
          <p:cNvSpPr>
            <a:spLocks noGrp="1"/>
          </p:cNvSpPr>
          <p:nvPr/>
        </p:nvSpPr>
        <p:spPr>
          <a:xfrm>
            <a:off x="8172351" y="2567550"/>
            <a:ext cx="28" cy="2627864"/>
          </a:xfrm>
          <a:custGeom>
            <a:pathLst>
              <a:path w="28" h="2627864">
                <a:moveTo>
                  <a:pt x="0" y="2627864"/>
                </a:moveTo>
                <a:lnTo>
                  <a:pt x="0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70" name="Figure S6 plot object 69">
            <a:extLst>
              <a:ext uri="{FF2B5EF4-FFF2-40B4-BE49-F238E27FC236}">
                <ns2:creationId id="{739BD6EC-BB73-4ABB-B81F-5265DA876E63}"/>
              </a:ext>
            </a:extLst>
          </p:cNvPr>
          <p:cNvSpPr>
            <a:spLocks noGrp="1"/>
          </p:cNvSpPr>
          <p:nvPr/>
        </p:nvSpPr>
        <p:spPr>
          <a:xfrm>
            <a:off x="8172351" y="5195415"/>
            <a:ext cx="5070447" cy="28"/>
          </a:xfrm>
          <a:custGeom>
            <a:pathLst>
              <a:path w="5070447" h="28">
                <a:moveTo>
                  <a:pt x="0" y="0"/>
                </a:moveTo>
                <a:lnTo>
                  <a:pt x="5070447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71" name="b   EC">
            <a:extLst>
              <a:ext uri="{FF2B5EF4-FFF2-40B4-BE49-F238E27FC236}">
                <ns2:creationId id="{1AA141FD-35F3-47EB-A7EA-667F62A89ABB}"/>
              </a:ext>
            </a:extLst>
          </p:cNvPr>
          <p:cNvSpPr>
            <a:spLocks noGrp="1"/>
          </p:cNvSpPr>
          <p:nvPr/>
        </p:nvSpPr>
        <p:spPr>
          <a:xfrm rot="0">
            <a:off x="8172351" y="2192693"/>
            <a:ext cx="733019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  EC</a:t>
            </a:r>
          </a:p>
        </p:txBody>
      </p:sp>
      <p:sp>
        <p:nvSpPr>
          <p:cNvPr id="72" name="Figure S6 plot object 71">
            <a:extLst>
              <a:ext uri="{FF2B5EF4-FFF2-40B4-BE49-F238E27FC236}">
                <ns2:creationId id="{F70F1353-72FC-45CA-A301-7FA737FCA44F}"/>
              </a:ext>
            </a:extLst>
          </p:cNvPr>
          <p:cNvSpPr>
            <a:spLocks noGrp="1"/>
          </p:cNvSpPr>
          <p:nvPr/>
        </p:nvSpPr>
        <p:spPr>
          <a:xfrm>
            <a:off x="1580769" y="6483068"/>
            <a:ext cx="5070447" cy="2627864"/>
          </a:xfrm>
          <a:custGeom>
            <a:pathLst>
              <a:path w="5070447" h="2627864">
                <a:moveTo>
                  <a:pt x="0" y="2627864"/>
                </a:moveTo>
                <a:lnTo>
                  <a:pt x="5070447" y="2627864"/>
                </a:lnTo>
                <a:lnTo>
                  <a:pt x="50704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058">
            <a:noFill/>
            <a:prstDash val="solid"/>
          </a:ln>
        </p:spPr>
      </p:sp>
      <p:sp>
        <p:nvSpPr>
          <p:cNvPr id="73" name="Figure S6 plot object 72">
            <a:extLst>
              <a:ext uri="{FF2B5EF4-FFF2-40B4-BE49-F238E27FC236}">
                <ns2:creationId id="{72D531AA-7A4A-49C0-8B77-4AA243BA7C33}"/>
              </a:ext>
            </a:extLst>
          </p:cNvPr>
          <p:cNvSpPr>
            <a:spLocks noGrp="1"/>
          </p:cNvSpPr>
          <p:nvPr/>
        </p:nvSpPr>
        <p:spPr>
          <a:xfrm>
            <a:off x="1811244" y="7095448"/>
            <a:ext cx="357550" cy="2015484"/>
          </a:xfrm>
          <a:custGeom>
            <a:pathLst>
              <a:path w="357550" h="2015484">
                <a:moveTo>
                  <a:pt x="0" y="2015484"/>
                </a:moveTo>
                <a:lnTo>
                  <a:pt x="357550" y="2015484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74" name="Figure S6 plot object 73">
            <a:extLst>
              <a:ext uri="{FF2B5EF4-FFF2-40B4-BE49-F238E27FC236}">
                <ns2:creationId id="{86623CB3-19B7-4A87-AE2B-6B21B4D25FF6}"/>
              </a:ext>
            </a:extLst>
          </p:cNvPr>
          <p:cNvSpPr>
            <a:spLocks noGrp="1"/>
          </p:cNvSpPr>
          <p:nvPr/>
        </p:nvSpPr>
        <p:spPr>
          <a:xfrm>
            <a:off x="2777596" y="7405047"/>
            <a:ext cx="357550" cy="1705886"/>
          </a:xfrm>
          <a:custGeom>
            <a:pathLst>
              <a:path w="357550" h="1705886">
                <a:moveTo>
                  <a:pt x="0" y="1705886"/>
                </a:moveTo>
                <a:lnTo>
                  <a:pt x="357550" y="170588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75" name="Figure S6 plot object 74">
            <a:extLst>
              <a:ext uri="{FF2B5EF4-FFF2-40B4-BE49-F238E27FC236}">
                <ns2:creationId id="{7FFD2713-EAD4-4AC8-BAA5-8CF02BF8FB9E}"/>
              </a:ext>
            </a:extLst>
          </p:cNvPr>
          <p:cNvSpPr>
            <a:spLocks noGrp="1"/>
          </p:cNvSpPr>
          <p:nvPr/>
        </p:nvSpPr>
        <p:spPr>
          <a:xfrm>
            <a:off x="3743947" y="6743086"/>
            <a:ext cx="357550" cy="2367846"/>
          </a:xfrm>
          <a:custGeom>
            <a:pathLst>
              <a:path w="357550" h="2367846">
                <a:moveTo>
                  <a:pt x="0" y="2367846"/>
                </a:moveTo>
                <a:lnTo>
                  <a:pt x="357550" y="236784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76" name="Figure S6 plot object 75">
            <a:extLst>
              <a:ext uri="{FF2B5EF4-FFF2-40B4-BE49-F238E27FC236}">
                <ns2:creationId id="{1468C0DF-D665-4F94-AA0B-ED4FA2D1F491}"/>
              </a:ext>
            </a:extLst>
          </p:cNvPr>
          <p:cNvSpPr>
            <a:spLocks noGrp="1"/>
          </p:cNvSpPr>
          <p:nvPr/>
        </p:nvSpPr>
        <p:spPr>
          <a:xfrm>
            <a:off x="4710299" y="6705387"/>
            <a:ext cx="357550" cy="2405546"/>
          </a:xfrm>
          <a:custGeom>
            <a:pathLst>
              <a:path w="357550" h="2405546">
                <a:moveTo>
                  <a:pt x="0" y="2405546"/>
                </a:moveTo>
                <a:lnTo>
                  <a:pt x="357550" y="240554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77" name="Figure S6 plot object 76">
            <a:extLst>
              <a:ext uri="{FF2B5EF4-FFF2-40B4-BE49-F238E27FC236}">
                <ns2:creationId id="{D031F9AD-2647-4DD8-BA7B-D874AC3CBBEB}"/>
              </a:ext>
            </a:extLst>
          </p:cNvPr>
          <p:cNvSpPr>
            <a:spLocks noGrp="1"/>
          </p:cNvSpPr>
          <p:nvPr/>
        </p:nvSpPr>
        <p:spPr>
          <a:xfrm>
            <a:off x="5676651" y="6608205"/>
            <a:ext cx="357550" cy="2502728"/>
          </a:xfrm>
          <a:custGeom>
            <a:pathLst>
              <a:path w="357550" h="2502728">
                <a:moveTo>
                  <a:pt x="0" y="2502728"/>
                </a:moveTo>
                <a:lnTo>
                  <a:pt x="357550" y="250272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78" name="Figure S6 plot object 77">
            <a:extLst>
              <a:ext uri="{FF2B5EF4-FFF2-40B4-BE49-F238E27FC236}">
                <ns2:creationId id="{B390AF7C-FC47-4D09-9EE0-648EF9A42680}"/>
              </a:ext>
            </a:extLst>
          </p:cNvPr>
          <p:cNvSpPr>
            <a:spLocks noGrp="1"/>
          </p:cNvSpPr>
          <p:nvPr/>
        </p:nvSpPr>
        <p:spPr>
          <a:xfrm>
            <a:off x="2197785" y="7194913"/>
            <a:ext cx="357550" cy="1916020"/>
          </a:xfrm>
          <a:custGeom>
            <a:pathLst>
              <a:path w="357550" h="1916020">
                <a:moveTo>
                  <a:pt x="0" y="1916020"/>
                </a:moveTo>
                <a:lnTo>
                  <a:pt x="357550" y="1916020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79" name="Figure S6 plot object 78">
            <a:extLst>
              <a:ext uri="{FF2B5EF4-FFF2-40B4-BE49-F238E27FC236}">
                <ns2:creationId id="{33D227BE-E149-44E2-9C95-6A98F4049E2E}"/>
              </a:ext>
            </a:extLst>
          </p:cNvPr>
          <p:cNvSpPr>
            <a:spLocks noGrp="1"/>
          </p:cNvSpPr>
          <p:nvPr/>
        </p:nvSpPr>
        <p:spPr>
          <a:xfrm>
            <a:off x="3164136" y="7397095"/>
            <a:ext cx="357550" cy="1713838"/>
          </a:xfrm>
          <a:custGeom>
            <a:pathLst>
              <a:path w="357550" h="1713838">
                <a:moveTo>
                  <a:pt x="0" y="1713838"/>
                </a:moveTo>
                <a:lnTo>
                  <a:pt x="357550" y="171383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80" name="Figure S6 plot object 79">
            <a:extLst>
              <a:ext uri="{FF2B5EF4-FFF2-40B4-BE49-F238E27FC236}">
                <ns2:creationId id="{CF278B87-CD45-4DEB-A7A8-9C0E20E2AFBC}"/>
              </a:ext>
            </a:extLst>
          </p:cNvPr>
          <p:cNvSpPr>
            <a:spLocks noGrp="1"/>
          </p:cNvSpPr>
          <p:nvPr/>
        </p:nvSpPr>
        <p:spPr>
          <a:xfrm>
            <a:off x="4130488" y="6721216"/>
            <a:ext cx="357550" cy="2389717"/>
          </a:xfrm>
          <a:custGeom>
            <a:pathLst>
              <a:path w="357550" h="2389717">
                <a:moveTo>
                  <a:pt x="0" y="2389717"/>
                </a:moveTo>
                <a:lnTo>
                  <a:pt x="357550" y="2389717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81" name="Figure S6 plot object 80">
            <a:extLst>
              <a:ext uri="{FF2B5EF4-FFF2-40B4-BE49-F238E27FC236}">
                <ns2:creationId id="{F6F5CAF7-0C0E-45D1-A59D-013A43096C04}"/>
              </a:ext>
            </a:extLst>
          </p:cNvPr>
          <p:cNvSpPr>
            <a:spLocks noGrp="1"/>
          </p:cNvSpPr>
          <p:nvPr/>
        </p:nvSpPr>
        <p:spPr>
          <a:xfrm>
            <a:off x="5096840" y="6802804"/>
            <a:ext cx="357550" cy="2308129"/>
          </a:xfrm>
          <a:custGeom>
            <a:pathLst>
              <a:path w="357550" h="2308129">
                <a:moveTo>
                  <a:pt x="0" y="2308129"/>
                </a:moveTo>
                <a:lnTo>
                  <a:pt x="357550" y="2308129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82" name="Figure S6 plot object 81">
            <a:extLst>
              <a:ext uri="{FF2B5EF4-FFF2-40B4-BE49-F238E27FC236}">
                <ns2:creationId id="{951ADBB0-C30B-42F8-BC70-81710AD8424B}"/>
              </a:ext>
            </a:extLst>
          </p:cNvPr>
          <p:cNvSpPr>
            <a:spLocks noGrp="1"/>
          </p:cNvSpPr>
          <p:nvPr/>
        </p:nvSpPr>
        <p:spPr>
          <a:xfrm>
            <a:off x="6063191" y="6643397"/>
            <a:ext cx="357550" cy="2467536"/>
          </a:xfrm>
          <a:custGeom>
            <a:pathLst>
              <a:path w="357550" h="2467536">
                <a:moveTo>
                  <a:pt x="0" y="2467536"/>
                </a:moveTo>
                <a:lnTo>
                  <a:pt x="357550" y="246753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83" name="Figure S6 plot object 82">
            <a:extLst>
              <a:ext uri="{FF2B5EF4-FFF2-40B4-BE49-F238E27FC236}">
                <ns2:creationId id="{41E9A6C3-0B51-4CEA-8F2E-5163A081719F}"/>
              </a:ext>
            </a:extLst>
          </p:cNvPr>
          <p:cNvSpPr>
            <a:spLocks noGrp="1"/>
          </p:cNvSpPr>
          <p:nvPr/>
        </p:nvSpPr>
        <p:spPr>
          <a:xfrm>
            <a:off x="2183289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84" name="W1">
            <a:extLst>
              <a:ext uri="{FF2B5EF4-FFF2-40B4-BE49-F238E27FC236}">
                <ns2:creationId id="{AF531B6B-23EA-4DFC-BAAA-C994BA121F0A}"/>
              </a:ext>
            </a:extLst>
          </p:cNvPr>
          <p:cNvSpPr>
            <a:spLocks noGrp="1"/>
          </p:cNvSpPr>
          <p:nvPr/>
        </p:nvSpPr>
        <p:spPr>
          <a:xfrm rot="0">
            <a:off x="2028970" y="9223997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W1</a:t>
            </a:r>
          </a:p>
        </p:txBody>
      </p:sp>
      <p:sp>
        <p:nvSpPr>
          <p:cNvPr id="85" name="Figure S6 plot object 84">
            <a:extLst>
              <a:ext uri="{FF2B5EF4-FFF2-40B4-BE49-F238E27FC236}">
                <ns2:creationId id="{B221BD08-90B4-4911-A7F4-BA1AFCCBCEF0}"/>
              </a:ext>
            </a:extLst>
          </p:cNvPr>
          <p:cNvSpPr>
            <a:spLocks noGrp="1"/>
          </p:cNvSpPr>
          <p:nvPr/>
        </p:nvSpPr>
        <p:spPr>
          <a:xfrm>
            <a:off x="3149641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86" name="W2">
            <a:extLst>
              <a:ext uri="{FF2B5EF4-FFF2-40B4-BE49-F238E27FC236}">
                <ns2:creationId id="{6BA2F509-F284-44CF-BFF8-A87645A1076B}"/>
              </a:ext>
            </a:extLst>
          </p:cNvPr>
          <p:cNvSpPr>
            <a:spLocks noGrp="1"/>
          </p:cNvSpPr>
          <p:nvPr/>
        </p:nvSpPr>
        <p:spPr>
          <a:xfrm rot="0">
            <a:off x="2997075" y="9223997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W2</a:t>
            </a:r>
          </a:p>
        </p:txBody>
      </p:sp>
      <p:sp>
        <p:nvSpPr>
          <p:cNvPr id="87" name="Figure S6 plot object 86">
            <a:extLst>
              <a:ext uri="{FF2B5EF4-FFF2-40B4-BE49-F238E27FC236}">
                <ns2:creationId id="{DBE9446B-4AE0-4A77-A513-A53819DCA363}"/>
              </a:ext>
            </a:extLst>
          </p:cNvPr>
          <p:cNvSpPr>
            <a:spLocks noGrp="1"/>
          </p:cNvSpPr>
          <p:nvPr/>
        </p:nvSpPr>
        <p:spPr>
          <a:xfrm>
            <a:off x="4115993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88" name="W3">
            <a:extLst>
              <a:ext uri="{FF2B5EF4-FFF2-40B4-BE49-F238E27FC236}">
                <ns2:creationId id="{776AFE2B-CEB4-4426-A39B-AA9BD1657910}"/>
              </a:ext>
            </a:extLst>
          </p:cNvPr>
          <p:cNvSpPr>
            <a:spLocks noGrp="1"/>
          </p:cNvSpPr>
          <p:nvPr/>
        </p:nvSpPr>
        <p:spPr>
          <a:xfrm rot="0">
            <a:off x="3963427" y="9223997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W3</a:t>
            </a:r>
          </a:p>
        </p:txBody>
      </p:sp>
      <p:sp>
        <p:nvSpPr>
          <p:cNvPr id="89" name="Figure S6 plot object 88">
            <a:extLst>
              <a:ext uri="{FF2B5EF4-FFF2-40B4-BE49-F238E27FC236}">
                <ns2:creationId id="{72FEF3C1-EAE7-4853-A57C-CD6033109432}"/>
              </a:ext>
            </a:extLst>
          </p:cNvPr>
          <p:cNvSpPr>
            <a:spLocks noGrp="1"/>
          </p:cNvSpPr>
          <p:nvPr/>
        </p:nvSpPr>
        <p:spPr>
          <a:xfrm>
            <a:off x="5082344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90" name="W4">
            <a:extLst>
              <a:ext uri="{FF2B5EF4-FFF2-40B4-BE49-F238E27FC236}">
                <ns2:creationId id="{F6DB4A20-96B2-455E-9F8A-E031C0D1A139}"/>
              </a:ext>
            </a:extLst>
          </p:cNvPr>
          <p:cNvSpPr>
            <a:spLocks noGrp="1"/>
          </p:cNvSpPr>
          <p:nvPr/>
        </p:nvSpPr>
        <p:spPr>
          <a:xfrm rot="0">
            <a:off x="4928025" y="9223997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W4</a:t>
            </a:r>
          </a:p>
        </p:txBody>
      </p:sp>
      <p:sp>
        <p:nvSpPr>
          <p:cNvPr id="91" name="Figure S6 plot object 90">
            <a:extLst>
              <a:ext uri="{FF2B5EF4-FFF2-40B4-BE49-F238E27FC236}">
                <ns2:creationId id="{ED785624-62F8-4C85-A9ED-F13BCE909347}"/>
              </a:ext>
            </a:extLst>
          </p:cNvPr>
          <p:cNvSpPr>
            <a:spLocks noGrp="1"/>
          </p:cNvSpPr>
          <p:nvPr/>
        </p:nvSpPr>
        <p:spPr>
          <a:xfrm>
            <a:off x="6048696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92" name="W5">
            <a:extLst>
              <a:ext uri="{FF2B5EF4-FFF2-40B4-BE49-F238E27FC236}">
                <ns2:creationId id="{EDBB6AB1-A8F4-46E6-95FB-FC7A659C6FB5}"/>
              </a:ext>
            </a:extLst>
          </p:cNvPr>
          <p:cNvSpPr>
            <a:spLocks noGrp="1"/>
          </p:cNvSpPr>
          <p:nvPr/>
        </p:nvSpPr>
        <p:spPr>
          <a:xfrm rot="0">
            <a:off x="5894376" y="9223997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W5</a:t>
            </a:r>
          </a:p>
        </p:txBody>
      </p:sp>
      <p:sp>
        <p:nvSpPr>
          <p:cNvPr id="93" name="Figure S6 plot object 92">
            <a:extLst>
              <a:ext uri="{FF2B5EF4-FFF2-40B4-BE49-F238E27FC236}">
                <ns2:creationId id="{F4E9260E-2FB0-4829-AFB6-566809BF282C}"/>
              </a:ext>
            </a:extLst>
          </p:cNvPr>
          <p:cNvSpPr>
            <a:spLocks noGrp="1"/>
          </p:cNvSpPr>
          <p:nvPr/>
        </p:nvSpPr>
        <p:spPr>
          <a:xfrm>
            <a:off x="1510624" y="9110933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94" name="0.0">
            <a:extLst>
              <a:ext uri="{FF2B5EF4-FFF2-40B4-BE49-F238E27FC236}">
                <ns2:creationId id="{58D1516B-82B7-4C6C-929D-C6AFAB03AC55}"/>
              </a:ext>
            </a:extLst>
          </p:cNvPr>
          <p:cNvSpPr>
            <a:spLocks noGrp="1"/>
          </p:cNvSpPr>
          <p:nvPr/>
        </p:nvSpPr>
        <p:spPr>
          <a:xfrm rot="0">
            <a:off x="1145868" y="8997376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</a:t>
            </a:r>
          </a:p>
        </p:txBody>
      </p:sp>
      <p:sp>
        <p:nvSpPr>
          <p:cNvPr id="95" name="Figure S6 plot object 94">
            <a:extLst>
              <a:ext uri="{FF2B5EF4-FFF2-40B4-BE49-F238E27FC236}">
                <ns2:creationId id="{9D145056-A886-48BD-81F2-9E664BAA98C8}"/>
              </a:ext>
            </a:extLst>
          </p:cNvPr>
          <p:cNvSpPr>
            <a:spLocks noGrp="1"/>
          </p:cNvSpPr>
          <p:nvPr/>
        </p:nvSpPr>
        <p:spPr>
          <a:xfrm>
            <a:off x="1510624" y="8491892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96" name="0.1">
            <a:extLst>
              <a:ext uri="{FF2B5EF4-FFF2-40B4-BE49-F238E27FC236}">
                <ns2:creationId id="{45BEB423-07AC-4519-9EF3-8A2B4E6E4F31}"/>
              </a:ext>
            </a:extLst>
          </p:cNvPr>
          <p:cNvSpPr>
            <a:spLocks noGrp="1"/>
          </p:cNvSpPr>
          <p:nvPr/>
        </p:nvSpPr>
        <p:spPr>
          <a:xfrm rot="0">
            <a:off x="1142361" y="8378335"/>
            <a:ext cx="385098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</a:t>
            </a:r>
          </a:p>
        </p:txBody>
      </p:sp>
      <p:sp>
        <p:nvSpPr>
          <p:cNvPr id="97" name="Figure S6 plot object 96">
            <a:extLst>
              <a:ext uri="{FF2B5EF4-FFF2-40B4-BE49-F238E27FC236}">
                <ns2:creationId id="{C0AAFE4D-BA21-465B-BBC6-B45E256E7745}"/>
              </a:ext>
            </a:extLst>
          </p:cNvPr>
          <p:cNvSpPr>
            <a:spLocks noGrp="1"/>
          </p:cNvSpPr>
          <p:nvPr/>
        </p:nvSpPr>
        <p:spPr>
          <a:xfrm>
            <a:off x="1510624" y="7872851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98" name="0.2">
            <a:extLst>
              <a:ext uri="{FF2B5EF4-FFF2-40B4-BE49-F238E27FC236}">
                <ns2:creationId id="{E296107A-E695-4299-825C-B7C11B20EA7A}"/>
              </a:ext>
            </a:extLst>
          </p:cNvPr>
          <p:cNvSpPr>
            <a:spLocks noGrp="1"/>
          </p:cNvSpPr>
          <p:nvPr/>
        </p:nvSpPr>
        <p:spPr>
          <a:xfrm rot="0">
            <a:off x="1145868" y="7759294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0.2</a:t>
            </a:r>
          </a:p>
        </p:txBody>
      </p:sp>
      <p:sp>
        <p:nvSpPr>
          <p:cNvPr id="99" name="Figure S6 plot object 98">
            <a:extLst>
              <a:ext uri="{FF2B5EF4-FFF2-40B4-BE49-F238E27FC236}">
                <ns2:creationId id="{FF66BD12-1E8A-40E5-AF97-52EF93967C86}"/>
              </a:ext>
            </a:extLst>
          </p:cNvPr>
          <p:cNvSpPr>
            <a:spLocks noGrp="1"/>
          </p:cNvSpPr>
          <p:nvPr/>
        </p:nvSpPr>
        <p:spPr>
          <a:xfrm>
            <a:off x="1510624" y="7253810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00" name="0.3">
            <a:extLst>
              <a:ext uri="{FF2B5EF4-FFF2-40B4-BE49-F238E27FC236}">
                <ns2:creationId id="{2AAE194C-D466-4FCF-A829-636AFBAE5F50}"/>
              </a:ext>
            </a:extLst>
          </p:cNvPr>
          <p:cNvSpPr>
            <a:spLocks noGrp="1"/>
          </p:cNvSpPr>
          <p:nvPr/>
        </p:nvSpPr>
        <p:spPr>
          <a:xfrm rot="0">
            <a:off x="1145868" y="7140253"/>
            <a:ext cx="38159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01" name="Figure S6 plot object 100">
            <a:extLst>
              <a:ext uri="{FF2B5EF4-FFF2-40B4-BE49-F238E27FC236}">
                <ns2:creationId id="{9E964205-961D-42BA-B9B3-966145451812}"/>
              </a:ext>
            </a:extLst>
          </p:cNvPr>
          <p:cNvSpPr>
            <a:spLocks noGrp="1"/>
          </p:cNvSpPr>
          <p:nvPr/>
        </p:nvSpPr>
        <p:spPr>
          <a:xfrm>
            <a:off x="1510624" y="6634769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02" name="0.4">
            <a:extLst>
              <a:ext uri="{FF2B5EF4-FFF2-40B4-BE49-F238E27FC236}">
                <ns2:creationId id="{17B845A0-85BF-4925-B9DA-4B3FA83E2B58}"/>
              </a:ext>
            </a:extLst>
          </p:cNvPr>
          <p:cNvSpPr>
            <a:spLocks noGrp="1"/>
          </p:cNvSpPr>
          <p:nvPr/>
        </p:nvSpPr>
        <p:spPr>
          <a:xfrm rot="0">
            <a:off x="1142361" y="6521212"/>
            <a:ext cx="385098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0.4</a:t>
            </a:r>
          </a:p>
        </p:txBody>
      </p:sp>
      <p:sp>
        <p:nvSpPr>
          <p:cNvPr id="103" name="Retest score">
            <a:extLst>
              <a:ext uri="{FF2B5EF4-FFF2-40B4-BE49-F238E27FC236}">
                <ns2:creationId id="{0523B9B8-098D-435A-92CA-04085B22BEF7}"/>
              </a:ext>
            </a:extLst>
          </p:cNvPr>
          <p:cNvSpPr>
            <a:spLocks noGrp="1"/>
          </p:cNvSpPr>
          <p:nvPr/>
        </p:nvSpPr>
        <p:spPr>
          <a:xfrm rot="-5400000">
            <a:off x="319822" y="7610133"/>
            <a:ext cx="1247886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Retest score</a:t>
            </a:r>
          </a:p>
        </p:txBody>
      </p:sp>
      <p:sp>
        <p:nvSpPr>
          <p:cNvPr id="104" name="Figure S6 plot object 103">
            <a:extLst>
              <a:ext uri="{FF2B5EF4-FFF2-40B4-BE49-F238E27FC236}">
                <ns2:creationId id="{71083232-A831-4552-B703-FD0FB3118360}"/>
              </a:ext>
            </a:extLst>
          </p:cNvPr>
          <p:cNvSpPr>
            <a:spLocks noGrp="1"/>
          </p:cNvSpPr>
          <p:nvPr/>
        </p:nvSpPr>
        <p:spPr>
          <a:xfrm>
            <a:off x="1580769" y="6483068"/>
            <a:ext cx="28" cy="2627864"/>
          </a:xfrm>
          <a:custGeom>
            <a:pathLst>
              <a:path w="28" h="2627864">
                <a:moveTo>
                  <a:pt x="0" y="2627864"/>
                </a:moveTo>
                <a:lnTo>
                  <a:pt x="0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105" name="Figure S6 plot object 104">
            <a:extLst>
              <a:ext uri="{FF2B5EF4-FFF2-40B4-BE49-F238E27FC236}">
                <ns2:creationId id="{55E19594-ACC3-4B5A-8FDA-75B7613164CB}"/>
              </a:ext>
            </a:extLst>
          </p:cNvPr>
          <p:cNvSpPr>
            <a:spLocks noGrp="1"/>
          </p:cNvSpPr>
          <p:nvPr/>
        </p:nvSpPr>
        <p:spPr>
          <a:xfrm>
            <a:off x="1580769" y="9110933"/>
            <a:ext cx="5070447" cy="28"/>
          </a:xfrm>
          <a:custGeom>
            <a:pathLst>
              <a:path w="5070447" h="28">
                <a:moveTo>
                  <a:pt x="0" y="0"/>
                </a:moveTo>
                <a:lnTo>
                  <a:pt x="5070447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106" name="c   RX">
            <a:extLst>
              <a:ext uri="{FF2B5EF4-FFF2-40B4-BE49-F238E27FC236}">
                <ns2:creationId id="{CC93C696-0E5D-4FF0-A7F8-78390942947C}"/>
              </a:ext>
            </a:extLst>
          </p:cNvPr>
          <p:cNvSpPr>
            <a:spLocks noGrp="1"/>
          </p:cNvSpPr>
          <p:nvPr/>
        </p:nvSpPr>
        <p:spPr>
          <a:xfrm rot="0">
            <a:off x="1580769" y="6108212"/>
            <a:ext cx="729512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  RX</a:t>
            </a:r>
          </a:p>
        </p:txBody>
      </p:sp>
      <p:sp>
        <p:nvSpPr>
          <p:cNvPr id="107" name="Figure S6 plot object 106">
            <a:extLst>
              <a:ext uri="{FF2B5EF4-FFF2-40B4-BE49-F238E27FC236}">
                <ns2:creationId id="{27C6FA45-E663-4C6C-B0F6-8A06A038B895}"/>
              </a:ext>
            </a:extLst>
          </p:cNvPr>
          <p:cNvSpPr>
            <a:spLocks noGrp="1"/>
          </p:cNvSpPr>
          <p:nvPr/>
        </p:nvSpPr>
        <p:spPr>
          <a:xfrm>
            <a:off x="8172351" y="6483068"/>
            <a:ext cx="5070447" cy="2627864"/>
          </a:xfrm>
          <a:custGeom>
            <a:pathLst>
              <a:path w="5070447" h="2627864">
                <a:moveTo>
                  <a:pt x="0" y="2627864"/>
                </a:moveTo>
                <a:lnTo>
                  <a:pt x="5070447" y="2627864"/>
                </a:lnTo>
                <a:lnTo>
                  <a:pt x="507044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058">
            <a:noFill/>
            <a:prstDash val="solid"/>
          </a:ln>
        </p:spPr>
      </p:sp>
      <p:sp>
        <p:nvSpPr>
          <p:cNvPr id="108" name="Figure S6 plot object 107">
            <a:extLst>
              <a:ext uri="{FF2B5EF4-FFF2-40B4-BE49-F238E27FC236}">
                <ns2:creationId id="{223E4FA8-9850-4DFC-B9C0-36B977EE3D50}"/>
              </a:ext>
            </a:extLst>
          </p:cNvPr>
          <p:cNvSpPr>
            <a:spLocks noGrp="1"/>
          </p:cNvSpPr>
          <p:nvPr/>
        </p:nvSpPr>
        <p:spPr>
          <a:xfrm>
            <a:off x="8402825" y="7521892"/>
            <a:ext cx="357550" cy="1589040"/>
          </a:xfrm>
          <a:custGeom>
            <a:pathLst>
              <a:path w="357550" h="1589040">
                <a:moveTo>
                  <a:pt x="0" y="1589040"/>
                </a:moveTo>
                <a:lnTo>
                  <a:pt x="357550" y="1589040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109" name="Figure S6 plot object 108">
            <a:extLst>
              <a:ext uri="{FF2B5EF4-FFF2-40B4-BE49-F238E27FC236}">
                <ns2:creationId id="{17DD8628-891E-43E5-A3A6-1797A6699D2F}"/>
              </a:ext>
            </a:extLst>
          </p:cNvPr>
          <p:cNvSpPr>
            <a:spLocks noGrp="1"/>
          </p:cNvSpPr>
          <p:nvPr/>
        </p:nvSpPr>
        <p:spPr>
          <a:xfrm>
            <a:off x="9369177" y="7799562"/>
            <a:ext cx="357550" cy="1311370"/>
          </a:xfrm>
          <a:custGeom>
            <a:pathLst>
              <a:path w="357550" h="1311370">
                <a:moveTo>
                  <a:pt x="0" y="1311370"/>
                </a:moveTo>
                <a:lnTo>
                  <a:pt x="357550" y="1311370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110" name="Figure S6 plot object 109">
            <a:extLst>
              <a:ext uri="{FF2B5EF4-FFF2-40B4-BE49-F238E27FC236}">
                <ns2:creationId id="{56F1DB33-488D-4E74-9E61-52A48DC72655}"/>
              </a:ext>
            </a:extLst>
          </p:cNvPr>
          <p:cNvSpPr>
            <a:spLocks noGrp="1"/>
          </p:cNvSpPr>
          <p:nvPr/>
        </p:nvSpPr>
        <p:spPr>
          <a:xfrm>
            <a:off x="10335529" y="7148444"/>
            <a:ext cx="357550" cy="1962489"/>
          </a:xfrm>
          <a:custGeom>
            <a:pathLst>
              <a:path w="357550" h="1962489">
                <a:moveTo>
                  <a:pt x="0" y="1962489"/>
                </a:moveTo>
                <a:lnTo>
                  <a:pt x="357550" y="1962489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111" name="Figure S6 plot object 110">
            <a:extLst>
              <a:ext uri="{FF2B5EF4-FFF2-40B4-BE49-F238E27FC236}">
                <ns2:creationId id="{B32A03F4-3A15-498C-A657-4902DCE6041F}"/>
              </a:ext>
            </a:extLst>
          </p:cNvPr>
          <p:cNvSpPr>
            <a:spLocks noGrp="1"/>
          </p:cNvSpPr>
          <p:nvPr/>
        </p:nvSpPr>
        <p:spPr>
          <a:xfrm>
            <a:off x="11301881" y="7821386"/>
            <a:ext cx="357550" cy="1289546"/>
          </a:xfrm>
          <a:custGeom>
            <a:pathLst>
              <a:path w="357550" h="1289546">
                <a:moveTo>
                  <a:pt x="0" y="1289546"/>
                </a:moveTo>
                <a:lnTo>
                  <a:pt x="357550" y="128954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112" name="Figure S6 plot object 111">
            <a:extLst>
              <a:ext uri="{FF2B5EF4-FFF2-40B4-BE49-F238E27FC236}">
                <ns2:creationId id="{A2D4C1CD-415B-479B-81A1-93BEE8278B1D}"/>
              </a:ext>
            </a:extLst>
          </p:cNvPr>
          <p:cNvSpPr>
            <a:spLocks noGrp="1"/>
          </p:cNvSpPr>
          <p:nvPr/>
        </p:nvSpPr>
        <p:spPr>
          <a:xfrm>
            <a:off x="12268232" y="7542977"/>
            <a:ext cx="357550" cy="1567956"/>
          </a:xfrm>
          <a:custGeom>
            <a:pathLst>
              <a:path w="357550" h="1567956">
                <a:moveTo>
                  <a:pt x="0" y="1567956"/>
                </a:moveTo>
                <a:lnTo>
                  <a:pt x="357550" y="156795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113" name="Figure S6 plot object 112">
            <a:extLst>
              <a:ext uri="{FF2B5EF4-FFF2-40B4-BE49-F238E27FC236}">
                <ns2:creationId id="{E6A79AAE-6A79-43BA-945A-3E8D047654F7}"/>
              </a:ext>
            </a:extLst>
          </p:cNvPr>
          <p:cNvSpPr>
            <a:spLocks noGrp="1"/>
          </p:cNvSpPr>
          <p:nvPr/>
        </p:nvSpPr>
        <p:spPr>
          <a:xfrm>
            <a:off x="8789366" y="6943807"/>
            <a:ext cx="357550" cy="2167125"/>
          </a:xfrm>
          <a:custGeom>
            <a:pathLst>
              <a:path w="357550" h="2167125">
                <a:moveTo>
                  <a:pt x="0" y="2167125"/>
                </a:moveTo>
                <a:lnTo>
                  <a:pt x="357550" y="2167125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14" name="Figure S6 plot object 113">
            <a:extLst>
              <a:ext uri="{FF2B5EF4-FFF2-40B4-BE49-F238E27FC236}">
                <ns2:creationId id="{342C49D9-CFEA-4EC0-B473-EA3DCAC168AE}"/>
              </a:ext>
            </a:extLst>
          </p:cNvPr>
          <p:cNvSpPr>
            <a:spLocks noGrp="1"/>
          </p:cNvSpPr>
          <p:nvPr/>
        </p:nvSpPr>
        <p:spPr>
          <a:xfrm>
            <a:off x="9755718" y="7732767"/>
            <a:ext cx="357550" cy="1378166"/>
          </a:xfrm>
          <a:custGeom>
            <a:pathLst>
              <a:path w="357550" h="1378166">
                <a:moveTo>
                  <a:pt x="0" y="1378166"/>
                </a:moveTo>
                <a:lnTo>
                  <a:pt x="357550" y="1378166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15" name="Figure S6 plot object 114">
            <a:extLst>
              <a:ext uri="{FF2B5EF4-FFF2-40B4-BE49-F238E27FC236}">
                <ns2:creationId id="{0D1B5C53-3292-4F6B-9E12-9CA1CDEDD0BA}"/>
              </a:ext>
            </a:extLst>
          </p:cNvPr>
          <p:cNvSpPr>
            <a:spLocks noGrp="1"/>
          </p:cNvSpPr>
          <p:nvPr/>
        </p:nvSpPr>
        <p:spPr>
          <a:xfrm>
            <a:off x="10722070" y="7065165"/>
            <a:ext cx="357550" cy="2045768"/>
          </a:xfrm>
          <a:custGeom>
            <a:pathLst>
              <a:path w="357550" h="2045768">
                <a:moveTo>
                  <a:pt x="0" y="2045768"/>
                </a:moveTo>
                <a:lnTo>
                  <a:pt x="357550" y="204576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16" name="Figure S6 plot object 115">
            <a:extLst>
              <a:ext uri="{FF2B5EF4-FFF2-40B4-BE49-F238E27FC236}">
                <ns2:creationId id="{7004CC86-A769-4E92-B2EA-720E230127C6}"/>
              </a:ext>
            </a:extLst>
          </p:cNvPr>
          <p:cNvSpPr>
            <a:spLocks noGrp="1"/>
          </p:cNvSpPr>
          <p:nvPr/>
        </p:nvSpPr>
        <p:spPr>
          <a:xfrm>
            <a:off x="11688421" y="6947355"/>
            <a:ext cx="357550" cy="2163577"/>
          </a:xfrm>
          <a:custGeom>
            <a:pathLst>
              <a:path w="357550" h="2163577">
                <a:moveTo>
                  <a:pt x="0" y="2163577"/>
                </a:moveTo>
                <a:lnTo>
                  <a:pt x="357550" y="2163577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17" name="Figure S6 plot object 116">
            <a:extLst>
              <a:ext uri="{FF2B5EF4-FFF2-40B4-BE49-F238E27FC236}">
                <ns2:creationId id="{83430A8A-5DE2-47E6-B5F9-8DDC61A011FB}"/>
              </a:ext>
            </a:extLst>
          </p:cNvPr>
          <p:cNvSpPr>
            <a:spLocks noGrp="1"/>
          </p:cNvSpPr>
          <p:nvPr/>
        </p:nvSpPr>
        <p:spPr>
          <a:xfrm>
            <a:off x="12654773" y="6608205"/>
            <a:ext cx="357550" cy="2502728"/>
          </a:xfrm>
          <a:custGeom>
            <a:pathLst>
              <a:path w="357550" h="2502728">
                <a:moveTo>
                  <a:pt x="0" y="2502728"/>
                </a:moveTo>
                <a:lnTo>
                  <a:pt x="357550" y="2502728"/>
                </a:lnTo>
                <a:lnTo>
                  <a:pt x="357550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18" name="Figure S6 plot object 117">
            <a:extLst>
              <a:ext uri="{FF2B5EF4-FFF2-40B4-BE49-F238E27FC236}">
                <ns2:creationId id="{50FE2167-F410-4D28-8D8D-A3210B5F7F3E}"/>
              </a:ext>
            </a:extLst>
          </p:cNvPr>
          <p:cNvSpPr>
            <a:spLocks noGrp="1"/>
          </p:cNvSpPr>
          <p:nvPr/>
        </p:nvSpPr>
        <p:spPr>
          <a:xfrm>
            <a:off x="8774871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19" name="W1">
            <a:extLst>
              <a:ext uri="{FF2B5EF4-FFF2-40B4-BE49-F238E27FC236}">
                <ns2:creationId id="{0DD2EABE-41EE-4933-99E9-C822FEC37422}"/>
              </a:ext>
            </a:extLst>
          </p:cNvPr>
          <p:cNvSpPr>
            <a:spLocks noGrp="1"/>
          </p:cNvSpPr>
          <p:nvPr/>
        </p:nvSpPr>
        <p:spPr>
          <a:xfrm rot="0">
            <a:off x="8620551" y="9223997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W1</a:t>
            </a:r>
          </a:p>
        </p:txBody>
      </p:sp>
      <p:sp>
        <p:nvSpPr>
          <p:cNvPr id="120" name="Figure S6 plot object 119">
            <a:extLst>
              <a:ext uri="{FF2B5EF4-FFF2-40B4-BE49-F238E27FC236}">
                <ns2:creationId id="{57E77683-B83D-4FE0-9523-8A4D11F39D61}"/>
              </a:ext>
            </a:extLst>
          </p:cNvPr>
          <p:cNvSpPr>
            <a:spLocks noGrp="1"/>
          </p:cNvSpPr>
          <p:nvPr/>
        </p:nvSpPr>
        <p:spPr>
          <a:xfrm>
            <a:off x="9741223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21" name="W2">
            <a:extLst>
              <a:ext uri="{FF2B5EF4-FFF2-40B4-BE49-F238E27FC236}">
                <ns2:creationId id="{72A97BFF-7739-4412-9352-9A7B0194D33B}"/>
              </a:ext>
            </a:extLst>
          </p:cNvPr>
          <p:cNvSpPr>
            <a:spLocks noGrp="1"/>
          </p:cNvSpPr>
          <p:nvPr/>
        </p:nvSpPr>
        <p:spPr>
          <a:xfrm rot="0">
            <a:off x="9588656" y="9223997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W2</a:t>
            </a:r>
          </a:p>
        </p:txBody>
      </p:sp>
      <p:sp>
        <p:nvSpPr>
          <p:cNvPr id="122" name="Figure S6 plot object 121">
            <a:extLst>
              <a:ext uri="{FF2B5EF4-FFF2-40B4-BE49-F238E27FC236}">
                <ns2:creationId id="{4A3DBF49-A597-4DD3-8FE5-17BE6DAF8A10}"/>
              </a:ext>
            </a:extLst>
          </p:cNvPr>
          <p:cNvSpPr>
            <a:spLocks noGrp="1"/>
          </p:cNvSpPr>
          <p:nvPr/>
        </p:nvSpPr>
        <p:spPr>
          <a:xfrm>
            <a:off x="10707574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23" name="W3">
            <a:extLst>
              <a:ext uri="{FF2B5EF4-FFF2-40B4-BE49-F238E27FC236}">
                <ns2:creationId id="{EA0FADE7-1C92-4D42-BA7A-68A0078DC352}"/>
              </a:ext>
            </a:extLst>
          </p:cNvPr>
          <p:cNvSpPr>
            <a:spLocks noGrp="1"/>
          </p:cNvSpPr>
          <p:nvPr/>
        </p:nvSpPr>
        <p:spPr>
          <a:xfrm rot="0">
            <a:off x="10555008" y="9223997"/>
            <a:ext cx="406142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W3</a:t>
            </a:r>
          </a:p>
        </p:txBody>
      </p:sp>
      <p:sp>
        <p:nvSpPr>
          <p:cNvPr id="124" name="Figure S6 plot object 123">
            <a:extLst>
              <a:ext uri="{FF2B5EF4-FFF2-40B4-BE49-F238E27FC236}">
                <ns2:creationId id="{4ACCE1BD-C2BE-4E3C-8642-B15E68C6FC8A}"/>
              </a:ext>
            </a:extLst>
          </p:cNvPr>
          <p:cNvSpPr>
            <a:spLocks noGrp="1"/>
          </p:cNvSpPr>
          <p:nvPr/>
        </p:nvSpPr>
        <p:spPr>
          <a:xfrm>
            <a:off x="11673926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25" name="W4">
            <a:extLst>
              <a:ext uri="{FF2B5EF4-FFF2-40B4-BE49-F238E27FC236}">
                <ns2:creationId id="{B1354DAC-5803-436B-AE6F-1A862488BC11}"/>
              </a:ext>
            </a:extLst>
          </p:cNvPr>
          <p:cNvSpPr>
            <a:spLocks noGrp="1"/>
          </p:cNvSpPr>
          <p:nvPr/>
        </p:nvSpPr>
        <p:spPr>
          <a:xfrm rot="0">
            <a:off x="11519606" y="9223997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W4</a:t>
            </a:r>
          </a:p>
        </p:txBody>
      </p:sp>
      <p:sp>
        <p:nvSpPr>
          <p:cNvPr id="126" name="Figure S6 plot object 125">
            <a:extLst>
              <a:ext uri="{FF2B5EF4-FFF2-40B4-BE49-F238E27FC236}">
                <ns2:creationId id="{C7DD0DB5-528A-44C4-80DE-4636D21032F6}"/>
              </a:ext>
            </a:extLst>
          </p:cNvPr>
          <p:cNvSpPr>
            <a:spLocks noGrp="1"/>
          </p:cNvSpPr>
          <p:nvPr/>
        </p:nvSpPr>
        <p:spPr>
          <a:xfrm>
            <a:off x="12640278" y="9110933"/>
            <a:ext cx="28" cy="70145"/>
          </a:xfrm>
          <a:custGeom>
            <a:pathLst>
              <a:path w="28" h="70145">
                <a:moveTo>
                  <a:pt x="0" y="0"/>
                </a:moveTo>
                <a:lnTo>
                  <a:pt x="0" y="70145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27" name="W5">
            <a:extLst>
              <a:ext uri="{FF2B5EF4-FFF2-40B4-BE49-F238E27FC236}">
                <ns2:creationId id="{83AC9FDD-17BB-42EF-8F71-A6841F358748}"/>
              </a:ext>
            </a:extLst>
          </p:cNvPr>
          <p:cNvSpPr>
            <a:spLocks noGrp="1"/>
          </p:cNvSpPr>
          <p:nvPr/>
        </p:nvSpPr>
        <p:spPr>
          <a:xfrm rot="0">
            <a:off x="12485958" y="9223997"/>
            <a:ext cx="409649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W5</a:t>
            </a:r>
          </a:p>
        </p:txBody>
      </p:sp>
      <p:sp>
        <p:nvSpPr>
          <p:cNvPr id="128" name="Figure S6 plot object 127">
            <a:extLst>
              <a:ext uri="{FF2B5EF4-FFF2-40B4-BE49-F238E27FC236}">
                <ns2:creationId id="{4C00E37E-44D5-438C-BB7C-32ED32CE50FD}"/>
              </a:ext>
            </a:extLst>
          </p:cNvPr>
          <p:cNvSpPr>
            <a:spLocks noGrp="1"/>
          </p:cNvSpPr>
          <p:nvPr/>
        </p:nvSpPr>
        <p:spPr>
          <a:xfrm>
            <a:off x="8102205" y="9110933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29" name="0.00">
            <a:extLst>
              <a:ext uri="{FF2B5EF4-FFF2-40B4-BE49-F238E27FC236}">
                <ns2:creationId id="{11FD6994-8A87-4267-9153-CB355F2A1E14}"/>
              </a:ext>
            </a:extLst>
          </p:cNvPr>
          <p:cNvSpPr>
            <a:spLocks noGrp="1"/>
          </p:cNvSpPr>
          <p:nvPr/>
        </p:nvSpPr>
        <p:spPr>
          <a:xfrm rot="0">
            <a:off x="7625217" y="8997376"/>
            <a:ext cx="493823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0.00</a:t>
            </a:r>
          </a:p>
        </p:txBody>
      </p:sp>
      <p:sp>
        <p:nvSpPr>
          <p:cNvPr id="130" name="Figure S6 plot object 129">
            <a:extLst>
              <a:ext uri="{FF2B5EF4-FFF2-40B4-BE49-F238E27FC236}">
                <ns2:creationId id="{7099666C-F317-4C7C-B29B-81266A710C35}"/>
              </a:ext>
            </a:extLst>
          </p:cNvPr>
          <p:cNvSpPr>
            <a:spLocks noGrp="1"/>
          </p:cNvSpPr>
          <p:nvPr/>
        </p:nvSpPr>
        <p:spPr>
          <a:xfrm>
            <a:off x="8102205" y="8665209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31" name="0.02">
            <a:extLst>
              <a:ext uri="{FF2B5EF4-FFF2-40B4-BE49-F238E27FC236}">
                <ns2:creationId id="{DA814318-FFBE-4BD7-AE47-74A975539E84}"/>
              </a:ext>
            </a:extLst>
          </p:cNvPr>
          <p:cNvSpPr>
            <a:spLocks noGrp="1"/>
          </p:cNvSpPr>
          <p:nvPr/>
        </p:nvSpPr>
        <p:spPr>
          <a:xfrm rot="0">
            <a:off x="7625217" y="8551653"/>
            <a:ext cx="493823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0.02</a:t>
            </a:r>
          </a:p>
        </p:txBody>
      </p:sp>
      <p:sp>
        <p:nvSpPr>
          <p:cNvPr id="132" name="Figure S6 plot object 131">
            <a:extLst>
              <a:ext uri="{FF2B5EF4-FFF2-40B4-BE49-F238E27FC236}">
                <ns2:creationId id="{507326C6-C63E-4B1E-BB87-56FBE97B2295}"/>
              </a:ext>
            </a:extLst>
          </p:cNvPr>
          <p:cNvSpPr>
            <a:spLocks noGrp="1"/>
          </p:cNvSpPr>
          <p:nvPr/>
        </p:nvSpPr>
        <p:spPr>
          <a:xfrm>
            <a:off x="8102205" y="8219485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33" name="0.04">
            <a:extLst>
              <a:ext uri="{FF2B5EF4-FFF2-40B4-BE49-F238E27FC236}">
                <ns2:creationId id="{F4575F62-6023-4E93-8BEB-1042B9ADEAC7}"/>
              </a:ext>
            </a:extLst>
          </p:cNvPr>
          <p:cNvSpPr>
            <a:spLocks noGrp="1"/>
          </p:cNvSpPr>
          <p:nvPr/>
        </p:nvSpPr>
        <p:spPr>
          <a:xfrm rot="0">
            <a:off x="7621710" y="8105929"/>
            <a:ext cx="49733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0.04</a:t>
            </a:r>
          </a:p>
        </p:txBody>
      </p:sp>
      <p:sp>
        <p:nvSpPr>
          <p:cNvPr id="134" name="Figure S6 plot object 133">
            <a:extLst>
              <a:ext uri="{FF2B5EF4-FFF2-40B4-BE49-F238E27FC236}">
                <ns2:creationId id="{2CCC7B8D-BDE9-4DFE-8291-55F4FA3C7FF0}"/>
              </a:ext>
            </a:extLst>
          </p:cNvPr>
          <p:cNvSpPr>
            <a:spLocks noGrp="1"/>
          </p:cNvSpPr>
          <p:nvPr/>
        </p:nvSpPr>
        <p:spPr>
          <a:xfrm>
            <a:off x="8102205" y="7773762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35" name="0.06">
            <a:extLst>
              <a:ext uri="{FF2B5EF4-FFF2-40B4-BE49-F238E27FC236}">
                <ns2:creationId id="{9003AB6F-FC79-4E50-A71C-38670F53278E}"/>
              </a:ext>
            </a:extLst>
          </p:cNvPr>
          <p:cNvSpPr>
            <a:spLocks noGrp="1"/>
          </p:cNvSpPr>
          <p:nvPr/>
        </p:nvSpPr>
        <p:spPr>
          <a:xfrm rot="0">
            <a:off x="7625217" y="7660205"/>
            <a:ext cx="493823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0.06</a:t>
            </a:r>
          </a:p>
        </p:txBody>
      </p:sp>
      <p:sp>
        <p:nvSpPr>
          <p:cNvPr id="136" name="Figure S6 plot object 135">
            <a:extLst>
              <a:ext uri="{FF2B5EF4-FFF2-40B4-BE49-F238E27FC236}">
                <ns2:creationId id="{E220225C-859D-4413-B1C2-FA681DD340E9}"/>
              </a:ext>
            </a:extLst>
          </p:cNvPr>
          <p:cNvSpPr>
            <a:spLocks noGrp="1"/>
          </p:cNvSpPr>
          <p:nvPr/>
        </p:nvSpPr>
        <p:spPr>
          <a:xfrm>
            <a:off x="8102205" y="7328038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37" name="0.08">
            <a:extLst>
              <a:ext uri="{FF2B5EF4-FFF2-40B4-BE49-F238E27FC236}">
                <ns2:creationId id="{991133BC-9B12-426E-902C-AD7176A4EA3E}"/>
              </a:ext>
            </a:extLst>
          </p:cNvPr>
          <p:cNvSpPr>
            <a:spLocks noGrp="1"/>
          </p:cNvSpPr>
          <p:nvPr/>
        </p:nvSpPr>
        <p:spPr>
          <a:xfrm rot="0">
            <a:off x="7625217" y="7214481"/>
            <a:ext cx="493823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0.08</a:t>
            </a:r>
          </a:p>
        </p:txBody>
      </p:sp>
      <p:sp>
        <p:nvSpPr>
          <p:cNvPr id="138" name="Figure S6 plot object 137">
            <a:extLst>
              <a:ext uri="{FF2B5EF4-FFF2-40B4-BE49-F238E27FC236}">
                <ns2:creationId id="{14DAF7F8-191D-495A-950F-2990791072EA}"/>
              </a:ext>
            </a:extLst>
          </p:cNvPr>
          <p:cNvSpPr>
            <a:spLocks noGrp="1"/>
          </p:cNvSpPr>
          <p:nvPr/>
        </p:nvSpPr>
        <p:spPr>
          <a:xfrm>
            <a:off x="8102205" y="6882314"/>
            <a:ext cx="70145" cy="28"/>
          </a:xfrm>
          <a:custGeom>
            <a:pathLst>
              <a:path w="70145" h="28">
                <a:moveTo>
                  <a:pt x="70145" y="0"/>
                </a:moveTo>
                <a:lnTo>
                  <a:pt x="0" y="0"/>
                </a:lnTo>
              </a:path>
            </a:pathLst>
          </a:custGeom>
          <a:solidFill>
            <a:srgbClr val="111111"/>
          </a:solidFill>
          <a:ln w="16835">
            <a:solidFill>
              <a:srgbClr val="111111"/>
            </a:solidFill>
            <a:prstDash val="solid"/>
          </a:ln>
        </p:spPr>
      </p:sp>
      <p:sp>
        <p:nvSpPr>
          <p:cNvPr id="139" name="0.10">
            <a:extLst>
              <a:ext uri="{FF2B5EF4-FFF2-40B4-BE49-F238E27FC236}">
                <ns2:creationId id="{8614C0EB-0D9F-40D0-AE19-20832BFD7BCA}"/>
              </a:ext>
            </a:extLst>
          </p:cNvPr>
          <p:cNvSpPr>
            <a:spLocks noGrp="1"/>
          </p:cNvSpPr>
          <p:nvPr/>
        </p:nvSpPr>
        <p:spPr>
          <a:xfrm rot="0">
            <a:off x="7621710" y="6768758"/>
            <a:ext cx="49733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0.10</a:t>
            </a:r>
          </a:p>
        </p:txBody>
      </p:sp>
      <p:sp>
        <p:nvSpPr>
          <p:cNvPr id="140" name="Score MAE">
            <a:extLst>
              <a:ext uri="{FF2B5EF4-FFF2-40B4-BE49-F238E27FC236}">
                <ns2:creationId id="{009A2372-0C33-4488-9C99-2CC8938CB4E7}"/>
              </a:ext>
            </a:extLst>
          </p:cNvPr>
          <p:cNvSpPr>
            <a:spLocks noGrp="1"/>
          </p:cNvSpPr>
          <p:nvPr/>
        </p:nvSpPr>
        <p:spPr>
          <a:xfrm rot="-5400000">
            <a:off x="6856932" y="7610133"/>
            <a:ext cx="1132146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Score MAE</a:t>
            </a:r>
          </a:p>
        </p:txBody>
      </p:sp>
      <p:sp>
        <p:nvSpPr>
          <p:cNvPr id="141" name="Figure S6 plot object 140">
            <a:extLst>
              <a:ext uri="{FF2B5EF4-FFF2-40B4-BE49-F238E27FC236}">
                <ns2:creationId id="{1F6AE45D-98F0-426D-ABD9-3ACAC1E294F4}"/>
              </a:ext>
            </a:extLst>
          </p:cNvPr>
          <p:cNvSpPr>
            <a:spLocks noGrp="1"/>
          </p:cNvSpPr>
          <p:nvPr/>
        </p:nvSpPr>
        <p:spPr>
          <a:xfrm>
            <a:off x="8172351" y="6483068"/>
            <a:ext cx="28" cy="2627864"/>
          </a:xfrm>
          <a:custGeom>
            <a:pathLst>
              <a:path w="28" h="2627864">
                <a:moveTo>
                  <a:pt x="0" y="2627864"/>
                </a:moveTo>
                <a:lnTo>
                  <a:pt x="0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142" name="Figure S6 plot object 141">
            <a:extLst>
              <a:ext uri="{FF2B5EF4-FFF2-40B4-BE49-F238E27FC236}">
                <ns2:creationId id="{35424109-1B2D-4ABA-A001-6C3FB13468B8}"/>
              </a:ext>
            </a:extLst>
          </p:cNvPr>
          <p:cNvSpPr>
            <a:spLocks noGrp="1"/>
          </p:cNvSpPr>
          <p:nvPr/>
        </p:nvSpPr>
        <p:spPr>
          <a:xfrm>
            <a:off x="8172351" y="9110933"/>
            <a:ext cx="5070447" cy="28"/>
          </a:xfrm>
          <a:custGeom>
            <a:pathLst>
              <a:path w="5070447" h="28">
                <a:moveTo>
                  <a:pt x="0" y="0"/>
                </a:moveTo>
                <a:lnTo>
                  <a:pt x="5070447" y="0"/>
                </a:lnTo>
              </a:path>
            </a:pathLst>
          </a:custGeom>
          <a:noFill/>
          <a:ln w="16835">
            <a:solidFill>
              <a:srgbClr val="111111"/>
            </a:solidFill>
            <a:prstDash val="solid"/>
          </a:ln>
        </p:spPr>
      </p:sp>
      <p:sp>
        <p:nvSpPr>
          <p:cNvPr id="143" name="d   RX">
            <a:extLst>
              <a:ext uri="{FF2B5EF4-FFF2-40B4-BE49-F238E27FC236}">
                <ns2:creationId id="{B1387A99-FBE3-46D2-8791-66B7DAB4B3E2}"/>
              </a:ext>
            </a:extLst>
          </p:cNvPr>
          <p:cNvSpPr>
            <a:spLocks noGrp="1"/>
          </p:cNvSpPr>
          <p:nvPr/>
        </p:nvSpPr>
        <p:spPr>
          <a:xfrm rot="0">
            <a:off x="8172351" y="6108212"/>
            <a:ext cx="740033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8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  RX</a:t>
            </a:r>
          </a:p>
        </p:txBody>
      </p:sp>
      <p:sp>
        <p:nvSpPr>
          <p:cNvPr id="144" name="Figure S6 plot object 143">
            <a:extLst>
              <a:ext uri="{FF2B5EF4-FFF2-40B4-BE49-F238E27FC236}">
                <ns2:creationId id="{23267A9A-BD3B-4CDF-923E-C58E2B8FE076}"/>
              </a:ext>
            </a:extLst>
          </p:cNvPr>
          <p:cNvSpPr>
            <a:spLocks noGrp="1"/>
          </p:cNvSpPr>
          <p:nvPr/>
        </p:nvSpPr>
        <p:spPr>
          <a:xfrm>
            <a:off x="5085602" y="1761212"/>
            <a:ext cx="404037" cy="141413"/>
          </a:xfrm>
          <a:custGeom>
            <a:pathLst>
              <a:path w="404037" h="141413">
                <a:moveTo>
                  <a:pt x="0" y="141413"/>
                </a:moveTo>
                <a:lnTo>
                  <a:pt x="404037" y="141413"/>
                </a:lnTo>
                <a:lnTo>
                  <a:pt x="404037" y="0"/>
                </a:lnTo>
                <a:lnTo>
                  <a:pt x="0" y="0"/>
                </a:lnTo>
                <a:close/>
              </a:path>
            </a:pathLst>
          </a:custGeom>
          <a:solidFill>
            <a:srgbClr val="657C99"/>
          </a:solidFill>
          <a:ln w="28058">
            <a:noFill/>
            <a:prstDash val="solid"/>
          </a:ln>
        </p:spPr>
      </p:sp>
      <p:sp>
        <p:nvSpPr>
          <p:cNvPr id="145" name="Discovery">
            <a:extLst>
              <a:ext uri="{FF2B5EF4-FFF2-40B4-BE49-F238E27FC236}">
                <ns2:creationId id="{4BA930DE-2E1E-43BA-A2C7-52900B4C85E8}"/>
              </a:ext>
            </a:extLst>
          </p:cNvPr>
          <p:cNvSpPr>
            <a:spLocks noGrp="1"/>
          </p:cNvSpPr>
          <p:nvPr/>
        </p:nvSpPr>
        <p:spPr>
          <a:xfrm rot="0">
            <a:off x="5651254" y="1716768"/>
            <a:ext cx="991855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Discovery</a:t>
            </a:r>
          </a:p>
        </p:txBody>
      </p:sp>
      <p:sp>
        <p:nvSpPr>
          <p:cNvPr id="146" name="Figure S6 plot object 145">
            <a:extLst>
              <a:ext uri="{FF2B5EF4-FFF2-40B4-BE49-F238E27FC236}">
                <ns2:creationId id="{4F52B4FB-2681-4C89-B997-EED2250CEBA1}"/>
              </a:ext>
            </a:extLst>
          </p:cNvPr>
          <p:cNvSpPr>
            <a:spLocks noGrp="1"/>
          </p:cNvSpPr>
          <p:nvPr/>
        </p:nvSpPr>
        <p:spPr>
          <a:xfrm>
            <a:off x="6942059" y="1761212"/>
            <a:ext cx="404037" cy="141413"/>
          </a:xfrm>
          <a:custGeom>
            <a:pathLst>
              <a:path w="404037" h="141413">
                <a:moveTo>
                  <a:pt x="0" y="141413"/>
                </a:moveTo>
                <a:lnTo>
                  <a:pt x="404037" y="141413"/>
                </a:lnTo>
                <a:lnTo>
                  <a:pt x="404037" y="0"/>
                </a:lnTo>
                <a:lnTo>
                  <a:pt x="0" y="0"/>
                </a:lnTo>
                <a:close/>
              </a:path>
            </a:pathLst>
          </a:custGeom>
          <a:solidFill>
            <a:srgbClr val="19847B"/>
          </a:solidFill>
          <a:ln w="28058">
            <a:noFill/>
            <a:prstDash val="solid"/>
          </a:ln>
        </p:spPr>
      </p:sp>
      <p:sp>
        <p:nvSpPr>
          <p:cNvPr id="147" name="Optimization">
            <a:extLst>
              <a:ext uri="{FF2B5EF4-FFF2-40B4-BE49-F238E27FC236}">
                <ns2:creationId id="{21D71A34-A19C-444D-AB04-03A190DA0A0A}"/>
              </a:ext>
            </a:extLst>
          </p:cNvPr>
          <p:cNvSpPr>
            <a:spLocks noGrp="1"/>
          </p:cNvSpPr>
          <p:nvPr/>
        </p:nvSpPr>
        <p:spPr>
          <a:xfrm rot="0">
            <a:off x="7507711" y="1716768"/>
            <a:ext cx="1240871" cy="27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i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Optimization</a:t>
            </a:r>
          </a:p>
        </p:txBody>
      </p:sp>
    </p:spTree>
    <p:extLst>
      <p:ext uri="{BB962C8B-B14F-4D97-AF65-F5344CB8AC3E}">
        <ns3:creationId val="1386621398"/>
      </p:ext>
    </p:extLst>
  </p:cSld>
</p:sld>
</file>

<file path=ppt/theme/import3-theme1.xml><?xml version="1.0" encoding="utf-8"?>
<a:theme xmlns:a="http://schemas.openxmlformats.org/drawingml/2006/main" xmlns:ns1="http://schemas.microsoft.com/office/thememl/2012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ns1:themeFamily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2026-09-26T07:58:41.7280000Z</dcterms:created>
  <dcterms:modified xsi:type="dcterms:W3CDTF">2026-09-26T07:58:41.7280000Z</dcterms:modified>
</coreProperties>
</file>