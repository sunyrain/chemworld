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71" r:id="rId14"/>
    <p:sldId id="272" r:id="rId15"/>
    <p:sldId id="262" r:id="rId9"/>
    <p:sldId id="270" r:id="rId10"/>
    <p:sldId id="260" r:id="rId7"/>
    <p:sldId id="261" r:id="rId8"/>
  </p:sldIdLst>
  <p:sldSz cx="13716000" cy="11430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Times New Roman" panose="02020603050405020304"/>
        <a:ea typeface="Times New Roman" panose="02020603050405020304"/>
        <a:cs typeface="Times New Roman" panose="02020603050405020304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Times New Roman" panose="02020603050405020304"/>
        <a:ea typeface="Times New Roman" panose="02020603050405020304"/>
        <a:cs typeface="Times New Roman" panose="02020603050405020304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Times New Roman" panose="02020603050405020304"/>
        <a:ea typeface="Times New Roman" panose="02020603050405020304"/>
        <a:cs typeface="Times New Roman" panose="02020603050405020304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Times New Roman" panose="02020603050405020304"/>
        <a:ea typeface="Times New Roman" panose="02020603050405020304"/>
        <a:cs typeface="Times New Roman" panose="02020603050405020304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Times New Roman" panose="02020603050405020304"/>
        <a:ea typeface="Times New Roman" panose="02020603050405020304"/>
        <a:cs typeface="Times New Roman" panose="02020603050405020304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Times New Roman" panose="02020603050405020304"/>
        <a:ea typeface="Times New Roman" panose="02020603050405020304"/>
        <a:cs typeface="Times New Roman" panose="02020603050405020304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Times New Roman" panose="02020603050405020304"/>
        <a:ea typeface="Times New Roman" panose="02020603050405020304"/>
        <a:cs typeface="Times New Roman" panose="02020603050405020304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Times New Roman" panose="02020603050405020304"/>
        <a:ea typeface="Times New Roman" panose="02020603050405020304"/>
        <a:cs typeface="Times New Roman" panose="02020603050405020304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Times New Roman" panose="02020603050405020304"/>
        <a:ea typeface="Times New Roman" panose="02020603050405020304"/>
        <a:cs typeface="Times New Roman" panose="020206030504050203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?>
<Relationships xmlns="http://schemas.openxmlformats.org/package/2006/relationships"><Relationship Id="rId9" Type="http://schemas.openxmlformats.org/officeDocument/2006/relationships/slide" Target="slides/slide6.xml" /><Relationship Id="rId8" Type="http://schemas.openxmlformats.org/officeDocument/2006/relationships/slide" Target="slides/slide5.xml" /><Relationship Id="rId7" Type="http://schemas.openxmlformats.org/officeDocument/2006/relationships/slide" Target="slides/slide4.xml" /><Relationship Id="rId6" Type="http://schemas.openxmlformats.org/officeDocument/2006/relationships/slide" Target="slides/slide3.xml" /><Relationship Id="rId5" Type="http://schemas.openxmlformats.org/officeDocument/2006/relationships/slide" Target="slides/slide2.xml" /><Relationship Id="rId4" Type="http://schemas.openxmlformats.org/officeDocument/2006/relationships/notesMaster" Target="notesMasters/notesMaster1.xml" /><Relationship Id="rId3" Type="http://schemas.openxmlformats.org/officeDocument/2006/relationships/slide" Target="slides/slide1.xml" /><Relationship Id="rId2" Type="http://schemas.openxmlformats.org/officeDocument/2006/relationships/theme" Target="theme/theme1.xml" /><Relationship Id="rId13" Type="http://schemas.openxmlformats.org/officeDocument/2006/relationships/tableStyles" Target="tableStyles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0" Type="http://schemas.openxmlformats.org/officeDocument/2006/relationships/slide" Target="slides/slide7.xml" /><Relationship Id="rId1" Type="http://schemas.openxmlformats.org/officeDocument/2006/relationships/slideMaster" Target="slideMasters/slideMaster1.xml" /><Relationship Id="rId14" Type="http://schemas.openxmlformats.org/officeDocument/2006/relationships/slide" Target="slides/slide8.xml" /><Relationship Id="rId15" Type="http://schemas.openxmlformats.org/officeDocument/2006/relationships/slide" Target="slides/slide9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'1.0' encoding='utf-8'?>
<Relationships xmlns="http://schemas.openxmlformats.org/package/2006/relationships"><Relationship Id="rId2" Type="http://schemas.openxmlformats.org/officeDocument/2006/relationships/notesMaster" Target="../notesMasters/notesMaster1.xml" /><Relationship Id="rId1" Type="http://schemas.openxmlformats.org/officeDocument/2006/relationships/slide" Target="../slides/slide8.xml" /></Relationships>
</file>

<file path=ppt/notesSlides/_rels/notesSlide9.xml.rels><?xml version='1.0' encoding='utf-8'?>
<Relationships xmlns="http://schemas.openxmlformats.org/package/2006/relationships"><Relationship Id="rId2" Type="http://schemas.openxmlformats.org/officeDocument/2006/relationships/notesMaster" Target="../notesMasters/notesMaster1.xml" /><Relationship Id="rId1" Type="http://schemas.openxmlformats.org/officeDocument/2006/relationships/slide" Target="../slides/slide9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1. Controlled experimental worlds. Source: FIgure1_2.pptx.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2. Complete twelve-batch research session. Source: output/pptx/chemworld-figure2-typography.pptx.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3. Goals, research paths and predictions. Source: D:\Projects\ChemWorld\paper\figures\venue-results\figure03-goals-paths-forecasts.svg.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4. Six outcomes under larger research envelopes. Source: output/pptx/chemworld-figures-final.pptx.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5. Source: retained EQ_AUTONOMOUS_PROCESS.json and STORY_WORLD_ANALYSIS.json, work-ii-evidence-closeout-20260921. All 180 source assays, 60 world-query references, 30 world-level errors and 20 original forecasts/reference values are retained. Panels a/b show sample SD across five reused worlds, not confidence intervals. Panel c shows the pooled source response range. Concentration grouping is post hoc. Rebuild: paper/tools/render_figure05_readable.py and update_figure05_collection.py.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6. Crystallization prediction and calibration. Source: D:\Projects\ChemWorld\paper\figures\venue-results\figure06-crystal-generalization.svg.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S4. Sealed predictions and subsequent reflection. Source: output/pptx/chemworld-figures-final.pptx.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Selected layout F4-C / F5-B reconstructed using retained numerical evidence. Display order: GPT-5.5, GPT-5.6 Luna, GPT-5.6 Terra, GPT-5.6 Sol, GPT-6 Astra. This display order is not a measured intelligence ranking. Source records remain in paper/figures/narrative-final/source-data.json. Figure 4b: bars are five-world means, starting at 0.001 on a log axis. Figure 4c: grouped horizontal bars of five-world means, log baseline 0.001. Lowest concentration conditions (n=3) and remaining conditions (n=9) retain all twelve queries in the original posthoc concentration grouping. Figure 4a: reference error bars are sample SD, not confidence intervals. Other nine queries are not all in-distribution.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Selected layout F4-C / F5-B reconstructed using retained numerical evidence. Display order: GPT-5.5, GPT-5.6 Luna, GPT-5.6 Terra, GPT-5.6 Sol, GPT-6 Astra. This display order is not a measured intelligence ranking. Source records remain in paper/figures/narrative-final/source-data.json. Figure 5a: three arm-colored boxplots per model, five worlds per box. Boxes show Q1-Q3, lines show medians, whiskers show minimum and maximum. Quartiles use original positive concentration values before log-axis display. The dashed 1 mM line is descriptive. Figure 5b: Sol World 1/Opaque, 12 source assays. Figure 5c: all five Sol/Opaque original 80% intervals. Figure 5d: Astra World 3/MisIndexed, all 12 batches, then condensed public K1 and original Q08. K1 is after experiments, not private contemporaneous thought. The small researcher/screen illustration is a separately cropped raster from the selected concept; scientific content is editable native shapes. No causal effect or necessity of dilute sampling is identified.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1pPr>
      <a:lvl2pPr marL="457200" algn="l">
        <a:buNone/>
        <a:defRPr sz="18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2pPr>
      <a:lvl3pPr marL="914400" algn="l">
        <a:buNone/>
        <a:defRPr sz="18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3pPr>
      <a:lvl4pPr marL="1371600" algn="l">
        <a:buNone/>
        <a:defRPr sz="18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4pPr>
      <a:lvl5pPr marL="1828800" algn="l">
        <a:buNone/>
        <a:defRPr sz="18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5pPr>
      <a:lvl6pPr marL="2286000" algn="l">
        <a:buNone/>
        <a:defRPr sz="18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6pPr>
      <a:lvl7pPr marL="2743200" algn="l">
        <a:buNone/>
        <a:defRPr sz="18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7pPr>
      <a:lvl8pPr marL="3200400" algn="l">
        <a:buNone/>
        <a:defRPr sz="18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8pPr>
      <a:lvl9pPr marL="3657600" algn="l">
        <a:buNone/>
        <a:defRPr sz="18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4" Type="http://schemas.openxmlformats.org/officeDocument/2006/relationships/notesSlide" Target="../notesSlides/notesSlide1.xml"/><Relationship Id="rId53" Type="http://schemas.openxmlformats.org/officeDocument/2006/relationships/slideLayout" Target="../slideLayouts/slideLayout1.xml"/><Relationship Id="rId52" Type="http://schemas.openxmlformats.org/officeDocument/2006/relationships/image" Target="../media/image52.png"/><Relationship Id="rId51" Type="http://schemas.openxmlformats.org/officeDocument/2006/relationships/image" Target="../media/image51.png"/><Relationship Id="rId50" Type="http://schemas.openxmlformats.org/officeDocument/2006/relationships/image" Target="../media/image50.png"/><Relationship Id="rId5" Type="http://schemas.openxmlformats.org/officeDocument/2006/relationships/image" Target="../media/image5.png"/><Relationship Id="rId49" Type="http://schemas.openxmlformats.org/officeDocument/2006/relationships/image" Target="../media/image49.png"/><Relationship Id="rId48" Type="http://schemas.openxmlformats.org/officeDocument/2006/relationships/image" Target="../media/image48.png"/><Relationship Id="rId47" Type="http://schemas.openxmlformats.org/officeDocument/2006/relationships/image" Target="../media/image47.png"/><Relationship Id="rId46" Type="http://schemas.openxmlformats.org/officeDocument/2006/relationships/image" Target="../media/image46.png"/><Relationship Id="rId45" Type="http://schemas.openxmlformats.org/officeDocument/2006/relationships/image" Target="../media/image45.png"/><Relationship Id="rId44" Type="http://schemas.openxmlformats.org/officeDocument/2006/relationships/image" Target="../media/image44.png"/><Relationship Id="rId43" Type="http://schemas.openxmlformats.org/officeDocument/2006/relationships/image" Target="../media/image43.png"/><Relationship Id="rId42" Type="http://schemas.openxmlformats.org/officeDocument/2006/relationships/image" Target="../media/image42.png"/><Relationship Id="rId41" Type="http://schemas.openxmlformats.org/officeDocument/2006/relationships/image" Target="../media/image41.png"/><Relationship Id="rId40" Type="http://schemas.openxmlformats.org/officeDocument/2006/relationships/image" Target="../media/image40.png"/><Relationship Id="rId4" Type="http://schemas.openxmlformats.org/officeDocument/2006/relationships/image" Target="../media/image4.png"/><Relationship Id="rId39" Type="http://schemas.openxmlformats.org/officeDocument/2006/relationships/image" Target="../media/image39.png"/><Relationship Id="rId38" Type="http://schemas.openxmlformats.org/officeDocument/2006/relationships/image" Target="../media/image38.png"/><Relationship Id="rId37" Type="http://schemas.openxmlformats.org/officeDocument/2006/relationships/image" Target="../media/image37.png"/><Relationship Id="rId36" Type="http://schemas.openxmlformats.org/officeDocument/2006/relationships/image" Target="../media/image36.png"/><Relationship Id="rId35" Type="http://schemas.openxmlformats.org/officeDocument/2006/relationships/image" Target="../media/image35.png"/><Relationship Id="rId34" Type="http://schemas.openxmlformats.org/officeDocument/2006/relationships/image" Target="../media/image34.png"/><Relationship Id="rId33" Type="http://schemas.openxmlformats.org/officeDocument/2006/relationships/image" Target="../media/image33.png"/><Relationship Id="rId32" Type="http://schemas.openxmlformats.org/officeDocument/2006/relationships/image" Target="../media/image32.png"/><Relationship Id="rId31" Type="http://schemas.openxmlformats.org/officeDocument/2006/relationships/image" Target="../media/image31.png"/><Relationship Id="rId30" Type="http://schemas.openxmlformats.org/officeDocument/2006/relationships/image" Target="../media/image30.png"/><Relationship Id="rId3" Type="http://schemas.openxmlformats.org/officeDocument/2006/relationships/image" Target="../media/image3.png"/><Relationship Id="rId29" Type="http://schemas.openxmlformats.org/officeDocument/2006/relationships/image" Target="../media/image29.png"/><Relationship Id="rId28" Type="http://schemas.openxmlformats.org/officeDocument/2006/relationships/image" Target="../media/image28.png"/><Relationship Id="rId27" Type="http://schemas.openxmlformats.org/officeDocument/2006/relationships/image" Target="../media/image27.png"/><Relationship Id="rId26" Type="http://schemas.openxmlformats.org/officeDocument/2006/relationships/image" Target="../media/image26.png"/><Relationship Id="rId25" Type="http://schemas.openxmlformats.org/officeDocument/2006/relationships/image" Target="../media/image25.png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1.png"/><Relationship Id="rId8" Type="http://schemas.openxmlformats.org/officeDocument/2006/relationships/image" Target="../media/image60.png"/><Relationship Id="rId7" Type="http://schemas.openxmlformats.org/officeDocument/2006/relationships/image" Target="../media/image59.png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63.png"/><Relationship Id="rId10" Type="http://schemas.openxmlformats.org/officeDocument/2006/relationships/image" Target="../media/image62.png"/><Relationship Id="rId1" Type="http://schemas.openxmlformats.org/officeDocument/2006/relationships/image" Target="../media/image5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4.png"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8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9.xml" /><Relationship Id="rId22" Type="http://schemas.openxmlformats.org/officeDocument/2006/relationships/image" Target="../media/selected-concept-9.png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2" name="矩形 181"/>
          <p:cNvSpPr>
            <a:spLocks noGrp="1"/>
          </p:cNvSpPr>
          <p:nvPr/>
        </p:nvSpPr>
        <p:spPr>
          <a:xfrm>
            <a:off x="495935" y="990600"/>
            <a:ext cx="269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l">
              <a:buNone/>
              <a:defRPr sz="2000" b="1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 i="0">
                <a:solidFill>
                  <a:srgbClr val="000000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</a:t>
            </a:r>
            <a:endParaRPr sz="2000" b="1" i="0">
              <a:solidFill>
                <a:srgbClr val="00000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793115" y="1197610"/>
            <a:ext cx="3833495" cy="1160780"/>
          </a:xfrm>
          <a:prstGeom prst="rect">
            <a:avLst/>
          </a:prstGeom>
          <a:solidFill>
            <a:srgbClr val="F5FAFE"/>
          </a:solidFill>
          <a:ln w="11430">
            <a:solidFill>
              <a:srgbClr val="496B8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788535" y="1197610"/>
            <a:ext cx="4121150" cy="1160780"/>
          </a:xfrm>
          <a:prstGeom prst="rect">
            <a:avLst/>
          </a:prstGeom>
          <a:solidFill>
            <a:srgbClr val="F5FAFE"/>
          </a:solidFill>
          <a:ln w="11430">
            <a:solidFill>
              <a:srgbClr val="496B8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9071610" y="1197610"/>
            <a:ext cx="4103370" cy="1160780"/>
          </a:xfrm>
          <a:prstGeom prst="rect">
            <a:avLst/>
          </a:prstGeom>
          <a:solidFill>
            <a:srgbClr val="F5FAFE"/>
          </a:solidFill>
          <a:ln w="11430">
            <a:solidFill>
              <a:srgbClr val="496B8F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66775" y="1224915"/>
            <a:ext cx="2159635" cy="28702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l">
              <a:buNone/>
              <a:defRPr sz="1800" b="1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Static benchmarks</a:t>
            </a:r>
            <a:endParaRPr sz="1800" b="1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pic>
        <p:nvPicPr>
          <p:cNvPr id="241" name="图片 18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820" y="1539875"/>
            <a:ext cx="486410" cy="621030"/>
          </a:xfrm>
          <a:prstGeom prst="rect">
            <a:avLst/>
          </a:prstGeom>
        </p:spPr>
      </p:pic>
      <p:pic>
        <p:nvPicPr>
          <p:cNvPr id="242" name="图片 18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120" y="1518920"/>
            <a:ext cx="647700" cy="689610"/>
          </a:xfrm>
          <a:prstGeom prst="rect">
            <a:avLst/>
          </a:prstGeom>
        </p:spPr>
      </p:pic>
      <p:sp>
        <p:nvSpPr>
          <p:cNvPr id="8" name="右箭头 7"/>
          <p:cNvSpPr>
            <a:spLocks noGrp="1"/>
          </p:cNvSpPr>
          <p:nvPr/>
        </p:nvSpPr>
        <p:spPr>
          <a:xfrm>
            <a:off x="2187575" y="1800225"/>
            <a:ext cx="269875" cy="153035"/>
          </a:xfrm>
          <a:prstGeom prst="rightArrow">
            <a:avLst>
              <a:gd name="adj1" fmla="val 37500"/>
              <a:gd name="adj2" fmla="val 72083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0"/>
          </a:gra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27735" y="2160270"/>
            <a:ext cx="1304925" cy="20701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Fixed dataset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290570" y="1584325"/>
            <a:ext cx="1668780" cy="45910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ctr"/>
          <a:lstStyle/>
          <a:p>
            <a:pPr algn="l">
              <a:buNone/>
              <a:defRPr sz="12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No persistent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buNone/>
              <a:defRPr sz="12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experimental state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846320" y="1224915"/>
            <a:ext cx="2159635" cy="28702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l">
              <a:buNone/>
              <a:defRPr sz="1800" b="1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Real laboratories</a:t>
            </a:r>
            <a:endParaRPr sz="1800" b="1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pic>
        <p:nvPicPr>
          <p:cNvPr id="248" name="图片 196"/>
          <p:cNvPicPr>
            <a:picLocks noChangeAspect="1"/>
          </p:cNvPicPr>
          <p:nvPr/>
        </p:nvPicPr>
        <p:blipFill>
          <a:blip r:embed="rId3"/>
          <a:srcRect l="11619"/>
          <a:stretch>
            <a:fillRect/>
          </a:stretch>
        </p:blipFill>
        <p:spPr>
          <a:xfrm>
            <a:off x="6850380" y="1477010"/>
            <a:ext cx="556895" cy="610235"/>
          </a:xfrm>
          <a:prstGeom prst="rect">
            <a:avLst/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7466330" y="1628775"/>
            <a:ext cx="1370965" cy="44069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ctr"/>
          <a:lstStyle/>
          <a:p>
            <a:pPr algn="l">
              <a:buNone/>
              <a:defRPr sz="12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Hidden laws and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buNone/>
              <a:defRPr sz="12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unmatched worlds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174480" y="1224915"/>
            <a:ext cx="3239770" cy="28702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l">
              <a:buNone/>
              <a:defRPr sz="1800" b="1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Single-endpoint evaluation</a:t>
            </a:r>
            <a:endParaRPr sz="1800" b="1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1366500" y="1598930"/>
            <a:ext cx="1800860" cy="49466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ctr"/>
          <a:lstStyle/>
          <a:p>
            <a:pPr algn="l">
              <a:buNone/>
              <a:defRPr sz="12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Task success ≠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buNone/>
              <a:defRPr sz="12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scientific generalization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95935" y="2502535"/>
            <a:ext cx="269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l">
              <a:buNone/>
              <a:defRPr sz="2000" b="1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 i="0">
                <a:solidFill>
                  <a:srgbClr val="000000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</a:t>
            </a:r>
            <a:endParaRPr sz="2000" b="1" i="0">
              <a:solidFill>
                <a:srgbClr val="00000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93115" y="2585720"/>
            <a:ext cx="12382500" cy="3104515"/>
          </a:xfrm>
          <a:prstGeom prst="rect">
            <a:avLst/>
          </a:prstGeom>
          <a:solidFill>
            <a:srgbClr val="FFFFFF"/>
          </a:solidFill>
          <a:ln w="11430">
            <a:solidFill>
              <a:srgbClr val="496B8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36625" y="2565400"/>
            <a:ext cx="2110105" cy="51308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buNone/>
              <a:defRPr sz="2600" b="1" i="1">
                <a:solidFill>
                  <a:srgbClr val="FF5A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800" b="1" i="1">
                <a:solidFill>
                  <a:srgbClr val="FF5A1F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Chem</a:t>
            </a:r>
            <a:r>
              <a:rPr sz="2800">
                <a:solidFill>
                  <a:srgbClr val="173F72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World</a:t>
            </a:r>
            <a:endParaRPr sz="2800" b="1" i="1">
              <a:solidFill>
                <a:srgbClr val="173F72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+mn-ea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728470" y="2691130"/>
            <a:ext cx="1124585" cy="38671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buNone/>
              <a:defRPr sz="2600" b="1" i="1">
                <a:solidFill>
                  <a:srgbClr val="173F7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endParaRPr sz="2600" b="1" i="1">
              <a:solidFill>
                <a:srgbClr val="173F72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39165" y="2994025"/>
            <a:ext cx="2682240" cy="43942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l">
              <a:buNone/>
              <a:defRPr sz="12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 programmable chemical world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buNone/>
              <a:defRPr sz="12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for autonomous scientific discovery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pic>
        <p:nvPicPr>
          <p:cNvPr id="257" name="图片 20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515" y="3498215"/>
            <a:ext cx="593725" cy="593725"/>
          </a:xfrm>
          <a:prstGeom prst="rect">
            <a:avLst/>
          </a:prstGeom>
        </p:spPr>
      </p:pic>
      <p:sp>
        <p:nvSpPr>
          <p:cNvPr id="29" name="矩形 28"/>
          <p:cNvSpPr>
            <a:spLocks noGrp="1"/>
          </p:cNvSpPr>
          <p:nvPr/>
        </p:nvSpPr>
        <p:spPr>
          <a:xfrm>
            <a:off x="1584960" y="3588385"/>
            <a:ext cx="1151890" cy="41402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buNone/>
              <a:defRPr sz="12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Controllable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buNone/>
              <a:defRPr sz="12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hidden laws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pic>
        <p:nvPicPr>
          <p:cNvPr id="259" name="图片 2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660" y="4137025"/>
            <a:ext cx="560705" cy="513080"/>
          </a:xfrm>
          <a:prstGeom prst="rect">
            <a:avLst/>
          </a:prstGeom>
        </p:spPr>
      </p:pic>
      <p:sp>
        <p:nvSpPr>
          <p:cNvPr id="31" name="矩形 30"/>
          <p:cNvSpPr>
            <a:spLocks noGrp="1"/>
          </p:cNvSpPr>
          <p:nvPr/>
        </p:nvSpPr>
        <p:spPr>
          <a:xfrm>
            <a:off x="1584960" y="4218305"/>
            <a:ext cx="1204595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buNone/>
              <a:defRPr sz="12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Virtual instruments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buNone/>
              <a:defRPr sz="12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and resources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pic>
        <p:nvPicPr>
          <p:cNvPr id="261" name="图片 2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185" y="4758055"/>
            <a:ext cx="541020" cy="621030"/>
          </a:xfrm>
          <a:prstGeom prst="rect">
            <a:avLst/>
          </a:prstGeom>
        </p:spPr>
      </p:pic>
      <p:sp>
        <p:nvSpPr>
          <p:cNvPr id="33" name="矩形 32"/>
          <p:cNvSpPr>
            <a:spLocks noGrp="1"/>
          </p:cNvSpPr>
          <p:nvPr/>
        </p:nvSpPr>
        <p:spPr>
          <a:xfrm>
            <a:off x="1584960" y="4884420"/>
            <a:ext cx="1124585" cy="41402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buNone/>
              <a:defRPr sz="12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Persistent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buNone/>
              <a:defRPr sz="12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physical state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2682875" y="3498215"/>
            <a:ext cx="53975" cy="0"/>
          </a:xfrm>
          <a:prstGeom prst="line">
            <a:avLst/>
          </a:prstGeom>
          <a:noFill/>
          <a:ln w="11430">
            <a:solidFill>
              <a:srgbClr val="173F72"/>
            </a:solidFill>
            <a:prstDash val="solid"/>
          </a:ln>
        </p:spPr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2736850" y="3498215"/>
            <a:ext cx="0" cy="1835785"/>
          </a:xfrm>
          <a:prstGeom prst="line">
            <a:avLst/>
          </a:prstGeom>
          <a:noFill/>
          <a:ln w="11430">
            <a:solidFill>
              <a:srgbClr val="173F72"/>
            </a:solidFill>
            <a:prstDash val="solid"/>
          </a:ln>
        </p:spPr>
      </p:sp>
      <p:sp>
        <p:nvSpPr>
          <p:cNvPr id="36" name="直接连接符 35"/>
          <p:cNvSpPr>
            <a:spLocks noGrp="1"/>
          </p:cNvSpPr>
          <p:nvPr/>
        </p:nvSpPr>
        <p:spPr>
          <a:xfrm>
            <a:off x="2682875" y="5334000"/>
            <a:ext cx="53975" cy="0"/>
          </a:xfrm>
          <a:prstGeom prst="line">
            <a:avLst/>
          </a:prstGeom>
          <a:noFill/>
          <a:ln w="11430">
            <a:solidFill>
              <a:srgbClr val="173F72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3397885" y="2826385"/>
            <a:ext cx="6069965" cy="40195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800" b="1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 </a:t>
            </a:r>
            <a:r>
              <a:rPr lang="en-US" sz="1800" b="1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</a:t>
            </a:r>
            <a:r>
              <a:rPr sz="1800" b="1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epresentative </a:t>
            </a:r>
            <a:r>
              <a:rPr lang="en-US" sz="1800" b="1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</a:t>
            </a:r>
            <a:r>
              <a:rPr sz="1800" b="1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utonomous </a:t>
            </a:r>
            <a:r>
              <a:rPr lang="en-US" sz="1800" b="1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</a:t>
            </a:r>
            <a:r>
              <a:rPr sz="1800" b="1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ampaign in ChemWorld</a:t>
            </a:r>
            <a:endParaRPr sz="1800" b="1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1" name="梯形 70"/>
          <p:cNvSpPr>
            <a:spLocks noGrp="1"/>
          </p:cNvSpPr>
          <p:nvPr/>
        </p:nvSpPr>
        <p:spPr>
          <a:xfrm>
            <a:off x="2907665" y="4824095"/>
            <a:ext cx="6767195" cy="775335"/>
          </a:xfrm>
          <a:prstGeom prst="trapezoid">
            <a:avLst/>
          </a:prstGeom>
          <a:solidFill>
            <a:srgbClr val="F8FCFF"/>
          </a:solidFill>
          <a:ln w="11430">
            <a:noFill/>
            <a:prstDash val="solid"/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4697730" y="5417820"/>
            <a:ext cx="1350010" cy="25654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r">
              <a:buNone/>
              <a:defRPr sz="1200" b="1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Persistent state</a:t>
            </a:r>
            <a:endParaRPr sz="1600" b="1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6147435" y="5426710"/>
            <a:ext cx="3346450" cy="22606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l">
              <a:buNone/>
              <a:defRPr sz="1000" b="0" i="0">
                <a:solidFill>
                  <a:srgbClr val="33415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334155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(updated after every experiment)</a:t>
            </a:r>
            <a:endParaRPr sz="1400" b="0" i="0">
              <a:solidFill>
                <a:srgbClr val="334155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pic>
        <p:nvPicPr>
          <p:cNvPr id="301" name="图片 25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3565" y="4779645"/>
            <a:ext cx="755650" cy="578485"/>
          </a:xfrm>
          <a:prstGeom prst="rect">
            <a:avLst/>
          </a:prstGeom>
        </p:spPr>
      </p:pic>
      <p:sp>
        <p:nvSpPr>
          <p:cNvPr id="75" name="矩形 74"/>
          <p:cNvSpPr>
            <a:spLocks noGrp="1"/>
          </p:cNvSpPr>
          <p:nvPr/>
        </p:nvSpPr>
        <p:spPr>
          <a:xfrm>
            <a:off x="3833495" y="4955540"/>
            <a:ext cx="1045210" cy="2349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Composition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5400040" y="4984750"/>
            <a:ext cx="494665" cy="22606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Phase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6664325" y="4860925"/>
            <a:ext cx="1080135" cy="43942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Thermal 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history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8630285" y="4865370"/>
            <a:ext cx="882015" cy="43942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Remaining 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material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2" name="圆角矩形 81"/>
          <p:cNvSpPr>
            <a:spLocks noGrp="1"/>
          </p:cNvSpPr>
          <p:nvPr/>
        </p:nvSpPr>
        <p:spPr>
          <a:xfrm>
            <a:off x="9881870" y="2691130"/>
            <a:ext cx="3176270" cy="1232535"/>
          </a:xfrm>
          <a:prstGeom prst="roundRect">
            <a:avLst>
              <a:gd name="adj" fmla="val 4380"/>
            </a:avLst>
          </a:prstGeom>
          <a:solidFill>
            <a:srgbClr val="F8FCFF"/>
          </a:solidFill>
          <a:ln w="11430">
            <a:noFill/>
            <a:prstDash val="solid"/>
          </a:ln>
        </p:spPr>
      </p:sp>
      <p:sp>
        <p:nvSpPr>
          <p:cNvPr id="83" name="矩形 82"/>
          <p:cNvSpPr>
            <a:spLocks noGrp="1"/>
          </p:cNvSpPr>
          <p:nvPr/>
        </p:nvSpPr>
        <p:spPr>
          <a:xfrm>
            <a:off x="9935845" y="2754630"/>
            <a:ext cx="2249805" cy="25209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l">
              <a:buNone/>
              <a:defRPr sz="1400" b="0" i="0">
                <a:solidFill>
                  <a:srgbClr val="114AE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 i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Operational validation</a:t>
            </a:r>
            <a:endParaRPr sz="1400" b="1" i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pic>
        <p:nvPicPr>
          <p:cNvPr id="311" name="图片 26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9525" y="2961640"/>
            <a:ext cx="638810" cy="638810"/>
          </a:xfrm>
          <a:prstGeom prst="rect">
            <a:avLst/>
          </a:prstGeom>
        </p:spPr>
      </p:pic>
      <p:pic>
        <p:nvPicPr>
          <p:cNvPr id="313" name="图片 26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69345" y="2943225"/>
            <a:ext cx="481965" cy="629920"/>
          </a:xfrm>
          <a:prstGeom prst="rect">
            <a:avLst/>
          </a:prstGeom>
        </p:spPr>
      </p:pic>
      <p:pic>
        <p:nvPicPr>
          <p:cNvPr id="315" name="图片 26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54230" y="2916555"/>
            <a:ext cx="654685" cy="683895"/>
          </a:xfrm>
          <a:prstGeom prst="rect">
            <a:avLst/>
          </a:prstGeom>
        </p:spPr>
      </p:pic>
      <p:sp>
        <p:nvSpPr>
          <p:cNvPr id="89" name="矩形 88"/>
          <p:cNvSpPr>
            <a:spLocks noGrp="1"/>
          </p:cNvSpPr>
          <p:nvPr/>
        </p:nvSpPr>
        <p:spPr>
          <a:xfrm>
            <a:off x="9894570" y="3627120"/>
            <a:ext cx="1234440" cy="37846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Sealed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recommendation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11061700" y="3627120"/>
            <a:ext cx="919480" cy="37846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Independent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retest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12118975" y="3627120"/>
            <a:ext cx="986155" cy="37846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Operational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achievement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2" name="圆角矩形 91"/>
          <p:cNvSpPr>
            <a:spLocks noGrp="1"/>
          </p:cNvSpPr>
          <p:nvPr/>
        </p:nvSpPr>
        <p:spPr>
          <a:xfrm>
            <a:off x="9881870" y="4041140"/>
            <a:ext cx="3176270" cy="1379855"/>
          </a:xfrm>
          <a:prstGeom prst="roundRect">
            <a:avLst>
              <a:gd name="adj" fmla="val 3636"/>
            </a:avLst>
          </a:prstGeom>
          <a:solidFill>
            <a:srgbClr val="FFFCF7"/>
          </a:solidFill>
          <a:ln w="11430">
            <a:noFill/>
            <a:prstDash val="solid"/>
          </a:ln>
        </p:spPr>
      </p:sp>
      <p:sp>
        <p:nvSpPr>
          <p:cNvPr id="93" name="矩形 92"/>
          <p:cNvSpPr>
            <a:spLocks noGrp="1"/>
          </p:cNvSpPr>
          <p:nvPr/>
        </p:nvSpPr>
        <p:spPr>
          <a:xfrm>
            <a:off x="9935845" y="4095115"/>
            <a:ext cx="3232150" cy="26098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l">
              <a:buNone/>
              <a:defRPr sz="14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Scientific understanding and prediction</a:t>
            </a:r>
            <a:endParaRPr sz="1400" b="1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pic>
        <p:nvPicPr>
          <p:cNvPr id="321" name="图片 27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08870" y="4329430"/>
            <a:ext cx="501015" cy="593725"/>
          </a:xfrm>
          <a:prstGeom prst="rect">
            <a:avLst/>
          </a:prstGeom>
        </p:spPr>
      </p:pic>
      <p:sp>
        <p:nvSpPr>
          <p:cNvPr id="95" name="矩形 94"/>
          <p:cNvSpPr>
            <a:spLocks noGrp="1"/>
          </p:cNvSpPr>
          <p:nvPr/>
        </p:nvSpPr>
        <p:spPr>
          <a:xfrm>
            <a:off x="10484485" y="4500245"/>
            <a:ext cx="215900" cy="28702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800" b="1" i="0">
                <a:solidFill>
                  <a:srgbClr val="173F7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173F72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+</a:t>
            </a:r>
            <a:endParaRPr sz="1800" b="1" i="0">
              <a:solidFill>
                <a:srgbClr val="173F72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pic>
        <p:nvPicPr>
          <p:cNvPr id="323" name="图片 27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19740" y="4358005"/>
            <a:ext cx="602615" cy="527050"/>
          </a:xfrm>
          <a:prstGeom prst="rect">
            <a:avLst/>
          </a:prstGeom>
        </p:spPr>
      </p:pic>
      <p:sp>
        <p:nvSpPr>
          <p:cNvPr id="97" name="矩形 96"/>
          <p:cNvSpPr>
            <a:spLocks noGrp="1"/>
          </p:cNvSpPr>
          <p:nvPr/>
        </p:nvSpPr>
        <p:spPr>
          <a:xfrm>
            <a:off x="11168380" y="4500245"/>
            <a:ext cx="215900" cy="28702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800" b="1" i="0">
                <a:solidFill>
                  <a:srgbClr val="173F7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173F72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+</a:t>
            </a:r>
            <a:endParaRPr sz="1800" b="1" i="0">
              <a:solidFill>
                <a:srgbClr val="173F72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pic>
        <p:nvPicPr>
          <p:cNvPr id="325" name="图片 27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306810" y="4319905"/>
            <a:ext cx="568960" cy="602615"/>
          </a:xfrm>
          <a:prstGeom prst="rect">
            <a:avLst/>
          </a:prstGeom>
        </p:spPr>
      </p:pic>
      <p:pic>
        <p:nvPicPr>
          <p:cNvPr id="327" name="图片 28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996420" y="4342130"/>
            <a:ext cx="989965" cy="567690"/>
          </a:xfrm>
          <a:prstGeom prst="rect">
            <a:avLst/>
          </a:prstGeom>
        </p:spPr>
      </p:pic>
      <p:sp>
        <p:nvSpPr>
          <p:cNvPr id="101" name="矩形 100"/>
          <p:cNvSpPr>
            <a:spLocks noGrp="1"/>
          </p:cNvSpPr>
          <p:nvPr/>
        </p:nvSpPr>
        <p:spPr>
          <a:xfrm>
            <a:off x="9917430" y="4959350"/>
            <a:ext cx="770255" cy="57594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Scientific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account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(K1)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2" name="矩形 101"/>
          <p:cNvSpPr>
            <a:spLocks noGrp="1"/>
          </p:cNvSpPr>
          <p:nvPr/>
        </p:nvSpPr>
        <p:spPr>
          <a:xfrm>
            <a:off x="10610215" y="4959350"/>
            <a:ext cx="672465" cy="57594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Unseen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conditions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(Q)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3" name="矩形 102"/>
          <p:cNvSpPr>
            <a:spLocks noGrp="1"/>
          </p:cNvSpPr>
          <p:nvPr/>
        </p:nvSpPr>
        <p:spPr>
          <a:xfrm>
            <a:off x="11276330" y="4959350"/>
            <a:ext cx="672465" cy="57594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Evidence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review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(K2)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4" name="矩形 103"/>
          <p:cNvSpPr>
            <a:spLocks noGrp="1"/>
          </p:cNvSpPr>
          <p:nvPr/>
        </p:nvSpPr>
        <p:spPr>
          <a:xfrm>
            <a:off x="11970385" y="4959350"/>
            <a:ext cx="1043940" cy="44069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/>
          <a:lstStyle/>
          <a:p>
            <a:pPr algn="ctr">
              <a:buNone/>
              <a:defRPr sz="8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Prediction    Uncertainty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5" name="直接连接符 104"/>
          <p:cNvSpPr>
            <a:spLocks noGrp="1"/>
          </p:cNvSpPr>
          <p:nvPr/>
        </p:nvSpPr>
        <p:spPr>
          <a:xfrm>
            <a:off x="9593580" y="4095115"/>
            <a:ext cx="107950" cy="0"/>
          </a:xfrm>
          <a:prstGeom prst="line">
            <a:avLst/>
          </a:prstGeom>
          <a:noFill/>
          <a:ln w="11430">
            <a:solidFill>
              <a:srgbClr val="173F72"/>
            </a:solidFill>
            <a:prstDash val="solid"/>
          </a:ln>
        </p:spPr>
      </p:sp>
      <p:sp>
        <p:nvSpPr>
          <p:cNvPr id="106" name="直接连接符 105"/>
          <p:cNvSpPr>
            <a:spLocks noGrp="1"/>
          </p:cNvSpPr>
          <p:nvPr/>
        </p:nvSpPr>
        <p:spPr>
          <a:xfrm>
            <a:off x="9701530" y="3294380"/>
            <a:ext cx="0" cy="1619885"/>
          </a:xfrm>
          <a:prstGeom prst="line">
            <a:avLst/>
          </a:prstGeom>
          <a:noFill/>
          <a:ln w="11430">
            <a:solidFill>
              <a:srgbClr val="173F72"/>
            </a:solidFill>
            <a:prstDash val="solid"/>
          </a:ln>
        </p:spPr>
      </p:sp>
      <p:sp>
        <p:nvSpPr>
          <p:cNvPr id="109" name="矩形 108"/>
          <p:cNvSpPr>
            <a:spLocks noGrp="1"/>
          </p:cNvSpPr>
          <p:nvPr/>
        </p:nvSpPr>
        <p:spPr>
          <a:xfrm>
            <a:off x="793115" y="5859145"/>
            <a:ext cx="3941445" cy="1232535"/>
          </a:xfrm>
          <a:prstGeom prst="rect">
            <a:avLst/>
          </a:prstGeom>
          <a:solidFill>
            <a:srgbClr val="F8FCFF"/>
          </a:solidFill>
          <a:ln w="11430">
            <a:solidFill>
              <a:srgbClr val="496B8F"/>
            </a:solidFill>
            <a:prstDash val="solid"/>
          </a:ln>
        </p:spPr>
      </p:sp>
      <p:sp>
        <p:nvSpPr>
          <p:cNvPr id="110" name="矩形 109"/>
          <p:cNvSpPr>
            <a:spLocks noGrp="1"/>
          </p:cNvSpPr>
          <p:nvPr/>
        </p:nvSpPr>
        <p:spPr>
          <a:xfrm>
            <a:off x="4878070" y="5859145"/>
            <a:ext cx="3941445" cy="1232535"/>
          </a:xfrm>
          <a:prstGeom prst="rect">
            <a:avLst/>
          </a:prstGeom>
          <a:solidFill>
            <a:srgbClr val="F8FCFF"/>
          </a:solidFill>
          <a:ln w="11430">
            <a:solidFill>
              <a:srgbClr val="496B8F"/>
            </a:solidFill>
            <a:prstDash val="solid"/>
          </a:ln>
        </p:spPr>
      </p:sp>
      <p:sp>
        <p:nvSpPr>
          <p:cNvPr id="111" name="矩形 110"/>
          <p:cNvSpPr>
            <a:spLocks noGrp="1"/>
          </p:cNvSpPr>
          <p:nvPr/>
        </p:nvSpPr>
        <p:spPr>
          <a:xfrm>
            <a:off x="8963660" y="5859145"/>
            <a:ext cx="4211320" cy="1232535"/>
          </a:xfrm>
          <a:prstGeom prst="rect">
            <a:avLst/>
          </a:prstGeom>
          <a:solidFill>
            <a:srgbClr val="F8FCFF"/>
          </a:solidFill>
          <a:ln w="11430">
            <a:solidFill>
              <a:srgbClr val="496B8F"/>
            </a:solidFill>
            <a:prstDash val="solid"/>
          </a:ln>
        </p:spPr>
      </p:sp>
      <p:sp>
        <p:nvSpPr>
          <p:cNvPr id="112" name="矩形 111"/>
          <p:cNvSpPr>
            <a:spLocks noGrp="1"/>
          </p:cNvSpPr>
          <p:nvPr/>
        </p:nvSpPr>
        <p:spPr>
          <a:xfrm>
            <a:off x="866775" y="5871210"/>
            <a:ext cx="2249805" cy="25209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l">
              <a:buNone/>
              <a:defRPr sz="1600" b="1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Controllability</a:t>
            </a:r>
            <a:endParaRPr sz="1600" b="1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pic>
        <p:nvPicPr>
          <p:cNvPr id="340" name="图片 29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1710" y="6066155"/>
            <a:ext cx="720090" cy="737870"/>
          </a:xfrm>
          <a:prstGeom prst="rect">
            <a:avLst/>
          </a:prstGeom>
        </p:spPr>
      </p:pic>
      <p:sp>
        <p:nvSpPr>
          <p:cNvPr id="114" name="矩形 113"/>
          <p:cNvSpPr>
            <a:spLocks noGrp="1"/>
          </p:cNvSpPr>
          <p:nvPr/>
        </p:nvSpPr>
        <p:spPr>
          <a:xfrm>
            <a:off x="1602740" y="6285865"/>
            <a:ext cx="1124585" cy="40513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2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Hidden laws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buNone/>
              <a:defRPr sz="12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(physical world)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5" name="直接连接符 114"/>
          <p:cNvSpPr>
            <a:spLocks noGrp="1"/>
          </p:cNvSpPr>
          <p:nvPr/>
        </p:nvSpPr>
        <p:spPr>
          <a:xfrm>
            <a:off x="2754630" y="6083935"/>
            <a:ext cx="0" cy="711200"/>
          </a:xfrm>
          <a:prstGeom prst="line">
            <a:avLst/>
          </a:prstGeom>
          <a:noFill/>
          <a:ln w="9525">
            <a:solidFill>
              <a:srgbClr val="8EA4BC"/>
            </a:solidFill>
            <a:prstDash val="dash"/>
          </a:ln>
        </p:spPr>
      </p:sp>
      <p:pic>
        <p:nvPicPr>
          <p:cNvPr id="343" name="图片 29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81300" y="6122670"/>
            <a:ext cx="607695" cy="678815"/>
          </a:xfrm>
          <a:prstGeom prst="rect">
            <a:avLst/>
          </a:prstGeom>
        </p:spPr>
      </p:pic>
      <p:sp>
        <p:nvSpPr>
          <p:cNvPr id="117" name="矩形 116"/>
          <p:cNvSpPr>
            <a:spLocks noGrp="1"/>
          </p:cNvSpPr>
          <p:nvPr/>
        </p:nvSpPr>
        <p:spPr>
          <a:xfrm>
            <a:off x="3447415" y="6259195"/>
            <a:ext cx="1232535" cy="40513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2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Public information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buNone/>
              <a:defRPr sz="12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(agent view)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8" name="矩形 117"/>
          <p:cNvSpPr>
            <a:spLocks noGrp="1"/>
          </p:cNvSpPr>
          <p:nvPr/>
        </p:nvSpPr>
        <p:spPr>
          <a:xfrm>
            <a:off x="680085" y="6849110"/>
            <a:ext cx="4166235" cy="22606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M</a:t>
            </a:r>
            <a:r>
              <a:rPr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anipulate</a:t>
            </a:r>
            <a:r>
              <a:rPr 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p</a:t>
            </a: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hysics and information independently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9" name="矩形 118"/>
          <p:cNvSpPr>
            <a:spLocks noGrp="1"/>
          </p:cNvSpPr>
          <p:nvPr/>
        </p:nvSpPr>
        <p:spPr>
          <a:xfrm>
            <a:off x="4941570" y="5871210"/>
            <a:ext cx="2249805" cy="25209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l">
              <a:buNone/>
              <a:defRPr sz="1600" b="1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Traceability</a:t>
            </a:r>
            <a:endParaRPr sz="1600" b="1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pic>
        <p:nvPicPr>
          <p:cNvPr id="348" name="图片 30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45450" y="6123305"/>
            <a:ext cx="725170" cy="639445"/>
          </a:xfrm>
          <a:prstGeom prst="rect">
            <a:avLst/>
          </a:prstGeom>
        </p:spPr>
      </p:pic>
      <p:sp>
        <p:nvSpPr>
          <p:cNvPr id="122" name="矩形 121"/>
          <p:cNvSpPr>
            <a:spLocks noGrp="1"/>
          </p:cNvSpPr>
          <p:nvPr/>
        </p:nvSpPr>
        <p:spPr>
          <a:xfrm>
            <a:off x="4863465" y="6854190"/>
            <a:ext cx="3956050" cy="23749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Full research histories can be replayed and audited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23" name="矩形 122"/>
          <p:cNvSpPr>
            <a:spLocks noGrp="1"/>
          </p:cNvSpPr>
          <p:nvPr/>
        </p:nvSpPr>
        <p:spPr>
          <a:xfrm>
            <a:off x="9034780" y="5871210"/>
            <a:ext cx="2249805" cy="25209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l">
              <a:buNone/>
              <a:defRPr sz="1600" b="1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Separability</a:t>
            </a:r>
            <a:endParaRPr sz="1600" b="1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pic>
        <p:nvPicPr>
          <p:cNvPr id="351" name="图片 30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43720" y="6015990"/>
            <a:ext cx="506730" cy="666750"/>
          </a:xfrm>
          <a:prstGeom prst="rect">
            <a:avLst/>
          </a:prstGeom>
        </p:spPr>
      </p:pic>
      <p:pic>
        <p:nvPicPr>
          <p:cNvPr id="352" name="图片 30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633075" y="5970905"/>
            <a:ext cx="629920" cy="717550"/>
          </a:xfrm>
          <a:prstGeom prst="rect">
            <a:avLst/>
          </a:prstGeom>
        </p:spPr>
      </p:pic>
      <p:pic>
        <p:nvPicPr>
          <p:cNvPr id="353" name="图片 30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834495" y="6015990"/>
            <a:ext cx="944880" cy="628650"/>
          </a:xfrm>
          <a:prstGeom prst="rect">
            <a:avLst/>
          </a:prstGeom>
        </p:spPr>
      </p:pic>
      <p:sp>
        <p:nvSpPr>
          <p:cNvPr id="127" name="直接连接符 126"/>
          <p:cNvSpPr>
            <a:spLocks noGrp="1"/>
          </p:cNvSpPr>
          <p:nvPr/>
        </p:nvSpPr>
        <p:spPr>
          <a:xfrm>
            <a:off x="10331450" y="6075045"/>
            <a:ext cx="0" cy="675005"/>
          </a:xfrm>
          <a:prstGeom prst="line">
            <a:avLst/>
          </a:prstGeom>
          <a:noFill/>
          <a:ln w="9525">
            <a:solidFill>
              <a:srgbClr val="8EA4BC"/>
            </a:solidFill>
            <a:prstDash val="dash"/>
          </a:ln>
        </p:spPr>
      </p:sp>
      <p:sp>
        <p:nvSpPr>
          <p:cNvPr id="128" name="直接连接符 127"/>
          <p:cNvSpPr>
            <a:spLocks noGrp="1"/>
          </p:cNvSpPr>
          <p:nvPr/>
        </p:nvSpPr>
        <p:spPr>
          <a:xfrm>
            <a:off x="11609070" y="6075045"/>
            <a:ext cx="0" cy="675005"/>
          </a:xfrm>
          <a:prstGeom prst="line">
            <a:avLst/>
          </a:prstGeom>
          <a:noFill/>
          <a:ln w="9525">
            <a:solidFill>
              <a:srgbClr val="8EA4BC"/>
            </a:solidFill>
            <a:prstDash val="dash"/>
          </a:ln>
        </p:spPr>
      </p:sp>
      <p:sp>
        <p:nvSpPr>
          <p:cNvPr id="129" name="矩形 128"/>
          <p:cNvSpPr>
            <a:spLocks noGrp="1"/>
          </p:cNvSpPr>
          <p:nvPr/>
        </p:nvSpPr>
        <p:spPr>
          <a:xfrm>
            <a:off x="9197975" y="6558915"/>
            <a:ext cx="989965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Operation</a:t>
            </a:r>
            <a:endParaRPr sz="10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(what was done)</a:t>
            </a:r>
            <a:endParaRPr sz="10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0" name="矩形 129"/>
          <p:cNvSpPr>
            <a:spLocks noGrp="1"/>
          </p:cNvSpPr>
          <p:nvPr/>
        </p:nvSpPr>
        <p:spPr>
          <a:xfrm>
            <a:off x="10439400" y="6561455"/>
            <a:ext cx="1007745" cy="3778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Prediction</a:t>
            </a:r>
            <a:endParaRPr sz="10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(what will happen)</a:t>
            </a:r>
            <a:endParaRPr sz="10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1" name="矩形 130"/>
          <p:cNvSpPr>
            <a:spLocks noGrp="1"/>
          </p:cNvSpPr>
          <p:nvPr/>
        </p:nvSpPr>
        <p:spPr>
          <a:xfrm>
            <a:off x="11735435" y="6561455"/>
            <a:ext cx="1124585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Uncertainty</a:t>
            </a:r>
            <a:endParaRPr sz="10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(how certain)</a:t>
            </a:r>
            <a:endParaRPr sz="10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2" name="矩形 131"/>
          <p:cNvSpPr>
            <a:spLocks noGrp="1"/>
          </p:cNvSpPr>
          <p:nvPr/>
        </p:nvSpPr>
        <p:spPr>
          <a:xfrm>
            <a:off x="8918575" y="6890385"/>
            <a:ext cx="418655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Operation, prediction and uncertainty are evaluated separately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3" name="矩形 132"/>
          <p:cNvSpPr>
            <a:spLocks noGrp="1"/>
          </p:cNvSpPr>
          <p:nvPr/>
        </p:nvSpPr>
        <p:spPr>
          <a:xfrm>
            <a:off x="495935" y="7253605"/>
            <a:ext cx="269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l">
              <a:buNone/>
              <a:defRPr sz="2000" b="1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 i="0">
                <a:solidFill>
                  <a:srgbClr val="000000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</a:t>
            </a:r>
            <a:endParaRPr sz="2000" b="1" i="0">
              <a:solidFill>
                <a:srgbClr val="00000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4" name="矩形 133"/>
          <p:cNvSpPr>
            <a:spLocks noGrp="1"/>
          </p:cNvSpPr>
          <p:nvPr/>
        </p:nvSpPr>
        <p:spPr>
          <a:xfrm>
            <a:off x="793115" y="7280910"/>
            <a:ext cx="6101080" cy="2294890"/>
          </a:xfrm>
          <a:prstGeom prst="rect">
            <a:avLst/>
          </a:prstGeom>
          <a:solidFill>
            <a:srgbClr val="FFFFFF"/>
          </a:solidFill>
          <a:ln w="11430">
            <a:solidFill>
              <a:srgbClr val="496B8F"/>
            </a:solidFill>
            <a:prstDash val="solid"/>
          </a:ln>
        </p:spPr>
      </p:sp>
      <p:sp>
        <p:nvSpPr>
          <p:cNvPr id="135" name="矩形 134"/>
          <p:cNvSpPr>
            <a:spLocks noGrp="1"/>
          </p:cNvSpPr>
          <p:nvPr/>
        </p:nvSpPr>
        <p:spPr>
          <a:xfrm>
            <a:off x="7056120" y="7280910"/>
            <a:ext cx="6118860" cy="2294890"/>
          </a:xfrm>
          <a:prstGeom prst="rect">
            <a:avLst/>
          </a:prstGeom>
          <a:solidFill>
            <a:srgbClr val="FFFFFF"/>
          </a:solidFill>
          <a:ln w="11430">
            <a:solidFill>
              <a:srgbClr val="496B8F"/>
            </a:solidFill>
            <a:prstDash val="solid"/>
          </a:ln>
        </p:spPr>
      </p:sp>
      <p:sp>
        <p:nvSpPr>
          <p:cNvPr id="136" name="矩形 135"/>
          <p:cNvSpPr>
            <a:spLocks noGrp="1"/>
          </p:cNvSpPr>
          <p:nvPr/>
        </p:nvSpPr>
        <p:spPr>
          <a:xfrm>
            <a:off x="927735" y="7352665"/>
            <a:ext cx="2519680" cy="28702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l">
              <a:buNone/>
              <a:defRPr sz="1800" b="1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Controlled study design</a:t>
            </a:r>
            <a:endParaRPr sz="1800" b="1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7" name="矩形 136"/>
          <p:cNvSpPr>
            <a:spLocks noGrp="1"/>
          </p:cNvSpPr>
          <p:nvPr/>
        </p:nvSpPr>
        <p:spPr>
          <a:xfrm>
            <a:off x="890270" y="7730490"/>
            <a:ext cx="1169670" cy="43942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Opaque information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8" name="矩形 137"/>
          <p:cNvSpPr>
            <a:spLocks noGrp="1"/>
          </p:cNvSpPr>
          <p:nvPr/>
        </p:nvSpPr>
        <p:spPr>
          <a:xfrm>
            <a:off x="2096135" y="7730490"/>
            <a:ext cx="1169670" cy="43942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Aligned information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9" name="矩形 138"/>
          <p:cNvSpPr>
            <a:spLocks noGrp="1"/>
          </p:cNvSpPr>
          <p:nvPr/>
        </p:nvSpPr>
        <p:spPr>
          <a:xfrm>
            <a:off x="3265805" y="7730490"/>
            <a:ext cx="1304925" cy="43942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Mismatched information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0" name="矩形 139"/>
          <p:cNvSpPr>
            <a:spLocks noGrp="1"/>
          </p:cNvSpPr>
          <p:nvPr/>
        </p:nvSpPr>
        <p:spPr>
          <a:xfrm>
            <a:off x="5004435" y="7658735"/>
            <a:ext cx="1313815" cy="19812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Research envelope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pic>
        <p:nvPicPr>
          <p:cNvPr id="368" name="图片 32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25220" y="8245475"/>
            <a:ext cx="702945" cy="683895"/>
          </a:xfrm>
          <a:prstGeom prst="rect">
            <a:avLst/>
          </a:prstGeom>
        </p:spPr>
      </p:pic>
      <p:pic>
        <p:nvPicPr>
          <p:cNvPr id="369" name="图片 32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322830" y="8260715"/>
            <a:ext cx="755650" cy="653415"/>
          </a:xfrm>
          <a:prstGeom prst="rect">
            <a:avLst/>
          </a:prstGeom>
        </p:spPr>
      </p:pic>
      <p:pic>
        <p:nvPicPr>
          <p:cNvPr id="370" name="图片 32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10280" y="8251190"/>
            <a:ext cx="755650" cy="672465"/>
          </a:xfrm>
          <a:prstGeom prst="rect">
            <a:avLst/>
          </a:prstGeom>
        </p:spPr>
      </p:pic>
      <p:sp>
        <p:nvSpPr>
          <p:cNvPr id="150" name="直接连接符 149"/>
          <p:cNvSpPr>
            <a:spLocks noGrp="1"/>
          </p:cNvSpPr>
          <p:nvPr/>
        </p:nvSpPr>
        <p:spPr>
          <a:xfrm>
            <a:off x="1139825" y="9119870"/>
            <a:ext cx="0" cy="90170"/>
          </a:xfrm>
          <a:prstGeom prst="line">
            <a:avLst/>
          </a:prstGeom>
          <a:noFill/>
          <a:ln w="11430">
            <a:solidFill>
              <a:srgbClr val="6A83B2"/>
            </a:solidFill>
            <a:prstDash val="solid"/>
          </a:ln>
        </p:spPr>
      </p:sp>
      <p:sp>
        <p:nvSpPr>
          <p:cNvPr id="151" name="直接连接符 150"/>
          <p:cNvSpPr>
            <a:spLocks noGrp="1"/>
          </p:cNvSpPr>
          <p:nvPr/>
        </p:nvSpPr>
        <p:spPr>
          <a:xfrm>
            <a:off x="1139825" y="9210040"/>
            <a:ext cx="3059430" cy="0"/>
          </a:xfrm>
          <a:prstGeom prst="line">
            <a:avLst/>
          </a:prstGeom>
          <a:noFill/>
          <a:ln w="11430">
            <a:solidFill>
              <a:srgbClr val="6A83B2"/>
            </a:solidFill>
            <a:prstDash val="solid"/>
          </a:ln>
        </p:spPr>
      </p:sp>
      <p:sp>
        <p:nvSpPr>
          <p:cNvPr id="152" name="直接连接符 151"/>
          <p:cNvSpPr>
            <a:spLocks noGrp="1"/>
          </p:cNvSpPr>
          <p:nvPr/>
        </p:nvSpPr>
        <p:spPr>
          <a:xfrm>
            <a:off x="4199255" y="9119870"/>
            <a:ext cx="0" cy="90170"/>
          </a:xfrm>
          <a:prstGeom prst="line">
            <a:avLst/>
          </a:prstGeom>
          <a:noFill/>
          <a:ln w="11430">
            <a:solidFill>
              <a:srgbClr val="6A83B2"/>
            </a:solidFill>
            <a:prstDash val="solid"/>
          </a:ln>
        </p:spPr>
      </p:sp>
      <p:sp>
        <p:nvSpPr>
          <p:cNvPr id="153" name="矩形 152"/>
          <p:cNvSpPr>
            <a:spLocks noGrp="1"/>
          </p:cNvSpPr>
          <p:nvPr/>
        </p:nvSpPr>
        <p:spPr>
          <a:xfrm>
            <a:off x="1395730" y="9280525"/>
            <a:ext cx="2519680" cy="22606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Same world, different information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4" name="直接连接符 153"/>
          <p:cNvSpPr>
            <a:spLocks noGrp="1"/>
          </p:cNvSpPr>
          <p:nvPr/>
        </p:nvSpPr>
        <p:spPr>
          <a:xfrm>
            <a:off x="4635500" y="7604760"/>
            <a:ext cx="0" cy="1898650"/>
          </a:xfrm>
          <a:prstGeom prst="line">
            <a:avLst/>
          </a:prstGeom>
          <a:noFill/>
          <a:ln w="9525">
            <a:solidFill>
              <a:srgbClr val="8EA4BC"/>
            </a:solidFill>
            <a:prstDash val="dash"/>
          </a:ln>
        </p:spPr>
      </p:sp>
      <p:pic>
        <p:nvPicPr>
          <p:cNvPr id="382" name="图片 335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680585" y="8108950"/>
            <a:ext cx="882015" cy="710565"/>
          </a:xfrm>
          <a:prstGeom prst="rect">
            <a:avLst/>
          </a:prstGeom>
        </p:spPr>
      </p:pic>
      <p:pic>
        <p:nvPicPr>
          <p:cNvPr id="383" name="图片 33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615305" y="7865745"/>
            <a:ext cx="1153160" cy="1016635"/>
          </a:xfrm>
          <a:prstGeom prst="rect">
            <a:avLst/>
          </a:prstGeom>
        </p:spPr>
      </p:pic>
      <p:sp>
        <p:nvSpPr>
          <p:cNvPr id="157" name="矩形 156"/>
          <p:cNvSpPr>
            <a:spLocks noGrp="1"/>
          </p:cNvSpPr>
          <p:nvPr/>
        </p:nvSpPr>
        <p:spPr>
          <a:xfrm>
            <a:off x="4841875" y="8873490"/>
            <a:ext cx="629920" cy="43942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12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batches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8" name="矩形 157"/>
          <p:cNvSpPr>
            <a:spLocks noGrp="1"/>
          </p:cNvSpPr>
          <p:nvPr/>
        </p:nvSpPr>
        <p:spPr>
          <a:xfrm>
            <a:off x="5993765" y="8873490"/>
            <a:ext cx="629920" cy="43942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24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batches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9" name="矩形 158"/>
          <p:cNvSpPr>
            <a:spLocks noGrp="1"/>
          </p:cNvSpPr>
          <p:nvPr/>
        </p:nvSpPr>
        <p:spPr>
          <a:xfrm>
            <a:off x="7209155" y="7352665"/>
            <a:ext cx="1710055" cy="28702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l">
              <a:buNone/>
              <a:defRPr sz="1800" b="1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Study scope</a:t>
            </a:r>
            <a:endParaRPr sz="1800" b="1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60" name="矩形 159"/>
          <p:cNvSpPr>
            <a:spLocks noGrp="1"/>
          </p:cNvSpPr>
          <p:nvPr/>
        </p:nvSpPr>
        <p:spPr>
          <a:xfrm>
            <a:off x="9034145" y="7361555"/>
            <a:ext cx="3970020" cy="25209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r">
              <a:buNone/>
              <a:defRPr sz="100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240 Sol campaigns / 6 families + 60 equilibrium campaigns</a:t>
            </a:r>
            <a:endParaRPr sz="120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62" name="直接连接符 161"/>
          <p:cNvSpPr>
            <a:spLocks noGrp="1"/>
          </p:cNvSpPr>
          <p:nvPr/>
        </p:nvSpPr>
        <p:spPr>
          <a:xfrm>
            <a:off x="8383270" y="7715885"/>
            <a:ext cx="0" cy="1754505"/>
          </a:xfrm>
          <a:prstGeom prst="line">
            <a:avLst/>
          </a:prstGeom>
          <a:noFill/>
          <a:ln w="9525">
            <a:solidFill>
              <a:srgbClr val="C7D4E1"/>
            </a:solidFill>
            <a:prstDash val="dash"/>
          </a:ln>
        </p:spPr>
      </p:sp>
      <p:sp>
        <p:nvSpPr>
          <p:cNvPr id="163" name="直接连接符 162"/>
          <p:cNvSpPr>
            <a:spLocks noGrp="1"/>
          </p:cNvSpPr>
          <p:nvPr/>
        </p:nvSpPr>
        <p:spPr>
          <a:xfrm>
            <a:off x="9598025" y="7715885"/>
            <a:ext cx="0" cy="1754505"/>
          </a:xfrm>
          <a:prstGeom prst="line">
            <a:avLst/>
          </a:prstGeom>
          <a:noFill/>
          <a:ln w="9525">
            <a:solidFill>
              <a:srgbClr val="C7D4E1"/>
            </a:solidFill>
            <a:prstDash val="dash"/>
          </a:ln>
        </p:spPr>
      </p:sp>
      <p:sp>
        <p:nvSpPr>
          <p:cNvPr id="164" name="直接连接符 163"/>
          <p:cNvSpPr>
            <a:spLocks noGrp="1"/>
          </p:cNvSpPr>
          <p:nvPr/>
        </p:nvSpPr>
        <p:spPr>
          <a:xfrm>
            <a:off x="7294245" y="8525510"/>
            <a:ext cx="3545205" cy="0"/>
          </a:xfrm>
          <a:prstGeom prst="line">
            <a:avLst/>
          </a:prstGeom>
          <a:noFill/>
          <a:ln w="9525">
            <a:solidFill>
              <a:srgbClr val="C7D4E1"/>
            </a:solidFill>
            <a:prstDash val="dash"/>
          </a:ln>
        </p:spPr>
      </p:sp>
      <p:pic>
        <p:nvPicPr>
          <p:cNvPr id="392" name="图片 345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419975" y="7691120"/>
            <a:ext cx="755650" cy="562610"/>
          </a:xfrm>
          <a:prstGeom prst="rect">
            <a:avLst/>
          </a:prstGeom>
        </p:spPr>
      </p:pic>
      <p:pic>
        <p:nvPicPr>
          <p:cNvPr id="393" name="图片 346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872220" y="7664450"/>
            <a:ext cx="356870" cy="638810"/>
          </a:xfrm>
          <a:prstGeom prst="rect">
            <a:avLst/>
          </a:prstGeom>
        </p:spPr>
      </p:pic>
      <p:pic>
        <p:nvPicPr>
          <p:cNvPr id="394" name="图片 347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967595" y="7625715"/>
            <a:ext cx="547370" cy="711200"/>
          </a:xfrm>
          <a:prstGeom prst="rect">
            <a:avLst/>
          </a:prstGeom>
        </p:spPr>
      </p:pic>
      <p:sp>
        <p:nvSpPr>
          <p:cNvPr id="168" name="矩形 167"/>
          <p:cNvSpPr>
            <a:spLocks noGrp="1"/>
          </p:cNvSpPr>
          <p:nvPr/>
        </p:nvSpPr>
        <p:spPr>
          <a:xfrm>
            <a:off x="7210425" y="8255635"/>
            <a:ext cx="1193800" cy="2159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Electrochemistry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69" name="矩形 168"/>
          <p:cNvSpPr>
            <a:spLocks noGrp="1"/>
          </p:cNvSpPr>
          <p:nvPr/>
        </p:nvSpPr>
        <p:spPr>
          <a:xfrm>
            <a:off x="8599170" y="8255635"/>
            <a:ext cx="908685" cy="24320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Partitioning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70" name="矩形 169"/>
          <p:cNvSpPr>
            <a:spLocks noGrp="1"/>
          </p:cNvSpPr>
          <p:nvPr/>
        </p:nvSpPr>
        <p:spPr>
          <a:xfrm>
            <a:off x="9678670" y="8255635"/>
            <a:ext cx="1097915" cy="37846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Reaction / thermal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pic>
        <p:nvPicPr>
          <p:cNvPr id="398" name="图片 351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374890" y="8517890"/>
            <a:ext cx="863600" cy="708025"/>
          </a:xfrm>
          <a:prstGeom prst="rect">
            <a:avLst/>
          </a:prstGeom>
        </p:spPr>
      </p:pic>
      <p:pic>
        <p:nvPicPr>
          <p:cNvPr id="399" name="图片 352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594090" y="8516620"/>
            <a:ext cx="859155" cy="706755"/>
          </a:xfrm>
          <a:prstGeom prst="rect">
            <a:avLst/>
          </a:prstGeom>
        </p:spPr>
      </p:pic>
      <p:pic>
        <p:nvPicPr>
          <p:cNvPr id="400" name="图片 353"/>
          <p:cNvPicPr>
            <a:picLocks noChangeAspect="1"/>
          </p:cNvPicPr>
          <p:nvPr/>
        </p:nvPicPr>
        <p:blipFill>
          <a:blip r:embed="rId31"/>
          <a:srcRect t="25000" r="46341" b="21739"/>
          <a:stretch>
            <a:fillRect/>
          </a:stretch>
        </p:blipFill>
        <p:spPr>
          <a:xfrm>
            <a:off x="10101580" y="8605520"/>
            <a:ext cx="291465" cy="648970"/>
          </a:xfrm>
          <a:prstGeom prst="rect">
            <a:avLst/>
          </a:prstGeom>
        </p:spPr>
      </p:pic>
      <p:sp>
        <p:nvSpPr>
          <p:cNvPr id="174" name="矩形 173"/>
          <p:cNvSpPr>
            <a:spLocks noGrp="1"/>
          </p:cNvSpPr>
          <p:nvPr/>
        </p:nvSpPr>
        <p:spPr>
          <a:xfrm>
            <a:off x="7374890" y="9254490"/>
            <a:ext cx="863600" cy="22479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Equilibrium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75" name="矩形 174"/>
          <p:cNvSpPr>
            <a:spLocks noGrp="1"/>
          </p:cNvSpPr>
          <p:nvPr/>
        </p:nvSpPr>
        <p:spPr>
          <a:xfrm>
            <a:off x="8517890" y="9254490"/>
            <a:ext cx="1080135" cy="22479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Crystallization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76" name="矩形 175"/>
          <p:cNvSpPr>
            <a:spLocks noGrp="1"/>
          </p:cNvSpPr>
          <p:nvPr/>
        </p:nvSpPr>
        <p:spPr>
          <a:xfrm>
            <a:off x="9850755" y="9278620"/>
            <a:ext cx="899795" cy="22479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Purification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77" name="直接连接符 176"/>
          <p:cNvSpPr>
            <a:spLocks noGrp="1"/>
          </p:cNvSpPr>
          <p:nvPr/>
        </p:nvSpPr>
        <p:spPr>
          <a:xfrm>
            <a:off x="10965815" y="7661910"/>
            <a:ext cx="0" cy="1853565"/>
          </a:xfrm>
          <a:prstGeom prst="line">
            <a:avLst/>
          </a:prstGeom>
          <a:noFill/>
          <a:ln w="9525">
            <a:solidFill>
              <a:srgbClr val="C7D4E1"/>
            </a:solidFill>
            <a:prstDash val="dash"/>
          </a:ln>
        </p:spPr>
      </p:sp>
      <p:sp>
        <p:nvSpPr>
          <p:cNvPr id="179" name="矩形 178"/>
          <p:cNvSpPr>
            <a:spLocks noGrp="1"/>
          </p:cNvSpPr>
          <p:nvPr/>
        </p:nvSpPr>
        <p:spPr>
          <a:xfrm>
            <a:off x="11411585" y="7658735"/>
            <a:ext cx="1286510" cy="40513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47556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00" b="0" i="0">
                <a:solidFill>
                  <a:srgbClr val="475569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Does the learned</a:t>
            </a:r>
            <a:endParaRPr sz="1000" b="0" i="0">
              <a:solidFill>
                <a:srgbClr val="475569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buNone/>
              <a:defRPr sz="1000" b="0" i="0">
                <a:solidFill>
                  <a:srgbClr val="47556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00" b="0" i="0">
                <a:solidFill>
                  <a:srgbClr val="475569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relationship still apply?</a:t>
            </a:r>
            <a:endParaRPr sz="1000" b="0" i="0">
              <a:solidFill>
                <a:srgbClr val="475569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pic>
        <p:nvPicPr>
          <p:cNvPr id="407" name="图片 360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1285220" y="8044180"/>
            <a:ext cx="1557020" cy="884555"/>
          </a:xfrm>
          <a:prstGeom prst="rect">
            <a:avLst/>
          </a:prstGeom>
        </p:spPr>
      </p:pic>
      <p:pic>
        <p:nvPicPr>
          <p:cNvPr id="408" name="图片 361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1123295" y="8961755"/>
            <a:ext cx="1844675" cy="436245"/>
          </a:xfrm>
          <a:prstGeom prst="rect">
            <a:avLst/>
          </a:prstGeom>
        </p:spPr>
      </p:pic>
      <p:pic>
        <p:nvPicPr>
          <p:cNvPr id="409" name="图片 5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941570" y="1543685"/>
            <a:ext cx="658495" cy="774065"/>
          </a:xfrm>
          <a:prstGeom prst="rect">
            <a:avLst/>
          </a:prstGeom>
        </p:spPr>
      </p:pic>
      <p:pic>
        <p:nvPicPr>
          <p:cNvPr id="410" name="图片 6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394960" y="1476375"/>
            <a:ext cx="707390" cy="841375"/>
          </a:xfrm>
          <a:prstGeom prst="rect">
            <a:avLst/>
          </a:prstGeom>
        </p:spPr>
      </p:pic>
      <p:pic>
        <p:nvPicPr>
          <p:cNvPr id="411" name="图片 8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306560" y="1456055"/>
            <a:ext cx="737870" cy="902970"/>
          </a:xfrm>
          <a:prstGeom prst="rect">
            <a:avLst/>
          </a:prstGeom>
        </p:spPr>
      </p:pic>
      <p:sp>
        <p:nvSpPr>
          <p:cNvPr id="13" name="文本框 12"/>
          <p:cNvSpPr>
            <a:spLocks noGrp="1"/>
          </p:cNvSpPr>
          <p:nvPr/>
        </p:nvSpPr>
        <p:spPr>
          <a:xfrm>
            <a:off x="9351010" y="1626235"/>
            <a:ext cx="639445" cy="2870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score</a:t>
            </a:r>
            <a:endParaRPr sz="1200" b="1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" name="右箭头 14"/>
          <p:cNvSpPr>
            <a:spLocks noGrp="1"/>
          </p:cNvSpPr>
          <p:nvPr/>
        </p:nvSpPr>
        <p:spPr>
          <a:xfrm>
            <a:off x="10123170" y="1823720"/>
            <a:ext cx="269875" cy="153035"/>
          </a:xfrm>
          <a:prstGeom prst="rightArrow">
            <a:avLst>
              <a:gd name="adj1" fmla="val 37500"/>
              <a:gd name="adj2" fmla="val 72083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0"/>
          </a:gradFill>
          <a:ln w="0">
            <a:noFill/>
          </a:ln>
        </p:spPr>
      </p:sp>
      <p:pic>
        <p:nvPicPr>
          <p:cNvPr id="414" name="图片 15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510790" y="1391920"/>
            <a:ext cx="775335" cy="903605"/>
          </a:xfrm>
          <a:prstGeom prst="rect">
            <a:avLst/>
          </a:prstGeom>
        </p:spPr>
      </p:pic>
      <p:pic>
        <p:nvPicPr>
          <p:cNvPr id="415" name="图片 20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474325" y="1454785"/>
            <a:ext cx="775335" cy="903605"/>
          </a:xfrm>
          <a:prstGeom prst="rect">
            <a:avLst/>
          </a:prstGeom>
        </p:spPr>
      </p:pic>
      <p:pic>
        <p:nvPicPr>
          <p:cNvPr id="6" name="图片 328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219825" y="1584325"/>
            <a:ext cx="674370" cy="711200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 rot="0">
            <a:off x="2830195" y="3465195"/>
            <a:ext cx="6844373" cy="1352131"/>
            <a:chOff x="4185" y="4200"/>
            <a:chExt cx="11409" cy="2254"/>
          </a:xfrm>
        </p:grpSpPr>
        <p:pic>
          <p:nvPicPr>
            <p:cNvPr id="268" name="图片 219"/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336" y="4645"/>
              <a:ext cx="928" cy="1020"/>
            </a:xfrm>
            <a:prstGeom prst="rect">
              <a:avLst/>
            </a:prstGeom>
          </p:spPr>
        </p:pic>
        <p:pic>
          <p:nvPicPr>
            <p:cNvPr id="269" name="图片 220"/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5752" y="4508"/>
              <a:ext cx="1080" cy="1190"/>
            </a:xfrm>
            <a:prstGeom prst="rect">
              <a:avLst/>
            </a:prstGeom>
          </p:spPr>
        </p:pic>
        <p:pic>
          <p:nvPicPr>
            <p:cNvPr id="271" name="图片 222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9639" y="4200"/>
              <a:ext cx="1057" cy="1560"/>
            </a:xfrm>
            <a:prstGeom prst="rect">
              <a:avLst/>
            </a:prstGeom>
          </p:spPr>
        </p:pic>
        <p:pic>
          <p:nvPicPr>
            <p:cNvPr id="272" name="图片 223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11229" y="4543"/>
              <a:ext cx="1380" cy="1131"/>
            </a:xfrm>
            <a:prstGeom prst="rect">
              <a:avLst/>
            </a:prstGeom>
          </p:spPr>
        </p:pic>
        <p:pic>
          <p:nvPicPr>
            <p:cNvPr id="273" name="图片 224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13050" y="4653"/>
              <a:ext cx="900" cy="920"/>
            </a:xfrm>
            <a:prstGeom prst="rect">
              <a:avLst/>
            </a:prstGeom>
          </p:spPr>
        </p:pic>
        <p:pic>
          <p:nvPicPr>
            <p:cNvPr id="274" name="图片 225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14409" y="4645"/>
              <a:ext cx="884" cy="1005"/>
            </a:xfrm>
            <a:prstGeom prst="rect">
              <a:avLst/>
            </a:prstGeom>
          </p:spPr>
        </p:pic>
        <p:sp>
          <p:nvSpPr>
            <p:cNvPr id="52" name="矩形 51"/>
            <p:cNvSpPr>
              <a:spLocks noGrp="1"/>
            </p:cNvSpPr>
            <p:nvPr/>
          </p:nvSpPr>
          <p:spPr>
            <a:xfrm>
              <a:off x="4185" y="5665"/>
              <a:ext cx="1230" cy="6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525" tIns="0" rIns="9525" bIns="0" anchor="t">
              <a:noAutofit/>
            </a:bodyPr>
            <a:lstStyle/>
            <a:p>
              <a:pPr algn="ctr">
                <a:buNone/>
                <a:defRPr sz="1000" b="0" i="0">
                  <a:solidFill>
                    <a:srgbClr val="11182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200" b="0" i="0">
                  <a:solidFill>
                    <a:srgbClr val="111827"/>
                  </a:solidFill>
                  <a:latin typeface="Times New Roman" panose="02020603050405020304" charset="0"/>
                  <a:ea typeface="Times New Roman" panose="02020603050405020304"/>
                  <a:cs typeface="Times New Roman" panose="02020603050405020304" charset="0"/>
                </a:rPr>
                <a:t>Scientific</a:t>
              </a:r>
              <a:endPara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endParaRPr>
            </a:p>
            <a:p>
              <a:pPr algn="ctr">
                <a:buNone/>
                <a:defRPr sz="1000" b="0" i="0">
                  <a:solidFill>
                    <a:srgbClr val="11182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200" b="0" i="0">
                  <a:solidFill>
                    <a:srgbClr val="111827"/>
                  </a:solidFill>
                  <a:latin typeface="Times New Roman" panose="02020603050405020304" charset="0"/>
                  <a:ea typeface="Times New Roman" panose="02020603050405020304"/>
                  <a:cs typeface="Times New Roman" panose="02020603050405020304" charset="0"/>
                </a:rPr>
                <a:t>question</a:t>
              </a:r>
              <a:endPara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endParaRPr>
            </a:p>
          </p:txBody>
        </p:sp>
        <p:sp>
          <p:nvSpPr>
            <p:cNvPr id="53" name="矩形 52"/>
            <p:cNvSpPr>
              <a:spLocks noGrp="1"/>
            </p:cNvSpPr>
            <p:nvPr/>
          </p:nvSpPr>
          <p:spPr>
            <a:xfrm>
              <a:off x="5707" y="5764"/>
              <a:ext cx="1125" cy="3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525" tIns="0" rIns="9525" bIns="0" anchor="t">
              <a:noAutofit/>
            </a:bodyPr>
            <a:lstStyle/>
            <a:p>
              <a:pPr algn="ctr">
                <a:buNone/>
                <a:defRPr sz="1000" b="0" i="0">
                  <a:solidFill>
                    <a:srgbClr val="11182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200" b="0" i="0">
                  <a:solidFill>
                    <a:srgbClr val="111827"/>
                  </a:solidFill>
                  <a:latin typeface="Times New Roman" panose="02020603050405020304" charset="0"/>
                  <a:ea typeface="Times New Roman" panose="02020603050405020304"/>
                  <a:cs typeface="Times New Roman" panose="02020603050405020304" charset="0"/>
                </a:rPr>
                <a:t>Agent</a:t>
              </a:r>
              <a:endPara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endParaRPr>
            </a:p>
          </p:txBody>
        </p:sp>
        <p:sp>
          <p:nvSpPr>
            <p:cNvPr id="54" name="矩形 53"/>
            <p:cNvSpPr>
              <a:spLocks noGrp="1"/>
            </p:cNvSpPr>
            <p:nvPr/>
          </p:nvSpPr>
          <p:spPr>
            <a:xfrm>
              <a:off x="7155" y="5764"/>
              <a:ext cx="2175" cy="33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525" tIns="0" rIns="9525" bIns="0" anchor="t">
              <a:noAutofit/>
            </a:bodyPr>
            <a:lstStyle/>
            <a:p>
              <a:pPr algn="ctr">
                <a:buNone/>
                <a:defRPr sz="1000" b="0" i="0">
                  <a:solidFill>
                    <a:srgbClr val="11182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200" b="0" i="0">
                  <a:solidFill>
                    <a:srgbClr val="111827"/>
                  </a:solidFill>
                  <a:latin typeface="Times New Roman" panose="02020603050405020304" charset="0"/>
                  <a:ea typeface="Times New Roman" panose="02020603050405020304"/>
                  <a:cs typeface="Times New Roman" panose="02020603050405020304" charset="0"/>
                </a:rPr>
                <a:t>Choose conditions</a:t>
              </a:r>
              <a:endPara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endParaRPr>
            </a:p>
          </p:txBody>
        </p:sp>
        <p:sp>
          <p:nvSpPr>
            <p:cNvPr id="56" name="矩形 55"/>
            <p:cNvSpPr>
              <a:spLocks noGrp="1"/>
            </p:cNvSpPr>
            <p:nvPr/>
          </p:nvSpPr>
          <p:spPr>
            <a:xfrm>
              <a:off x="9265" y="5765"/>
              <a:ext cx="1965" cy="689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525" tIns="0" rIns="9525" bIns="0" anchor="t">
              <a:noAutofit/>
            </a:bodyPr>
            <a:lstStyle/>
            <a:p>
              <a:pPr algn="ctr">
                <a:buNone/>
                <a:defRPr sz="1000" b="0" i="0">
                  <a:solidFill>
                    <a:srgbClr val="11182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200" b="0" i="0">
                  <a:solidFill>
                    <a:srgbClr val="111827"/>
                  </a:solidFill>
                  <a:latin typeface="Times New Roman" panose="02020603050405020304" charset="0"/>
                  <a:ea typeface="Times New Roman" panose="02020603050405020304"/>
                  <a:cs typeface="Times New Roman" panose="02020603050405020304" charset="0"/>
                </a:rPr>
                <a:t>Reaction /</a:t>
              </a:r>
              <a:endPara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endParaRPr>
            </a:p>
            <a:p>
              <a:pPr algn="ctr">
                <a:buNone/>
                <a:defRPr sz="1000" b="0" i="0">
                  <a:solidFill>
                    <a:srgbClr val="11182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200" b="0" i="0">
                  <a:solidFill>
                    <a:srgbClr val="111827"/>
                  </a:solidFill>
                  <a:latin typeface="Times New Roman" panose="02020603050405020304" charset="0"/>
                  <a:ea typeface="Times New Roman" panose="02020603050405020304"/>
                  <a:cs typeface="Times New Roman" panose="02020603050405020304" charset="0"/>
                </a:rPr>
                <a:t>thermal process</a:t>
              </a:r>
              <a:endPara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endParaRPr>
            </a:p>
          </p:txBody>
        </p:sp>
        <p:sp>
          <p:nvSpPr>
            <p:cNvPr id="57" name="矩形 56"/>
            <p:cNvSpPr>
              <a:spLocks noGrp="1"/>
            </p:cNvSpPr>
            <p:nvPr/>
          </p:nvSpPr>
          <p:spPr>
            <a:xfrm>
              <a:off x="11145" y="5764"/>
              <a:ext cx="1545" cy="33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525" tIns="0" rIns="9525" bIns="0" anchor="t">
              <a:noAutofit/>
            </a:bodyPr>
            <a:lstStyle/>
            <a:p>
              <a:pPr algn="ctr">
                <a:buNone/>
                <a:defRPr sz="1000" b="0" i="0">
                  <a:solidFill>
                    <a:srgbClr val="11182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200" b="0" i="0">
                  <a:solidFill>
                    <a:srgbClr val="111827"/>
                  </a:solidFill>
                  <a:latin typeface="Times New Roman" panose="02020603050405020304" charset="0"/>
                  <a:ea typeface="Times New Roman" panose="02020603050405020304"/>
                  <a:cs typeface="Times New Roman" panose="02020603050405020304" charset="0"/>
                </a:rPr>
                <a:t>Measurement</a:t>
              </a:r>
              <a:endPara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endParaRPr>
            </a:p>
          </p:txBody>
        </p:sp>
        <p:sp>
          <p:nvSpPr>
            <p:cNvPr id="59" name="矩形 58"/>
            <p:cNvSpPr>
              <a:spLocks noGrp="1"/>
            </p:cNvSpPr>
            <p:nvPr/>
          </p:nvSpPr>
          <p:spPr>
            <a:xfrm>
              <a:off x="12878" y="5775"/>
              <a:ext cx="1289" cy="349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525" tIns="0" rIns="9525" bIns="0" anchor="t">
              <a:noAutofit/>
            </a:bodyPr>
            <a:lstStyle/>
            <a:p>
              <a:pPr algn="ctr">
                <a:buNone/>
                <a:defRPr sz="1000" b="0" i="0">
                  <a:solidFill>
                    <a:srgbClr val="11182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200" b="0" i="0">
                  <a:solidFill>
                    <a:srgbClr val="111827"/>
                  </a:solidFill>
                  <a:latin typeface="Times New Roman" panose="02020603050405020304" charset="0"/>
                  <a:ea typeface="Times New Roman" panose="02020603050405020304"/>
                  <a:cs typeface="Times New Roman" panose="02020603050405020304" charset="0"/>
                </a:rPr>
                <a:t>Adaptation</a:t>
              </a:r>
              <a:endPara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endParaRPr>
            </a:p>
          </p:txBody>
        </p:sp>
        <p:sp>
          <p:nvSpPr>
            <p:cNvPr id="60" name="矩形 59"/>
            <p:cNvSpPr>
              <a:spLocks noGrp="1"/>
            </p:cNvSpPr>
            <p:nvPr/>
          </p:nvSpPr>
          <p:spPr>
            <a:xfrm>
              <a:off x="14050" y="5760"/>
              <a:ext cx="1544" cy="631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525" tIns="0" rIns="9525" bIns="0" anchor="t">
              <a:noAutofit/>
            </a:bodyPr>
            <a:lstStyle/>
            <a:p>
              <a:pPr algn="ctr">
                <a:buNone/>
                <a:defRPr sz="1000" b="0" i="0">
                  <a:solidFill>
                    <a:srgbClr val="11182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200" b="0" i="0">
                  <a:solidFill>
                    <a:srgbClr val="111827"/>
                  </a:solidFill>
                  <a:latin typeface="Times New Roman" panose="02020603050405020304" charset="0"/>
                  <a:ea typeface="Times New Roman" panose="02020603050405020304"/>
                  <a:cs typeface="Times New Roman" panose="02020603050405020304" charset="0"/>
                </a:rPr>
                <a:t>Evidence</a:t>
              </a:r>
              <a:endPara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endParaRPr>
            </a:p>
            <a:p>
              <a:pPr algn="ctr">
                <a:buNone/>
                <a:defRPr sz="1000" b="0" i="0">
                  <a:solidFill>
                    <a:srgbClr val="11182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200" b="0" i="0">
                  <a:solidFill>
                    <a:srgbClr val="111827"/>
                  </a:solidFill>
                  <a:latin typeface="Times New Roman" panose="02020603050405020304" charset="0"/>
                  <a:ea typeface="Times New Roman" panose="02020603050405020304"/>
                  <a:cs typeface="Times New Roman" panose="02020603050405020304" charset="0"/>
                </a:rPr>
                <a:t>accumulation</a:t>
              </a:r>
              <a:endPara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endParaRPr>
            </a:p>
            <a:p>
              <a:pPr algn="ctr">
                <a:buNone/>
                <a:defRPr sz="1000" b="0" i="0">
                  <a:solidFill>
                    <a:srgbClr val="11182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endPara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endParaRPr>
            </a:p>
          </p:txBody>
        </p:sp>
        <p:cxnSp>
          <p:nvCxnSpPr>
            <p:cNvPr id="7" name="曲线连接符 6"/>
            <p:cNvCxnSpPr>
              <a:stCxn id="274" idx="0"/>
              <a:endCxn id="269" idx="0"/>
            </p:cNvCxnSpPr>
            <p:nvPr/>
          </p:nvCxnSpPr>
          <p:spPr>
            <a:xfrm rot="16200000" flipV="1">
              <a:off x="10503" y="297"/>
              <a:ext cx="137" cy="8559"/>
            </a:xfrm>
            <a:prstGeom prst="curvedConnector3">
              <a:avLst>
                <a:gd name="adj1" fmla="val 373723"/>
              </a:avLst>
            </a:prstGeom>
            <a:ln w="254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4" name="右箭头 13"/>
          <p:cNvSpPr>
            <a:spLocks noGrp="1"/>
          </p:cNvSpPr>
          <p:nvPr/>
        </p:nvSpPr>
        <p:spPr>
          <a:xfrm>
            <a:off x="3500120" y="4041140"/>
            <a:ext cx="269875" cy="153035"/>
          </a:xfrm>
          <a:prstGeom prst="rightArrow">
            <a:avLst>
              <a:gd name="adj1" fmla="val 37500"/>
              <a:gd name="adj2" fmla="val 72083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0"/>
          </a:gradFill>
          <a:ln w="0">
            <a:noFill/>
          </a:ln>
        </p:spPr>
      </p:sp>
      <p:sp>
        <p:nvSpPr>
          <p:cNvPr id="19" name="右箭头 18"/>
          <p:cNvSpPr>
            <a:spLocks noGrp="1"/>
          </p:cNvSpPr>
          <p:nvPr/>
        </p:nvSpPr>
        <p:spPr>
          <a:xfrm>
            <a:off x="4418330" y="4041140"/>
            <a:ext cx="269875" cy="153035"/>
          </a:xfrm>
          <a:prstGeom prst="rightArrow">
            <a:avLst>
              <a:gd name="adj1" fmla="val 37500"/>
              <a:gd name="adj2" fmla="val 72083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0"/>
          </a:gradFill>
          <a:ln w="0">
            <a:noFill/>
          </a:ln>
        </p:spPr>
      </p:sp>
      <p:sp>
        <p:nvSpPr>
          <p:cNvPr id="20" name="右箭头 19"/>
          <p:cNvSpPr>
            <a:spLocks noGrp="1"/>
          </p:cNvSpPr>
          <p:nvPr/>
        </p:nvSpPr>
        <p:spPr>
          <a:xfrm>
            <a:off x="5876925" y="4041140"/>
            <a:ext cx="269875" cy="153035"/>
          </a:xfrm>
          <a:prstGeom prst="rightArrow">
            <a:avLst>
              <a:gd name="adj1" fmla="val 37500"/>
              <a:gd name="adj2" fmla="val 72083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0"/>
          </a:gradFill>
          <a:ln w="0">
            <a:noFill/>
          </a:ln>
        </p:spPr>
      </p:sp>
      <p:sp>
        <p:nvSpPr>
          <p:cNvPr id="21" name="右箭头 20"/>
          <p:cNvSpPr>
            <a:spLocks noGrp="1"/>
          </p:cNvSpPr>
          <p:nvPr/>
        </p:nvSpPr>
        <p:spPr>
          <a:xfrm>
            <a:off x="6736080" y="4041140"/>
            <a:ext cx="269875" cy="153035"/>
          </a:xfrm>
          <a:prstGeom prst="rightArrow">
            <a:avLst>
              <a:gd name="adj1" fmla="val 37500"/>
              <a:gd name="adj2" fmla="val 72083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0"/>
          </a:gradFill>
          <a:ln w="0">
            <a:noFill/>
          </a:ln>
        </p:spPr>
      </p:sp>
      <p:sp>
        <p:nvSpPr>
          <p:cNvPr id="28" name="右箭头 27"/>
          <p:cNvSpPr>
            <a:spLocks noGrp="1"/>
          </p:cNvSpPr>
          <p:nvPr/>
        </p:nvSpPr>
        <p:spPr>
          <a:xfrm>
            <a:off x="7853680" y="4014470"/>
            <a:ext cx="269875" cy="153035"/>
          </a:xfrm>
          <a:prstGeom prst="rightArrow">
            <a:avLst>
              <a:gd name="adj1" fmla="val 37500"/>
              <a:gd name="adj2" fmla="val 72083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0"/>
          </a:gradFill>
          <a:ln w="0">
            <a:noFill/>
          </a:ln>
        </p:spPr>
      </p:sp>
      <p:sp>
        <p:nvSpPr>
          <p:cNvPr id="30" name="右箭头 29"/>
          <p:cNvSpPr>
            <a:spLocks noGrp="1"/>
          </p:cNvSpPr>
          <p:nvPr/>
        </p:nvSpPr>
        <p:spPr>
          <a:xfrm>
            <a:off x="8711565" y="4014470"/>
            <a:ext cx="269875" cy="153035"/>
          </a:xfrm>
          <a:prstGeom prst="rightArrow">
            <a:avLst>
              <a:gd name="adj1" fmla="val 37500"/>
              <a:gd name="adj2" fmla="val 72083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0"/>
          </a:gradFill>
          <a:ln w="0">
            <a:noFill/>
          </a:ln>
        </p:spPr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2727325" y="4191000"/>
            <a:ext cx="53975" cy="0"/>
          </a:xfrm>
          <a:prstGeom prst="line">
            <a:avLst/>
          </a:prstGeom>
          <a:noFill/>
          <a:ln w="11430">
            <a:solidFill>
              <a:srgbClr val="173F72"/>
            </a:solidFill>
            <a:prstDash val="solid"/>
          </a:ln>
        </p:spPr>
      </p:sp>
      <p:cxnSp>
        <p:nvCxnSpPr>
          <p:cNvPr id="41" name="直接箭头连接符 40"/>
          <p:cNvCxnSpPr/>
          <p:nvPr/>
        </p:nvCxnSpPr>
        <p:spPr>
          <a:xfrm>
            <a:off x="9701530" y="3294380"/>
            <a:ext cx="194310" cy="0"/>
          </a:xfrm>
          <a:prstGeom prst="straightConnector1">
            <a:avLst/>
          </a:prstGeom>
          <a:noFill/>
          <a:ln w="11430">
            <a:solidFill>
              <a:srgbClr val="173F72"/>
            </a:solidFill>
            <a:prstDash val="solid"/>
            <a:tailEnd type="triangle"/>
          </a:ln>
        </p:spPr>
      </p:cxnSp>
      <p:cxnSp>
        <p:nvCxnSpPr>
          <p:cNvPr id="42" name="直接箭头连接符 41"/>
          <p:cNvCxnSpPr/>
          <p:nvPr/>
        </p:nvCxnSpPr>
        <p:spPr>
          <a:xfrm>
            <a:off x="9701530" y="4909820"/>
            <a:ext cx="194310" cy="0"/>
          </a:xfrm>
          <a:prstGeom prst="straightConnector1">
            <a:avLst/>
          </a:prstGeom>
          <a:noFill/>
          <a:ln w="11430">
            <a:solidFill>
              <a:srgbClr val="173F72"/>
            </a:solidFill>
            <a:prstDash val="solid"/>
            <a:tailEnd type="triangle"/>
          </a:ln>
        </p:spPr>
      </p:cxnSp>
      <p:cxnSp>
        <p:nvCxnSpPr>
          <p:cNvPr id="43" name="直接箭头连接符 42"/>
          <p:cNvCxnSpPr/>
          <p:nvPr/>
        </p:nvCxnSpPr>
        <p:spPr>
          <a:xfrm>
            <a:off x="1455420" y="8943975"/>
            <a:ext cx="0" cy="1682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2709545" y="8943975"/>
            <a:ext cx="0" cy="1682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>
            <a:off x="3879215" y="8943975"/>
            <a:ext cx="0" cy="1682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2682875" y="9210040"/>
            <a:ext cx="0" cy="70485"/>
          </a:xfrm>
          <a:prstGeom prst="line">
            <a:avLst/>
          </a:prstGeom>
          <a:noFill/>
          <a:ln w="11430">
            <a:solidFill>
              <a:srgbClr val="6A83B2"/>
            </a:solidFill>
            <a:prstDash val="solid"/>
          </a:ln>
        </p:spPr>
      </p:cxnSp>
      <p:sp>
        <p:nvSpPr>
          <p:cNvPr id="74" name="右箭头 73"/>
          <p:cNvSpPr>
            <a:spLocks noGrp="1"/>
          </p:cNvSpPr>
          <p:nvPr/>
        </p:nvSpPr>
        <p:spPr>
          <a:xfrm>
            <a:off x="10808335" y="3191510"/>
            <a:ext cx="269875" cy="153035"/>
          </a:xfrm>
          <a:prstGeom prst="rightArrow">
            <a:avLst>
              <a:gd name="adj1" fmla="val 37500"/>
              <a:gd name="adj2" fmla="val 72083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0"/>
          </a:gradFill>
          <a:ln w="0">
            <a:noFill/>
          </a:ln>
        </p:spPr>
      </p:sp>
      <p:sp>
        <p:nvSpPr>
          <p:cNvPr id="76" name="右箭头 75"/>
          <p:cNvSpPr>
            <a:spLocks noGrp="1"/>
          </p:cNvSpPr>
          <p:nvPr/>
        </p:nvSpPr>
        <p:spPr>
          <a:xfrm>
            <a:off x="11824335" y="3191510"/>
            <a:ext cx="269875" cy="153035"/>
          </a:xfrm>
          <a:prstGeom prst="rightArrow">
            <a:avLst>
              <a:gd name="adj1" fmla="val 37500"/>
              <a:gd name="adj2" fmla="val 72083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0"/>
          </a:gradFill>
          <a:ln w="0">
            <a:noFill/>
          </a:ln>
        </p:spPr>
      </p:sp>
      <p:cxnSp>
        <p:nvCxnSpPr>
          <p:cNvPr id="80" name="直接箭头连接符 79"/>
          <p:cNvCxnSpPr/>
          <p:nvPr/>
        </p:nvCxnSpPr>
        <p:spPr>
          <a:xfrm>
            <a:off x="10411460" y="8898890"/>
            <a:ext cx="1949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4" name="文本框 83"/>
          <p:cNvSpPr txBox="1"/>
          <p:nvPr/>
        </p:nvSpPr>
        <p:spPr>
          <a:xfrm>
            <a:off x="5238115" y="3148330"/>
            <a:ext cx="2388870" cy="349885"/>
          </a:xfrm>
          <a:prstGeom prst="rect">
            <a:avLst/>
          </a:prstGeom>
        </p:spPr>
        <p:txBody>
          <a:bodyPr>
            <a:noAutofit/>
          </a:bodyPr>
          <a:p>
            <a:pPr marL="0" indent="0" algn="ctr"/>
            <a:r>
              <a:rPr lang="en-US" altLang="zh-CN" sz="1400" i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Evidence-guided iteration</a:t>
            </a:r>
            <a:endParaRPr lang="en-US" altLang="zh-CN" sz="1400" i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81" name="图片 180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4680585" y="3623310"/>
            <a:ext cx="1168400" cy="876935"/>
          </a:xfrm>
          <a:prstGeom prst="rect">
            <a:avLst/>
          </a:prstGeom>
        </p:spPr>
      </p:pic>
      <p:grpSp>
        <p:nvGrpSpPr>
          <p:cNvPr id="194" name="组合 193"/>
          <p:cNvGrpSpPr/>
          <p:nvPr/>
        </p:nvGrpSpPr>
        <p:grpSpPr>
          <a:xfrm rot="0">
            <a:off x="5021580" y="6176010"/>
            <a:ext cx="2955290" cy="578485"/>
            <a:chOff x="7799" y="8869"/>
            <a:chExt cx="4926" cy="964"/>
          </a:xfrm>
        </p:grpSpPr>
        <p:pic>
          <p:nvPicPr>
            <p:cNvPr id="184" name="图片 183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7799" y="8897"/>
              <a:ext cx="935" cy="935"/>
            </a:xfrm>
            <a:prstGeom prst="rect">
              <a:avLst/>
            </a:prstGeom>
          </p:spPr>
        </p:pic>
        <p:pic>
          <p:nvPicPr>
            <p:cNvPr id="185" name="图片 184"/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9121" y="8897"/>
              <a:ext cx="937" cy="937"/>
            </a:xfrm>
            <a:prstGeom prst="rect">
              <a:avLst/>
            </a:prstGeom>
          </p:spPr>
        </p:pic>
        <p:pic>
          <p:nvPicPr>
            <p:cNvPr id="189" name="图片 188"/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10445" y="8869"/>
              <a:ext cx="965" cy="965"/>
            </a:xfrm>
            <a:prstGeom prst="rect">
              <a:avLst/>
            </a:prstGeom>
          </p:spPr>
        </p:pic>
        <p:pic>
          <p:nvPicPr>
            <p:cNvPr id="190" name="图片 189"/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11797" y="8897"/>
              <a:ext cx="929" cy="929"/>
            </a:xfrm>
            <a:prstGeom prst="rect">
              <a:avLst/>
            </a:prstGeom>
          </p:spPr>
        </p:pic>
        <p:cxnSp>
          <p:nvCxnSpPr>
            <p:cNvPr id="191" name="直接箭头连接符 190"/>
            <p:cNvCxnSpPr/>
            <p:nvPr/>
          </p:nvCxnSpPr>
          <p:spPr>
            <a:xfrm>
              <a:off x="8789" y="9365"/>
              <a:ext cx="3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2" name="直接箭头连接符 191"/>
            <p:cNvCxnSpPr/>
            <p:nvPr/>
          </p:nvCxnSpPr>
          <p:spPr>
            <a:xfrm>
              <a:off x="10066" y="9365"/>
              <a:ext cx="3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3" name="直接箭头连接符 192"/>
            <p:cNvCxnSpPr/>
            <p:nvPr/>
          </p:nvCxnSpPr>
          <p:spPr>
            <a:xfrm>
              <a:off x="11445" y="9365"/>
              <a:ext cx="3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198" name="图片 197"/>
          <p:cNvPicPr>
            <a:picLocks noChangeAspect="1"/>
          </p:cNvPicPr>
          <p:nvPr/>
        </p:nvPicPr>
        <p:blipFill>
          <a:blip r:embed="rId50"/>
          <a:srcRect l="26364" t="12566" r="24545" b="15821"/>
          <a:stretch>
            <a:fillRect/>
          </a:stretch>
        </p:blipFill>
        <p:spPr>
          <a:xfrm>
            <a:off x="4885690" y="4824730"/>
            <a:ext cx="431800" cy="504825"/>
          </a:xfrm>
          <a:prstGeom prst="rect">
            <a:avLst/>
          </a:prstGeom>
        </p:spPr>
      </p:pic>
      <p:pic>
        <p:nvPicPr>
          <p:cNvPr id="200" name="图片 199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7680325" y="4744085"/>
            <a:ext cx="936625" cy="624205"/>
          </a:xfrm>
          <a:prstGeom prst="rect">
            <a:avLst/>
          </a:prstGeom>
        </p:spPr>
      </p:pic>
      <p:pic>
        <p:nvPicPr>
          <p:cNvPr id="201" name="图片 200"/>
          <p:cNvPicPr/>
          <p:nvPr/>
        </p:nvPicPr>
        <p:blipFill>
          <a:blip r:embed="rId52"/>
          <a:srcRect l="12309" t="12033" r="6741" b="11789"/>
          <a:stretch>
            <a:fillRect/>
          </a:stretch>
        </p:blipFill>
        <p:spPr>
          <a:xfrm>
            <a:off x="6069965" y="4782820"/>
            <a:ext cx="864235" cy="5759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4" name="矩形 233"/>
          <p:cNvSpPr>
            <a:spLocks noGrp="1"/>
          </p:cNvSpPr>
          <p:nvPr/>
        </p:nvSpPr>
        <p:spPr>
          <a:xfrm>
            <a:off x="406400" y="1064260"/>
            <a:ext cx="12903835" cy="3321050"/>
          </a:xfrm>
          <a:prstGeom prst="rect">
            <a:avLst/>
          </a:prstGeom>
          <a:solidFill>
            <a:srgbClr val="FFFFFF"/>
          </a:solidFill>
          <a:ln w="10478">
            <a:solidFill>
              <a:srgbClr val="8295A2"/>
            </a:solidFill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42290" y="1127125"/>
            <a:ext cx="316865" cy="3441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00" b="1">
                <a:solidFill>
                  <a:srgbClr val="11182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>
                <a:solidFill>
                  <a:srgbClr val="111820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</a:t>
            </a:r>
            <a:endParaRPr sz="2000" b="1">
              <a:solidFill>
                <a:srgbClr val="11182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49325" y="1127125"/>
            <a:ext cx="12125325" cy="353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Twelve-batch history: fines and recovery</a:t>
            </a:r>
            <a:endParaRPr sz="18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87375" y="2267585"/>
            <a:ext cx="1194435" cy="307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Fines (%)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96570" y="3190240"/>
            <a:ext cx="1303020" cy="2622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Recovery (%)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1835785" y="1851025"/>
            <a:ext cx="635" cy="859790"/>
          </a:xfrm>
          <a:prstGeom prst="line">
            <a:avLst/>
          </a:prstGeom>
          <a:noFill/>
          <a:ln w="13335">
            <a:solidFill>
              <a:srgbClr val="27323A"/>
            </a:solidFill>
          </a:ln>
        </p:spPr>
      </p:sp>
      <p:sp>
        <p:nvSpPr>
          <p:cNvPr id="8" name="直接连接符 7"/>
          <p:cNvSpPr>
            <a:spLocks noGrp="1"/>
          </p:cNvSpPr>
          <p:nvPr/>
        </p:nvSpPr>
        <p:spPr>
          <a:xfrm>
            <a:off x="1835785" y="2710815"/>
            <a:ext cx="10741025" cy="635"/>
          </a:xfrm>
          <a:prstGeom prst="line">
            <a:avLst/>
          </a:prstGeom>
          <a:noFill/>
          <a:ln w="13335">
            <a:solidFill>
              <a:srgbClr val="27323A"/>
            </a:solidFill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1835785" y="2919095"/>
            <a:ext cx="635" cy="895985"/>
          </a:xfrm>
          <a:prstGeom prst="line">
            <a:avLst/>
          </a:prstGeom>
          <a:noFill/>
          <a:ln w="13335">
            <a:solidFill>
              <a:srgbClr val="27323A"/>
            </a:solidFill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1835785" y="3815080"/>
            <a:ext cx="10741025" cy="635"/>
          </a:xfrm>
          <a:prstGeom prst="line">
            <a:avLst/>
          </a:prstGeom>
          <a:noFill/>
          <a:ln w="13335">
            <a:solidFill>
              <a:srgbClr val="27323A"/>
            </a:solidFill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1781810" y="2710815"/>
            <a:ext cx="54610" cy="635"/>
          </a:xfrm>
          <a:prstGeom prst="line">
            <a:avLst/>
          </a:prstGeom>
          <a:noFill/>
          <a:ln w="13335">
            <a:solidFill>
              <a:srgbClr val="27323A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383665" y="2597785"/>
            <a:ext cx="35306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1781810" y="2297430"/>
            <a:ext cx="54610" cy="635"/>
          </a:xfrm>
          <a:prstGeom prst="line">
            <a:avLst/>
          </a:prstGeom>
          <a:noFill/>
          <a:ln w="13335">
            <a:solidFill>
              <a:srgbClr val="27323A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383665" y="2184400"/>
            <a:ext cx="35306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50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1781810" y="1883410"/>
            <a:ext cx="54610" cy="635"/>
          </a:xfrm>
          <a:prstGeom prst="line">
            <a:avLst/>
          </a:prstGeom>
          <a:noFill/>
          <a:ln w="13335">
            <a:solidFill>
              <a:srgbClr val="27323A"/>
            </a:solidFill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383665" y="1770380"/>
            <a:ext cx="35306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100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1781810" y="3815080"/>
            <a:ext cx="54610" cy="635"/>
          </a:xfrm>
          <a:prstGeom prst="line">
            <a:avLst/>
          </a:prstGeom>
          <a:noFill/>
          <a:ln w="13335">
            <a:solidFill>
              <a:srgbClr val="27323A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383665" y="3702050"/>
            <a:ext cx="35306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1781810" y="3515995"/>
            <a:ext cx="54610" cy="635"/>
          </a:xfrm>
          <a:prstGeom prst="line">
            <a:avLst/>
          </a:prstGeom>
          <a:noFill/>
          <a:ln w="13335">
            <a:solidFill>
              <a:srgbClr val="27323A"/>
            </a:solidFill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383665" y="3402965"/>
            <a:ext cx="35306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25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1781810" y="3217545"/>
            <a:ext cx="54610" cy="635"/>
          </a:xfrm>
          <a:prstGeom prst="line">
            <a:avLst/>
          </a:prstGeom>
          <a:noFill/>
          <a:ln w="13335">
            <a:solidFill>
              <a:srgbClr val="27323A"/>
            </a:solidFill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383665" y="3104515"/>
            <a:ext cx="35306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50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1781810" y="2919095"/>
            <a:ext cx="54610" cy="635"/>
          </a:xfrm>
          <a:prstGeom prst="line">
            <a:avLst/>
          </a:prstGeom>
          <a:noFill/>
          <a:ln w="13335">
            <a:solidFill>
              <a:srgbClr val="27323A"/>
            </a:solidFill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383665" y="2806065"/>
            <a:ext cx="35306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75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1835785" y="2297430"/>
            <a:ext cx="10732135" cy="635"/>
          </a:xfrm>
          <a:prstGeom prst="line">
            <a:avLst/>
          </a:prstGeom>
          <a:noFill/>
          <a:ln w="14288">
            <a:solidFill>
              <a:srgbClr val="88A9BA"/>
            </a:solidFill>
            <a:prstDash val="dash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2202815" y="2226310"/>
            <a:ext cx="2416175" cy="416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00" b="0">
                <a:solidFill>
                  <a:srgbClr val="596B7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596B78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Quality limit</a:t>
            </a:r>
            <a:r>
              <a:rPr lang="en-US" sz="1400" b="1">
                <a:solidFill>
                  <a:srgbClr val="596B78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  </a:t>
            </a:r>
            <a:r>
              <a:rPr sz="1400" b="1">
                <a:solidFill>
                  <a:srgbClr val="596B78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(≤ 50%)</a:t>
            </a:r>
            <a:endParaRPr sz="1400" b="1">
              <a:solidFill>
                <a:srgbClr val="596B78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7" name="直接连接符 26"/>
          <p:cNvSpPr>
            <a:spLocks noGrp="1"/>
          </p:cNvSpPr>
          <p:nvPr/>
        </p:nvSpPr>
        <p:spPr>
          <a:xfrm flipV="1">
            <a:off x="2297430" y="1883410"/>
            <a:ext cx="891540" cy="2540"/>
          </a:xfrm>
          <a:prstGeom prst="line">
            <a:avLst/>
          </a:prstGeom>
          <a:noFill/>
          <a:ln w="20003">
            <a:solidFill>
              <a:srgbClr val="C85A3A"/>
            </a:solidFill>
          </a:ln>
        </p:spPr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2297430" y="3359150"/>
            <a:ext cx="891540" cy="185420"/>
          </a:xfrm>
          <a:prstGeom prst="line">
            <a:avLst/>
          </a:prstGeom>
          <a:noFill/>
          <a:ln w="20003">
            <a:solidFill>
              <a:srgbClr val="C85A3A"/>
            </a:solidFill>
          </a:ln>
        </p:spPr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3188970" y="1883410"/>
            <a:ext cx="891540" cy="4445"/>
          </a:xfrm>
          <a:prstGeom prst="line">
            <a:avLst/>
          </a:prstGeom>
          <a:noFill/>
          <a:ln w="20003">
            <a:solidFill>
              <a:srgbClr val="C85A3A"/>
            </a:solidFill>
          </a:ln>
        </p:spPr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3188970" y="3544570"/>
            <a:ext cx="891540" cy="2540"/>
          </a:xfrm>
          <a:prstGeom prst="line">
            <a:avLst/>
          </a:prstGeom>
          <a:noFill/>
          <a:ln w="20003">
            <a:solidFill>
              <a:srgbClr val="C85A3A"/>
            </a:solidFill>
          </a:ln>
        </p:spPr>
      </p:sp>
      <p:sp>
        <p:nvSpPr>
          <p:cNvPr id="31" name="直接连接符 30"/>
          <p:cNvSpPr>
            <a:spLocks noGrp="1"/>
          </p:cNvSpPr>
          <p:nvPr/>
        </p:nvSpPr>
        <p:spPr>
          <a:xfrm flipV="1">
            <a:off x="4081145" y="1883410"/>
            <a:ext cx="891540" cy="4445"/>
          </a:xfrm>
          <a:prstGeom prst="line">
            <a:avLst/>
          </a:prstGeom>
          <a:noFill/>
          <a:ln w="20003">
            <a:solidFill>
              <a:srgbClr val="C85A3A"/>
            </a:solidFill>
          </a:ln>
        </p:spPr>
      </p:sp>
      <p:sp>
        <p:nvSpPr>
          <p:cNvPr id="32" name="直接连接符 31"/>
          <p:cNvSpPr>
            <a:spLocks noGrp="1"/>
          </p:cNvSpPr>
          <p:nvPr/>
        </p:nvSpPr>
        <p:spPr>
          <a:xfrm flipV="1">
            <a:off x="4081145" y="3518535"/>
            <a:ext cx="891540" cy="28575"/>
          </a:xfrm>
          <a:prstGeom prst="line">
            <a:avLst/>
          </a:prstGeom>
          <a:noFill/>
          <a:ln w="20003">
            <a:solidFill>
              <a:srgbClr val="C85A3A"/>
            </a:solidFill>
          </a:ln>
        </p:spPr>
      </p:sp>
      <p:sp>
        <p:nvSpPr>
          <p:cNvPr id="33" name="直接连接符 32"/>
          <p:cNvSpPr>
            <a:spLocks noGrp="1"/>
          </p:cNvSpPr>
          <p:nvPr/>
        </p:nvSpPr>
        <p:spPr>
          <a:xfrm>
            <a:off x="4972685" y="1883410"/>
            <a:ext cx="891540" cy="576580"/>
          </a:xfrm>
          <a:prstGeom prst="line">
            <a:avLst/>
          </a:prstGeom>
          <a:noFill/>
          <a:ln w="20003">
            <a:solidFill>
              <a:srgbClr val="087F97"/>
            </a:solidFill>
          </a:ln>
        </p:spPr>
      </p:sp>
      <p:sp>
        <p:nvSpPr>
          <p:cNvPr id="34" name="直接连接符 33"/>
          <p:cNvSpPr>
            <a:spLocks noGrp="1"/>
          </p:cNvSpPr>
          <p:nvPr/>
        </p:nvSpPr>
        <p:spPr>
          <a:xfrm flipV="1">
            <a:off x="4972685" y="3336925"/>
            <a:ext cx="891540" cy="181610"/>
          </a:xfrm>
          <a:prstGeom prst="line">
            <a:avLst/>
          </a:prstGeom>
          <a:noFill/>
          <a:ln w="20003">
            <a:solidFill>
              <a:srgbClr val="087F97"/>
            </a:solidFill>
          </a:ln>
        </p:spPr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5864225" y="2459990"/>
            <a:ext cx="891540" cy="7620"/>
          </a:xfrm>
          <a:prstGeom prst="line">
            <a:avLst/>
          </a:prstGeom>
          <a:noFill/>
          <a:ln w="20003">
            <a:solidFill>
              <a:srgbClr val="087F97"/>
            </a:solidFill>
          </a:ln>
        </p:spPr>
      </p:sp>
      <p:sp>
        <p:nvSpPr>
          <p:cNvPr id="36" name="直接连接符 35"/>
          <p:cNvSpPr>
            <a:spLocks noGrp="1"/>
          </p:cNvSpPr>
          <p:nvPr/>
        </p:nvSpPr>
        <p:spPr>
          <a:xfrm flipV="1">
            <a:off x="5864225" y="3303905"/>
            <a:ext cx="891540" cy="33020"/>
          </a:xfrm>
          <a:prstGeom prst="line">
            <a:avLst/>
          </a:prstGeom>
          <a:noFill/>
          <a:ln w="20003">
            <a:solidFill>
              <a:srgbClr val="087F97"/>
            </a:solidFill>
          </a:ln>
        </p:spPr>
      </p:sp>
      <p:sp>
        <p:nvSpPr>
          <p:cNvPr id="37" name="直接连接符 36"/>
          <p:cNvSpPr>
            <a:spLocks noGrp="1"/>
          </p:cNvSpPr>
          <p:nvPr/>
        </p:nvSpPr>
        <p:spPr>
          <a:xfrm>
            <a:off x="6755765" y="2467610"/>
            <a:ext cx="891540" cy="33655"/>
          </a:xfrm>
          <a:prstGeom prst="line">
            <a:avLst/>
          </a:prstGeom>
          <a:noFill/>
          <a:ln w="20003">
            <a:solidFill>
              <a:srgbClr val="087F97"/>
            </a:solidFill>
          </a:ln>
        </p:spPr>
      </p:sp>
      <p:sp>
        <p:nvSpPr>
          <p:cNvPr id="38" name="直接连接符 37"/>
          <p:cNvSpPr>
            <a:spLocks noGrp="1"/>
          </p:cNvSpPr>
          <p:nvPr/>
        </p:nvSpPr>
        <p:spPr>
          <a:xfrm flipV="1">
            <a:off x="6755765" y="3277235"/>
            <a:ext cx="891540" cy="26670"/>
          </a:xfrm>
          <a:prstGeom prst="line">
            <a:avLst/>
          </a:prstGeom>
          <a:noFill/>
          <a:ln w="20003">
            <a:solidFill>
              <a:srgbClr val="087F97"/>
            </a:solidFill>
          </a:ln>
        </p:spPr>
      </p:sp>
      <p:sp>
        <p:nvSpPr>
          <p:cNvPr id="39" name="直接连接符 38"/>
          <p:cNvSpPr>
            <a:spLocks noGrp="1"/>
          </p:cNvSpPr>
          <p:nvPr/>
        </p:nvSpPr>
        <p:spPr>
          <a:xfrm flipV="1">
            <a:off x="7647940" y="2500630"/>
            <a:ext cx="891540" cy="635"/>
          </a:xfrm>
          <a:prstGeom prst="line">
            <a:avLst/>
          </a:prstGeom>
          <a:noFill/>
          <a:ln w="20003">
            <a:solidFill>
              <a:srgbClr val="087F97"/>
            </a:solidFill>
          </a:ln>
        </p:spPr>
      </p:sp>
      <p:sp>
        <p:nvSpPr>
          <p:cNvPr id="40" name="直接连接符 39"/>
          <p:cNvSpPr>
            <a:spLocks noGrp="1"/>
          </p:cNvSpPr>
          <p:nvPr/>
        </p:nvSpPr>
        <p:spPr>
          <a:xfrm flipV="1">
            <a:off x="7647940" y="3270885"/>
            <a:ext cx="891540" cy="6350"/>
          </a:xfrm>
          <a:prstGeom prst="line">
            <a:avLst/>
          </a:prstGeom>
          <a:noFill/>
          <a:ln w="20003">
            <a:solidFill>
              <a:srgbClr val="087F97"/>
            </a:solidFill>
          </a:ln>
        </p:spPr>
      </p:sp>
      <p:sp>
        <p:nvSpPr>
          <p:cNvPr id="41" name="直接连接符 40"/>
          <p:cNvSpPr>
            <a:spLocks noGrp="1"/>
          </p:cNvSpPr>
          <p:nvPr/>
        </p:nvSpPr>
        <p:spPr>
          <a:xfrm flipV="1">
            <a:off x="8539480" y="2488565"/>
            <a:ext cx="891540" cy="12065"/>
          </a:xfrm>
          <a:prstGeom prst="line">
            <a:avLst/>
          </a:prstGeom>
          <a:noFill/>
          <a:ln w="20003">
            <a:solidFill>
              <a:srgbClr val="087F97"/>
            </a:solidFill>
          </a:ln>
        </p:spPr>
      </p:sp>
      <p:sp>
        <p:nvSpPr>
          <p:cNvPr id="42" name="直接连接符 41"/>
          <p:cNvSpPr>
            <a:spLocks noGrp="1"/>
          </p:cNvSpPr>
          <p:nvPr/>
        </p:nvSpPr>
        <p:spPr>
          <a:xfrm>
            <a:off x="8539480" y="3270885"/>
            <a:ext cx="891540" cy="10795"/>
          </a:xfrm>
          <a:prstGeom prst="line">
            <a:avLst/>
          </a:prstGeom>
          <a:noFill/>
          <a:ln w="20003">
            <a:solidFill>
              <a:srgbClr val="087F97"/>
            </a:solidFill>
          </a:ln>
        </p:spPr>
      </p:sp>
      <p:sp>
        <p:nvSpPr>
          <p:cNvPr id="43" name="直接连接符 42"/>
          <p:cNvSpPr>
            <a:spLocks noGrp="1"/>
          </p:cNvSpPr>
          <p:nvPr/>
        </p:nvSpPr>
        <p:spPr>
          <a:xfrm flipV="1">
            <a:off x="9431020" y="2480310"/>
            <a:ext cx="891540" cy="8255"/>
          </a:xfrm>
          <a:prstGeom prst="line">
            <a:avLst/>
          </a:prstGeom>
          <a:noFill/>
          <a:ln w="20003">
            <a:solidFill>
              <a:srgbClr val="087F97"/>
            </a:solidFill>
          </a:ln>
        </p:spPr>
      </p:sp>
      <p:sp>
        <p:nvSpPr>
          <p:cNvPr id="44" name="直接连接符 43"/>
          <p:cNvSpPr>
            <a:spLocks noGrp="1"/>
          </p:cNvSpPr>
          <p:nvPr/>
        </p:nvSpPr>
        <p:spPr>
          <a:xfrm flipV="1">
            <a:off x="9431020" y="3280410"/>
            <a:ext cx="891540" cy="1270"/>
          </a:xfrm>
          <a:prstGeom prst="line">
            <a:avLst/>
          </a:prstGeom>
          <a:noFill/>
          <a:ln w="20003">
            <a:solidFill>
              <a:srgbClr val="087F97"/>
            </a:solidFill>
          </a:ln>
        </p:spPr>
      </p:sp>
      <p:sp>
        <p:nvSpPr>
          <p:cNvPr id="45" name="直接连接符 44"/>
          <p:cNvSpPr>
            <a:spLocks noGrp="1"/>
          </p:cNvSpPr>
          <p:nvPr/>
        </p:nvSpPr>
        <p:spPr>
          <a:xfrm flipV="1">
            <a:off x="10322560" y="2110105"/>
            <a:ext cx="891540" cy="370205"/>
          </a:xfrm>
          <a:prstGeom prst="line">
            <a:avLst/>
          </a:prstGeom>
          <a:noFill/>
          <a:ln w="20003">
            <a:solidFill>
              <a:srgbClr val="C85A3A"/>
            </a:solidFill>
          </a:ln>
        </p:spPr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10322560" y="3280410"/>
            <a:ext cx="891540" cy="1905"/>
          </a:xfrm>
          <a:prstGeom prst="line">
            <a:avLst/>
          </a:prstGeom>
          <a:noFill/>
          <a:ln w="20003">
            <a:solidFill>
              <a:srgbClr val="C85A3A"/>
            </a:solidFill>
          </a:ln>
        </p:spPr>
      </p:sp>
      <p:sp>
        <p:nvSpPr>
          <p:cNvPr id="47" name="直接连接符 46"/>
          <p:cNvSpPr>
            <a:spLocks noGrp="1"/>
          </p:cNvSpPr>
          <p:nvPr/>
        </p:nvSpPr>
        <p:spPr>
          <a:xfrm>
            <a:off x="11214735" y="2110105"/>
            <a:ext cx="891540" cy="377825"/>
          </a:xfrm>
          <a:prstGeom prst="line">
            <a:avLst/>
          </a:prstGeom>
          <a:noFill/>
          <a:ln w="20003">
            <a:solidFill>
              <a:srgbClr val="087F97"/>
            </a:solidFill>
          </a:ln>
        </p:spPr>
      </p:sp>
      <p:sp>
        <p:nvSpPr>
          <p:cNvPr id="48" name="直接连接符 47"/>
          <p:cNvSpPr>
            <a:spLocks noGrp="1"/>
          </p:cNvSpPr>
          <p:nvPr/>
        </p:nvSpPr>
        <p:spPr>
          <a:xfrm>
            <a:off x="11214735" y="3282315"/>
            <a:ext cx="891540" cy="5715"/>
          </a:xfrm>
          <a:prstGeom prst="line">
            <a:avLst/>
          </a:prstGeom>
          <a:noFill/>
          <a:ln w="20003">
            <a:solidFill>
              <a:srgbClr val="087F97"/>
            </a:solidFill>
          </a:ln>
        </p:spPr>
      </p:sp>
      <p:sp>
        <p:nvSpPr>
          <p:cNvPr id="49" name="椭圆 48"/>
          <p:cNvSpPr>
            <a:spLocks noGrp="1"/>
          </p:cNvSpPr>
          <p:nvPr/>
        </p:nvSpPr>
        <p:spPr>
          <a:xfrm>
            <a:off x="2243455" y="1831340"/>
            <a:ext cx="108585" cy="108585"/>
          </a:xfrm>
          <a:prstGeom prst="ellipse">
            <a:avLst/>
          </a:prstGeom>
          <a:solidFill>
            <a:srgbClr val="C85A3A"/>
          </a:solidFill>
          <a:ln w="9525">
            <a:solidFill>
              <a:srgbClr val="C85A3A"/>
            </a:solidFill>
          </a:ln>
        </p:spPr>
      </p:sp>
      <p:sp>
        <p:nvSpPr>
          <p:cNvPr id="50" name="椭圆 49"/>
          <p:cNvSpPr>
            <a:spLocks noGrp="1"/>
          </p:cNvSpPr>
          <p:nvPr/>
        </p:nvSpPr>
        <p:spPr>
          <a:xfrm>
            <a:off x="2243455" y="3304540"/>
            <a:ext cx="108585" cy="108585"/>
          </a:xfrm>
          <a:prstGeom prst="ellipse">
            <a:avLst/>
          </a:prstGeom>
          <a:solidFill>
            <a:srgbClr val="C85A3A"/>
          </a:solidFill>
          <a:ln w="9525">
            <a:solidFill>
              <a:srgbClr val="C85A3A"/>
            </a:solidFill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2016760" y="1600835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11182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111820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99.7</a:t>
            </a:r>
            <a:endParaRPr sz="1400" b="0">
              <a:solidFill>
                <a:srgbClr val="11182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2016760" y="3087370"/>
            <a:ext cx="561340" cy="2171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38.1</a:t>
            </a:r>
            <a:endParaRPr sz="12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3" name="直接连接符 52"/>
          <p:cNvSpPr>
            <a:spLocks noGrp="1"/>
          </p:cNvSpPr>
          <p:nvPr/>
        </p:nvSpPr>
        <p:spPr>
          <a:xfrm>
            <a:off x="2297430" y="3815080"/>
            <a:ext cx="635" cy="63500"/>
          </a:xfrm>
          <a:prstGeom prst="line">
            <a:avLst/>
          </a:prstGeom>
          <a:noFill/>
          <a:ln w="9525">
            <a:solidFill>
              <a:srgbClr val="8295A2"/>
            </a:solidFill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2116455" y="3896360"/>
            <a:ext cx="361950" cy="244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5" name="椭圆 54"/>
          <p:cNvSpPr>
            <a:spLocks noGrp="1"/>
          </p:cNvSpPr>
          <p:nvPr/>
        </p:nvSpPr>
        <p:spPr>
          <a:xfrm>
            <a:off x="3134995" y="1829435"/>
            <a:ext cx="108585" cy="108585"/>
          </a:xfrm>
          <a:prstGeom prst="ellipse">
            <a:avLst/>
          </a:prstGeom>
          <a:solidFill>
            <a:srgbClr val="C85A3A"/>
          </a:solidFill>
          <a:ln w="9525">
            <a:solidFill>
              <a:srgbClr val="C85A3A"/>
            </a:solidFill>
          </a:ln>
        </p:spPr>
      </p:sp>
      <p:sp>
        <p:nvSpPr>
          <p:cNvPr id="56" name="椭圆 55"/>
          <p:cNvSpPr>
            <a:spLocks noGrp="1"/>
          </p:cNvSpPr>
          <p:nvPr/>
        </p:nvSpPr>
        <p:spPr>
          <a:xfrm>
            <a:off x="3134995" y="3489960"/>
            <a:ext cx="108585" cy="108585"/>
          </a:xfrm>
          <a:prstGeom prst="ellipse">
            <a:avLst/>
          </a:prstGeom>
          <a:solidFill>
            <a:srgbClr val="C85A3A"/>
          </a:solidFill>
          <a:ln w="9525">
            <a:solidFill>
              <a:srgbClr val="C85A3A"/>
            </a:solidFill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2908935" y="1598295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11182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111820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100.0</a:t>
            </a:r>
            <a:endParaRPr sz="1400" b="0">
              <a:solidFill>
                <a:srgbClr val="11182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2908935" y="3268345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22.6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9" name="直接连接符 58"/>
          <p:cNvSpPr>
            <a:spLocks noGrp="1"/>
          </p:cNvSpPr>
          <p:nvPr/>
        </p:nvSpPr>
        <p:spPr>
          <a:xfrm>
            <a:off x="3188970" y="3815080"/>
            <a:ext cx="635" cy="63500"/>
          </a:xfrm>
          <a:prstGeom prst="line">
            <a:avLst/>
          </a:prstGeom>
          <a:noFill/>
          <a:ln w="9525">
            <a:solidFill>
              <a:srgbClr val="8295A2"/>
            </a:solidFill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3007995" y="3896360"/>
            <a:ext cx="361950" cy="244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61" name="椭圆 60"/>
          <p:cNvSpPr>
            <a:spLocks noGrp="1"/>
          </p:cNvSpPr>
          <p:nvPr/>
        </p:nvSpPr>
        <p:spPr>
          <a:xfrm>
            <a:off x="4026535" y="1833245"/>
            <a:ext cx="108585" cy="108585"/>
          </a:xfrm>
          <a:prstGeom prst="ellipse">
            <a:avLst/>
          </a:prstGeom>
          <a:solidFill>
            <a:srgbClr val="C85A3A"/>
          </a:solidFill>
          <a:ln w="9525">
            <a:solidFill>
              <a:srgbClr val="C85A3A"/>
            </a:solidFill>
          </a:ln>
        </p:spPr>
      </p:sp>
      <p:sp>
        <p:nvSpPr>
          <p:cNvPr id="62" name="椭圆 61"/>
          <p:cNvSpPr>
            <a:spLocks noGrp="1"/>
          </p:cNvSpPr>
          <p:nvPr/>
        </p:nvSpPr>
        <p:spPr>
          <a:xfrm>
            <a:off x="4026535" y="3492500"/>
            <a:ext cx="108585" cy="108585"/>
          </a:xfrm>
          <a:prstGeom prst="ellipse">
            <a:avLst/>
          </a:prstGeom>
          <a:solidFill>
            <a:srgbClr val="C85A3A"/>
          </a:solidFill>
          <a:ln w="9525">
            <a:solidFill>
              <a:srgbClr val="C85A3A"/>
            </a:solidFill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3800475" y="1602740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11182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111820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99.5</a:t>
            </a:r>
            <a:endParaRPr sz="1400" b="0">
              <a:solidFill>
                <a:srgbClr val="11182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3800475" y="3270885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22.4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65" name="直接连接符 64"/>
          <p:cNvSpPr>
            <a:spLocks noGrp="1"/>
          </p:cNvSpPr>
          <p:nvPr/>
        </p:nvSpPr>
        <p:spPr>
          <a:xfrm>
            <a:off x="4081145" y="3815080"/>
            <a:ext cx="635" cy="63500"/>
          </a:xfrm>
          <a:prstGeom prst="line">
            <a:avLst/>
          </a:prstGeom>
          <a:noFill/>
          <a:ln w="9525">
            <a:solidFill>
              <a:srgbClr val="8295A2"/>
            </a:solidFill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3900170" y="3896360"/>
            <a:ext cx="361950" cy="244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3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67" name="椭圆 66"/>
          <p:cNvSpPr>
            <a:spLocks noGrp="1"/>
          </p:cNvSpPr>
          <p:nvPr/>
        </p:nvSpPr>
        <p:spPr>
          <a:xfrm>
            <a:off x="4918075" y="1829435"/>
            <a:ext cx="108585" cy="108585"/>
          </a:xfrm>
          <a:prstGeom prst="ellipse">
            <a:avLst/>
          </a:prstGeom>
          <a:solidFill>
            <a:srgbClr val="C85A3A"/>
          </a:solidFill>
          <a:ln w="9525">
            <a:solidFill>
              <a:srgbClr val="C85A3A"/>
            </a:solidFill>
          </a:ln>
        </p:spPr>
      </p:sp>
      <p:sp>
        <p:nvSpPr>
          <p:cNvPr id="68" name="椭圆 67"/>
          <p:cNvSpPr>
            <a:spLocks noGrp="1"/>
          </p:cNvSpPr>
          <p:nvPr/>
        </p:nvSpPr>
        <p:spPr>
          <a:xfrm>
            <a:off x="4918075" y="3463925"/>
            <a:ext cx="108585" cy="108585"/>
          </a:xfrm>
          <a:prstGeom prst="ellipse">
            <a:avLst/>
          </a:prstGeom>
          <a:solidFill>
            <a:srgbClr val="C85A3A"/>
          </a:solidFill>
          <a:ln w="9525">
            <a:solidFill>
              <a:srgbClr val="C85A3A"/>
            </a:solidFill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4692015" y="1598295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11182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111820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100.0</a:t>
            </a:r>
            <a:endParaRPr sz="1400" b="0">
              <a:solidFill>
                <a:srgbClr val="11182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4692015" y="3242310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24.8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1" name="直接连接符 70"/>
          <p:cNvSpPr>
            <a:spLocks noGrp="1"/>
          </p:cNvSpPr>
          <p:nvPr/>
        </p:nvSpPr>
        <p:spPr>
          <a:xfrm>
            <a:off x="4972685" y="3815080"/>
            <a:ext cx="635" cy="63500"/>
          </a:xfrm>
          <a:prstGeom prst="line">
            <a:avLst/>
          </a:prstGeom>
          <a:noFill/>
          <a:ln w="9525">
            <a:solidFill>
              <a:srgbClr val="8295A2"/>
            </a:solidFill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4791710" y="3896360"/>
            <a:ext cx="361950" cy="244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4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3" name="椭圆 72"/>
          <p:cNvSpPr>
            <a:spLocks noGrp="1"/>
          </p:cNvSpPr>
          <p:nvPr/>
        </p:nvSpPr>
        <p:spPr>
          <a:xfrm>
            <a:off x="5810250" y="2406015"/>
            <a:ext cx="108585" cy="108585"/>
          </a:xfrm>
          <a:prstGeom prst="ellipse">
            <a:avLst/>
          </a:prstGeom>
          <a:solidFill>
            <a:srgbClr val="087F97"/>
          </a:solidFill>
          <a:ln w="9525">
            <a:solidFill>
              <a:srgbClr val="087F97"/>
            </a:solidFill>
          </a:ln>
        </p:spPr>
      </p:sp>
      <p:sp>
        <p:nvSpPr>
          <p:cNvPr id="74" name="椭圆 73"/>
          <p:cNvSpPr>
            <a:spLocks noGrp="1"/>
          </p:cNvSpPr>
          <p:nvPr/>
        </p:nvSpPr>
        <p:spPr>
          <a:xfrm>
            <a:off x="5810250" y="3282950"/>
            <a:ext cx="108585" cy="108585"/>
          </a:xfrm>
          <a:prstGeom prst="ellipse">
            <a:avLst/>
          </a:prstGeom>
          <a:solidFill>
            <a:srgbClr val="087F97"/>
          </a:solidFill>
          <a:ln w="9525">
            <a:solidFill>
              <a:srgbClr val="087F97"/>
            </a:solidFill>
          </a:ln>
        </p:spPr>
      </p:sp>
      <p:sp>
        <p:nvSpPr>
          <p:cNvPr id="75" name="矩形 74"/>
          <p:cNvSpPr>
            <a:spLocks noGrp="1"/>
          </p:cNvSpPr>
          <p:nvPr/>
        </p:nvSpPr>
        <p:spPr>
          <a:xfrm>
            <a:off x="5583555" y="2174875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087F9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087F9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30.3</a:t>
            </a:r>
            <a:endParaRPr sz="1400" b="0">
              <a:solidFill>
                <a:srgbClr val="087F9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5583555" y="3061335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40.0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7" name="直接连接符 76"/>
          <p:cNvSpPr>
            <a:spLocks noGrp="1"/>
          </p:cNvSpPr>
          <p:nvPr/>
        </p:nvSpPr>
        <p:spPr>
          <a:xfrm>
            <a:off x="5864225" y="3815080"/>
            <a:ext cx="635" cy="63500"/>
          </a:xfrm>
          <a:prstGeom prst="line">
            <a:avLst/>
          </a:prstGeom>
          <a:noFill/>
          <a:ln w="9525">
            <a:solidFill>
              <a:srgbClr val="8295A2"/>
            </a:solidFill>
          </a:ln>
        </p:spPr>
      </p:sp>
      <p:sp>
        <p:nvSpPr>
          <p:cNvPr id="78" name="矩形 77"/>
          <p:cNvSpPr>
            <a:spLocks noGrp="1"/>
          </p:cNvSpPr>
          <p:nvPr/>
        </p:nvSpPr>
        <p:spPr>
          <a:xfrm>
            <a:off x="5683250" y="3896360"/>
            <a:ext cx="361950" cy="244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5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9" name="椭圆 78"/>
          <p:cNvSpPr>
            <a:spLocks noGrp="1"/>
          </p:cNvSpPr>
          <p:nvPr/>
        </p:nvSpPr>
        <p:spPr>
          <a:xfrm>
            <a:off x="6701790" y="2413000"/>
            <a:ext cx="108585" cy="108585"/>
          </a:xfrm>
          <a:prstGeom prst="ellipse">
            <a:avLst/>
          </a:prstGeom>
          <a:solidFill>
            <a:srgbClr val="087F97"/>
          </a:solidFill>
          <a:ln w="9525">
            <a:solidFill>
              <a:srgbClr val="087F97"/>
            </a:solidFill>
          </a:ln>
        </p:spPr>
      </p:sp>
      <p:sp>
        <p:nvSpPr>
          <p:cNvPr id="80" name="椭圆 79"/>
          <p:cNvSpPr>
            <a:spLocks noGrp="1"/>
          </p:cNvSpPr>
          <p:nvPr/>
        </p:nvSpPr>
        <p:spPr>
          <a:xfrm>
            <a:off x="6701790" y="3249295"/>
            <a:ext cx="108585" cy="108585"/>
          </a:xfrm>
          <a:prstGeom prst="ellipse">
            <a:avLst/>
          </a:prstGeom>
          <a:solidFill>
            <a:srgbClr val="087F97"/>
          </a:solidFill>
          <a:ln w="9525">
            <a:solidFill>
              <a:srgbClr val="087F97"/>
            </a:solidFill>
          </a:ln>
        </p:spPr>
      </p:sp>
      <p:sp>
        <p:nvSpPr>
          <p:cNvPr id="81" name="矩形 80"/>
          <p:cNvSpPr>
            <a:spLocks noGrp="1"/>
          </p:cNvSpPr>
          <p:nvPr/>
        </p:nvSpPr>
        <p:spPr>
          <a:xfrm>
            <a:off x="6475730" y="2182495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087F9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087F9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29.4</a:t>
            </a:r>
            <a:endParaRPr sz="1400" b="0">
              <a:solidFill>
                <a:srgbClr val="087F9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6475730" y="3027680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42.8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3" name="直接连接符 82"/>
          <p:cNvSpPr>
            <a:spLocks noGrp="1"/>
          </p:cNvSpPr>
          <p:nvPr/>
        </p:nvSpPr>
        <p:spPr>
          <a:xfrm>
            <a:off x="6755765" y="3815080"/>
            <a:ext cx="635" cy="63500"/>
          </a:xfrm>
          <a:prstGeom prst="line">
            <a:avLst/>
          </a:prstGeom>
          <a:noFill/>
          <a:ln w="9525">
            <a:solidFill>
              <a:srgbClr val="8295A2"/>
            </a:solidFill>
          </a:ln>
        </p:spPr>
      </p:sp>
      <p:sp>
        <p:nvSpPr>
          <p:cNvPr id="84" name="矩形 83"/>
          <p:cNvSpPr>
            <a:spLocks noGrp="1"/>
          </p:cNvSpPr>
          <p:nvPr/>
        </p:nvSpPr>
        <p:spPr>
          <a:xfrm>
            <a:off x="6574790" y="3896360"/>
            <a:ext cx="361950" cy="244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6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5" name="椭圆 84"/>
          <p:cNvSpPr>
            <a:spLocks noGrp="1"/>
          </p:cNvSpPr>
          <p:nvPr/>
        </p:nvSpPr>
        <p:spPr>
          <a:xfrm>
            <a:off x="7593330" y="2446655"/>
            <a:ext cx="108585" cy="108585"/>
          </a:xfrm>
          <a:prstGeom prst="ellipse">
            <a:avLst/>
          </a:prstGeom>
          <a:solidFill>
            <a:srgbClr val="087F97"/>
          </a:solidFill>
          <a:ln w="9525">
            <a:solidFill>
              <a:srgbClr val="087F97"/>
            </a:solidFill>
          </a:ln>
        </p:spPr>
      </p:sp>
      <p:sp>
        <p:nvSpPr>
          <p:cNvPr id="86" name="椭圆 85"/>
          <p:cNvSpPr>
            <a:spLocks noGrp="1"/>
          </p:cNvSpPr>
          <p:nvPr/>
        </p:nvSpPr>
        <p:spPr>
          <a:xfrm>
            <a:off x="7593330" y="3222625"/>
            <a:ext cx="108585" cy="108585"/>
          </a:xfrm>
          <a:prstGeom prst="ellipse">
            <a:avLst/>
          </a:prstGeom>
          <a:solidFill>
            <a:srgbClr val="087F97"/>
          </a:solidFill>
          <a:ln w="9525">
            <a:solidFill>
              <a:srgbClr val="087F97"/>
            </a:solidFill>
          </a:ln>
        </p:spPr>
      </p:sp>
      <p:sp>
        <p:nvSpPr>
          <p:cNvPr id="87" name="矩形 86"/>
          <p:cNvSpPr>
            <a:spLocks noGrp="1"/>
          </p:cNvSpPr>
          <p:nvPr/>
        </p:nvSpPr>
        <p:spPr>
          <a:xfrm>
            <a:off x="7367270" y="2215515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087F9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087F9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25.4</a:t>
            </a:r>
            <a:endParaRPr sz="1400" b="0">
              <a:solidFill>
                <a:srgbClr val="087F9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7367270" y="3001010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45.0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9" name="直接连接符 88"/>
          <p:cNvSpPr>
            <a:spLocks noGrp="1"/>
          </p:cNvSpPr>
          <p:nvPr/>
        </p:nvSpPr>
        <p:spPr>
          <a:xfrm>
            <a:off x="7647940" y="3815080"/>
            <a:ext cx="635" cy="63500"/>
          </a:xfrm>
          <a:prstGeom prst="line">
            <a:avLst/>
          </a:prstGeom>
          <a:noFill/>
          <a:ln w="9525">
            <a:solidFill>
              <a:srgbClr val="8295A2"/>
            </a:solidFill>
          </a:ln>
        </p:spPr>
      </p:sp>
      <p:sp>
        <p:nvSpPr>
          <p:cNvPr id="90" name="矩形 89"/>
          <p:cNvSpPr>
            <a:spLocks noGrp="1"/>
          </p:cNvSpPr>
          <p:nvPr/>
        </p:nvSpPr>
        <p:spPr>
          <a:xfrm>
            <a:off x="7466965" y="3896360"/>
            <a:ext cx="361950" cy="244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7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1" name="椭圆 90"/>
          <p:cNvSpPr>
            <a:spLocks noGrp="1"/>
          </p:cNvSpPr>
          <p:nvPr/>
        </p:nvSpPr>
        <p:spPr>
          <a:xfrm>
            <a:off x="8484870" y="2446020"/>
            <a:ext cx="108585" cy="108585"/>
          </a:xfrm>
          <a:prstGeom prst="ellipse">
            <a:avLst/>
          </a:prstGeom>
          <a:solidFill>
            <a:srgbClr val="087F97"/>
          </a:solidFill>
          <a:ln w="9525">
            <a:solidFill>
              <a:srgbClr val="087F97"/>
            </a:solidFill>
          </a:ln>
        </p:spPr>
      </p:sp>
      <p:sp>
        <p:nvSpPr>
          <p:cNvPr id="92" name="椭圆 91"/>
          <p:cNvSpPr>
            <a:spLocks noGrp="1"/>
          </p:cNvSpPr>
          <p:nvPr/>
        </p:nvSpPr>
        <p:spPr>
          <a:xfrm>
            <a:off x="8484870" y="3216275"/>
            <a:ext cx="108585" cy="108585"/>
          </a:xfrm>
          <a:prstGeom prst="ellipse">
            <a:avLst/>
          </a:prstGeom>
          <a:solidFill>
            <a:srgbClr val="087F97"/>
          </a:solidFill>
          <a:ln w="9525">
            <a:solidFill>
              <a:srgbClr val="087F97"/>
            </a:solidFill>
          </a:ln>
        </p:spPr>
      </p:sp>
      <p:sp>
        <p:nvSpPr>
          <p:cNvPr id="93" name="矩形 92"/>
          <p:cNvSpPr>
            <a:spLocks noGrp="1"/>
          </p:cNvSpPr>
          <p:nvPr/>
        </p:nvSpPr>
        <p:spPr>
          <a:xfrm>
            <a:off x="8258810" y="2215515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087F9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087F9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25.4</a:t>
            </a:r>
            <a:endParaRPr sz="1400" b="0">
              <a:solidFill>
                <a:srgbClr val="087F9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4" name="矩形 93"/>
          <p:cNvSpPr>
            <a:spLocks noGrp="1"/>
          </p:cNvSpPr>
          <p:nvPr/>
        </p:nvSpPr>
        <p:spPr>
          <a:xfrm>
            <a:off x="8258810" y="2994660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45.5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5" name="直接连接符 94"/>
          <p:cNvSpPr>
            <a:spLocks noGrp="1"/>
          </p:cNvSpPr>
          <p:nvPr/>
        </p:nvSpPr>
        <p:spPr>
          <a:xfrm>
            <a:off x="8539480" y="3815080"/>
            <a:ext cx="635" cy="63500"/>
          </a:xfrm>
          <a:prstGeom prst="line">
            <a:avLst/>
          </a:prstGeom>
          <a:noFill/>
          <a:ln w="9525">
            <a:solidFill>
              <a:srgbClr val="8295A2"/>
            </a:solidFill>
          </a:ln>
        </p:spPr>
      </p:sp>
      <p:sp>
        <p:nvSpPr>
          <p:cNvPr id="96" name="矩形 95"/>
          <p:cNvSpPr>
            <a:spLocks noGrp="1"/>
          </p:cNvSpPr>
          <p:nvPr/>
        </p:nvSpPr>
        <p:spPr>
          <a:xfrm>
            <a:off x="8358505" y="3896360"/>
            <a:ext cx="361950" cy="244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8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7" name="椭圆 96"/>
          <p:cNvSpPr>
            <a:spLocks noGrp="1"/>
          </p:cNvSpPr>
          <p:nvPr/>
        </p:nvSpPr>
        <p:spPr>
          <a:xfrm>
            <a:off x="9377045" y="2434590"/>
            <a:ext cx="108585" cy="108585"/>
          </a:xfrm>
          <a:prstGeom prst="ellipse">
            <a:avLst/>
          </a:prstGeom>
          <a:solidFill>
            <a:srgbClr val="087F97"/>
          </a:solidFill>
          <a:ln w="9525">
            <a:solidFill>
              <a:srgbClr val="087F97"/>
            </a:solidFill>
          </a:ln>
        </p:spPr>
      </p:sp>
      <p:sp>
        <p:nvSpPr>
          <p:cNvPr id="98" name="椭圆 97"/>
          <p:cNvSpPr>
            <a:spLocks noGrp="1"/>
          </p:cNvSpPr>
          <p:nvPr/>
        </p:nvSpPr>
        <p:spPr>
          <a:xfrm>
            <a:off x="9377045" y="3227070"/>
            <a:ext cx="108585" cy="108585"/>
          </a:xfrm>
          <a:prstGeom prst="ellipse">
            <a:avLst/>
          </a:prstGeom>
          <a:solidFill>
            <a:srgbClr val="087F97"/>
          </a:solidFill>
          <a:ln w="9525">
            <a:solidFill>
              <a:srgbClr val="087F97"/>
            </a:solidFill>
          </a:ln>
        </p:spPr>
      </p:sp>
      <p:sp>
        <p:nvSpPr>
          <p:cNvPr id="99" name="矩形 98"/>
          <p:cNvSpPr>
            <a:spLocks noGrp="1"/>
          </p:cNvSpPr>
          <p:nvPr/>
        </p:nvSpPr>
        <p:spPr>
          <a:xfrm>
            <a:off x="9150350" y="2203450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087F9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087F9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26.9</a:t>
            </a:r>
            <a:endParaRPr sz="1400" b="0">
              <a:solidFill>
                <a:srgbClr val="087F9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0" name="矩形 99"/>
          <p:cNvSpPr>
            <a:spLocks noGrp="1"/>
          </p:cNvSpPr>
          <p:nvPr/>
        </p:nvSpPr>
        <p:spPr>
          <a:xfrm>
            <a:off x="9150350" y="3005455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44.6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1" name="直接连接符 100"/>
          <p:cNvSpPr>
            <a:spLocks noGrp="1"/>
          </p:cNvSpPr>
          <p:nvPr/>
        </p:nvSpPr>
        <p:spPr>
          <a:xfrm>
            <a:off x="9431020" y="3815080"/>
            <a:ext cx="635" cy="63500"/>
          </a:xfrm>
          <a:prstGeom prst="line">
            <a:avLst/>
          </a:prstGeom>
          <a:noFill/>
          <a:ln w="9525">
            <a:solidFill>
              <a:srgbClr val="8295A2"/>
            </a:solidFill>
          </a:ln>
        </p:spPr>
      </p:sp>
      <p:sp>
        <p:nvSpPr>
          <p:cNvPr id="102" name="矩形 101"/>
          <p:cNvSpPr>
            <a:spLocks noGrp="1"/>
          </p:cNvSpPr>
          <p:nvPr/>
        </p:nvSpPr>
        <p:spPr>
          <a:xfrm>
            <a:off x="9250045" y="3896360"/>
            <a:ext cx="361950" cy="244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9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3" name="椭圆 102"/>
          <p:cNvSpPr>
            <a:spLocks noGrp="1"/>
          </p:cNvSpPr>
          <p:nvPr/>
        </p:nvSpPr>
        <p:spPr>
          <a:xfrm>
            <a:off x="10268585" y="2426335"/>
            <a:ext cx="108585" cy="108585"/>
          </a:xfrm>
          <a:prstGeom prst="ellipse">
            <a:avLst/>
          </a:prstGeom>
          <a:solidFill>
            <a:srgbClr val="087F97"/>
          </a:solidFill>
          <a:ln w="9525">
            <a:solidFill>
              <a:srgbClr val="087F97"/>
            </a:solidFill>
          </a:ln>
        </p:spPr>
      </p:sp>
      <p:sp>
        <p:nvSpPr>
          <p:cNvPr id="104" name="椭圆 103"/>
          <p:cNvSpPr>
            <a:spLocks noGrp="1"/>
          </p:cNvSpPr>
          <p:nvPr/>
        </p:nvSpPr>
        <p:spPr>
          <a:xfrm>
            <a:off x="10268585" y="3225800"/>
            <a:ext cx="108585" cy="108585"/>
          </a:xfrm>
          <a:prstGeom prst="ellipse">
            <a:avLst/>
          </a:prstGeom>
          <a:solidFill>
            <a:srgbClr val="087F97"/>
          </a:solidFill>
          <a:ln w="9525">
            <a:solidFill>
              <a:srgbClr val="087F97"/>
            </a:solidFill>
          </a:ln>
        </p:spPr>
      </p:sp>
      <p:sp>
        <p:nvSpPr>
          <p:cNvPr id="105" name="矩形 104"/>
          <p:cNvSpPr>
            <a:spLocks noGrp="1"/>
          </p:cNvSpPr>
          <p:nvPr/>
        </p:nvSpPr>
        <p:spPr>
          <a:xfrm>
            <a:off x="10042525" y="2195195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087F9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087F9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27.8</a:t>
            </a:r>
            <a:endParaRPr sz="1400" b="0">
              <a:solidFill>
                <a:srgbClr val="087F9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6" name="矩形 105"/>
          <p:cNvSpPr>
            <a:spLocks noGrp="1"/>
          </p:cNvSpPr>
          <p:nvPr/>
        </p:nvSpPr>
        <p:spPr>
          <a:xfrm>
            <a:off x="10042525" y="3004185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44.7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7" name="直接连接符 106"/>
          <p:cNvSpPr>
            <a:spLocks noGrp="1"/>
          </p:cNvSpPr>
          <p:nvPr/>
        </p:nvSpPr>
        <p:spPr>
          <a:xfrm>
            <a:off x="10322560" y="3815080"/>
            <a:ext cx="635" cy="63500"/>
          </a:xfrm>
          <a:prstGeom prst="line">
            <a:avLst/>
          </a:prstGeom>
          <a:noFill/>
          <a:ln w="9525">
            <a:solidFill>
              <a:srgbClr val="8295A2"/>
            </a:solidFill>
          </a:ln>
        </p:spPr>
      </p:sp>
      <p:sp>
        <p:nvSpPr>
          <p:cNvPr id="108" name="矩形 107"/>
          <p:cNvSpPr>
            <a:spLocks noGrp="1"/>
          </p:cNvSpPr>
          <p:nvPr/>
        </p:nvSpPr>
        <p:spPr>
          <a:xfrm>
            <a:off x="10141585" y="3896360"/>
            <a:ext cx="361950" cy="244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10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9" name="椭圆 108"/>
          <p:cNvSpPr>
            <a:spLocks noGrp="1"/>
          </p:cNvSpPr>
          <p:nvPr/>
        </p:nvSpPr>
        <p:spPr>
          <a:xfrm>
            <a:off x="11160125" y="2056130"/>
            <a:ext cx="108585" cy="108585"/>
          </a:xfrm>
          <a:prstGeom prst="ellipse">
            <a:avLst/>
          </a:prstGeom>
          <a:solidFill>
            <a:srgbClr val="C85A3A"/>
          </a:solidFill>
          <a:ln w="9525">
            <a:solidFill>
              <a:srgbClr val="C85A3A"/>
            </a:solidFill>
          </a:ln>
        </p:spPr>
      </p:sp>
      <p:sp>
        <p:nvSpPr>
          <p:cNvPr id="110" name="椭圆 109"/>
          <p:cNvSpPr>
            <a:spLocks noGrp="1"/>
          </p:cNvSpPr>
          <p:nvPr/>
        </p:nvSpPr>
        <p:spPr>
          <a:xfrm>
            <a:off x="11160125" y="3227705"/>
            <a:ext cx="108585" cy="108585"/>
          </a:xfrm>
          <a:prstGeom prst="ellipse">
            <a:avLst/>
          </a:prstGeom>
          <a:solidFill>
            <a:srgbClr val="C85A3A"/>
          </a:solidFill>
          <a:ln w="9525">
            <a:solidFill>
              <a:srgbClr val="C85A3A"/>
            </a:solidFill>
          </a:ln>
        </p:spPr>
      </p:sp>
      <p:sp>
        <p:nvSpPr>
          <p:cNvPr id="111" name="矩形 110"/>
          <p:cNvSpPr>
            <a:spLocks noGrp="1"/>
          </p:cNvSpPr>
          <p:nvPr/>
        </p:nvSpPr>
        <p:spPr>
          <a:xfrm>
            <a:off x="10934065" y="1825625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11182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111820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72.6</a:t>
            </a:r>
            <a:endParaRPr sz="1400" b="0">
              <a:solidFill>
                <a:srgbClr val="11182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2" name="矩形 111"/>
          <p:cNvSpPr>
            <a:spLocks noGrp="1"/>
          </p:cNvSpPr>
          <p:nvPr/>
        </p:nvSpPr>
        <p:spPr>
          <a:xfrm>
            <a:off x="10934065" y="3006090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44.6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3" name="直接连接符 112"/>
          <p:cNvSpPr>
            <a:spLocks noGrp="1"/>
          </p:cNvSpPr>
          <p:nvPr/>
        </p:nvSpPr>
        <p:spPr>
          <a:xfrm>
            <a:off x="11214735" y="3815080"/>
            <a:ext cx="635" cy="63500"/>
          </a:xfrm>
          <a:prstGeom prst="line">
            <a:avLst/>
          </a:prstGeom>
          <a:noFill/>
          <a:ln w="9525">
            <a:solidFill>
              <a:srgbClr val="8295A2"/>
            </a:solidFill>
          </a:ln>
        </p:spPr>
      </p:sp>
      <p:sp>
        <p:nvSpPr>
          <p:cNvPr id="114" name="矩形 113"/>
          <p:cNvSpPr>
            <a:spLocks noGrp="1"/>
          </p:cNvSpPr>
          <p:nvPr/>
        </p:nvSpPr>
        <p:spPr>
          <a:xfrm>
            <a:off x="11033760" y="3896360"/>
            <a:ext cx="361950" cy="244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11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5" name="椭圆 114"/>
          <p:cNvSpPr>
            <a:spLocks noGrp="1"/>
          </p:cNvSpPr>
          <p:nvPr/>
        </p:nvSpPr>
        <p:spPr>
          <a:xfrm>
            <a:off x="12052300" y="2433955"/>
            <a:ext cx="108585" cy="108585"/>
          </a:xfrm>
          <a:prstGeom prst="ellipse">
            <a:avLst/>
          </a:prstGeom>
          <a:solidFill>
            <a:srgbClr val="087F97"/>
          </a:solidFill>
          <a:ln w="9525">
            <a:solidFill>
              <a:srgbClr val="087F97"/>
            </a:solidFill>
          </a:ln>
        </p:spPr>
      </p:sp>
      <p:sp>
        <p:nvSpPr>
          <p:cNvPr id="116" name="椭圆 115"/>
          <p:cNvSpPr>
            <a:spLocks noGrp="1"/>
          </p:cNvSpPr>
          <p:nvPr/>
        </p:nvSpPr>
        <p:spPr>
          <a:xfrm>
            <a:off x="12052300" y="3233420"/>
            <a:ext cx="108585" cy="108585"/>
          </a:xfrm>
          <a:prstGeom prst="ellipse">
            <a:avLst/>
          </a:prstGeom>
          <a:solidFill>
            <a:srgbClr val="087F97"/>
          </a:solidFill>
          <a:ln w="9525">
            <a:solidFill>
              <a:srgbClr val="087F97"/>
            </a:solidFill>
          </a:ln>
        </p:spPr>
      </p:sp>
      <p:sp>
        <p:nvSpPr>
          <p:cNvPr id="117" name="矩形 116"/>
          <p:cNvSpPr>
            <a:spLocks noGrp="1"/>
          </p:cNvSpPr>
          <p:nvPr/>
        </p:nvSpPr>
        <p:spPr>
          <a:xfrm>
            <a:off x="11825605" y="2203450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087F9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087F9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26.9</a:t>
            </a:r>
            <a:endParaRPr sz="1400" b="0">
              <a:solidFill>
                <a:srgbClr val="087F9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8" name="矩形 117"/>
          <p:cNvSpPr>
            <a:spLocks noGrp="1"/>
          </p:cNvSpPr>
          <p:nvPr/>
        </p:nvSpPr>
        <p:spPr>
          <a:xfrm>
            <a:off x="11825605" y="3011805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44.1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9" name="直接连接符 118"/>
          <p:cNvSpPr>
            <a:spLocks noGrp="1"/>
          </p:cNvSpPr>
          <p:nvPr/>
        </p:nvSpPr>
        <p:spPr>
          <a:xfrm>
            <a:off x="12106275" y="3815080"/>
            <a:ext cx="635" cy="63500"/>
          </a:xfrm>
          <a:prstGeom prst="line">
            <a:avLst/>
          </a:prstGeom>
          <a:noFill/>
          <a:ln w="9525">
            <a:solidFill>
              <a:srgbClr val="8295A2"/>
            </a:solidFill>
          </a:ln>
        </p:spPr>
      </p:sp>
      <p:sp>
        <p:nvSpPr>
          <p:cNvPr id="120" name="矩形 119"/>
          <p:cNvSpPr>
            <a:spLocks noGrp="1"/>
          </p:cNvSpPr>
          <p:nvPr/>
        </p:nvSpPr>
        <p:spPr>
          <a:xfrm>
            <a:off x="11925300" y="3896360"/>
            <a:ext cx="361950" cy="244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12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21" name="矩形 120"/>
          <p:cNvSpPr>
            <a:spLocks noGrp="1"/>
          </p:cNvSpPr>
          <p:nvPr/>
        </p:nvSpPr>
        <p:spPr>
          <a:xfrm>
            <a:off x="6369685" y="4104640"/>
            <a:ext cx="904875" cy="244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Batch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22" name="矩形 121"/>
          <p:cNvSpPr>
            <a:spLocks noGrp="1"/>
          </p:cNvSpPr>
          <p:nvPr/>
        </p:nvSpPr>
        <p:spPr>
          <a:xfrm>
            <a:off x="5113020" y="1459548"/>
            <a:ext cx="1502410" cy="4394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1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B5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400" b="1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first feasible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23" name="直接连接符 122"/>
          <p:cNvSpPr>
            <a:spLocks noGrp="1"/>
          </p:cNvSpPr>
          <p:nvPr/>
        </p:nvSpPr>
        <p:spPr>
          <a:xfrm>
            <a:off x="5864225" y="1887220"/>
            <a:ext cx="635" cy="247015"/>
          </a:xfrm>
          <a:prstGeom prst="line">
            <a:avLst/>
          </a:prstGeom>
          <a:noFill/>
          <a:ln w="10478">
            <a:solidFill>
              <a:srgbClr val="27323A"/>
            </a:solidFill>
          </a:ln>
        </p:spPr>
      </p:sp>
      <p:sp>
        <p:nvSpPr>
          <p:cNvPr id="124" name="矩形 123"/>
          <p:cNvSpPr>
            <a:spLocks noGrp="1"/>
          </p:cNvSpPr>
          <p:nvPr/>
        </p:nvSpPr>
        <p:spPr>
          <a:xfrm>
            <a:off x="7951470" y="1459548"/>
            <a:ext cx="1176655" cy="4394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1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B8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400" b="1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selected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25" name="直接连接符 124"/>
          <p:cNvSpPr>
            <a:spLocks noGrp="1"/>
          </p:cNvSpPr>
          <p:nvPr/>
        </p:nvSpPr>
        <p:spPr>
          <a:xfrm>
            <a:off x="8539480" y="1887220"/>
            <a:ext cx="635" cy="287655"/>
          </a:xfrm>
          <a:prstGeom prst="line">
            <a:avLst/>
          </a:prstGeom>
          <a:noFill/>
          <a:ln w="10478">
            <a:solidFill>
              <a:srgbClr val="27323A"/>
            </a:solidFill>
          </a:ln>
        </p:spPr>
      </p:sp>
      <p:sp>
        <p:nvSpPr>
          <p:cNvPr id="126" name="矩形 125"/>
          <p:cNvSpPr>
            <a:spLocks noGrp="1"/>
          </p:cNvSpPr>
          <p:nvPr/>
        </p:nvSpPr>
        <p:spPr>
          <a:xfrm>
            <a:off x="10563225" y="1138238"/>
            <a:ext cx="1303020" cy="4394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1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B11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400" b="1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fines 72.6%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27" name="直接连接符 126"/>
          <p:cNvSpPr>
            <a:spLocks noGrp="1"/>
          </p:cNvSpPr>
          <p:nvPr/>
        </p:nvSpPr>
        <p:spPr>
          <a:xfrm>
            <a:off x="11214735" y="1570990"/>
            <a:ext cx="635" cy="213995"/>
          </a:xfrm>
          <a:prstGeom prst="line">
            <a:avLst/>
          </a:prstGeom>
          <a:noFill/>
          <a:ln w="10478">
            <a:solidFill>
              <a:srgbClr val="27323A"/>
            </a:solidFill>
          </a:ln>
        </p:spPr>
      </p:sp>
      <p:sp>
        <p:nvSpPr>
          <p:cNvPr id="128" name="矩形 127"/>
          <p:cNvSpPr>
            <a:spLocks noGrp="1"/>
          </p:cNvSpPr>
          <p:nvPr/>
        </p:nvSpPr>
        <p:spPr>
          <a:xfrm>
            <a:off x="11518265" y="1459548"/>
            <a:ext cx="1176655" cy="4394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1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B12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400" b="1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repeat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29" name="直接连接符 128"/>
          <p:cNvSpPr>
            <a:spLocks noGrp="1"/>
          </p:cNvSpPr>
          <p:nvPr/>
        </p:nvSpPr>
        <p:spPr>
          <a:xfrm>
            <a:off x="12106275" y="1887220"/>
            <a:ext cx="635" cy="274955"/>
          </a:xfrm>
          <a:prstGeom prst="line">
            <a:avLst/>
          </a:prstGeom>
          <a:noFill/>
          <a:ln w="10478">
            <a:solidFill>
              <a:srgbClr val="27323A"/>
            </a:solidFill>
          </a:ln>
        </p:spPr>
      </p:sp>
      <p:sp>
        <p:nvSpPr>
          <p:cNvPr id="130" name="矩形 129"/>
          <p:cNvSpPr>
            <a:spLocks noGrp="1"/>
          </p:cNvSpPr>
          <p:nvPr/>
        </p:nvSpPr>
        <p:spPr>
          <a:xfrm>
            <a:off x="406400" y="4475480"/>
            <a:ext cx="12903835" cy="2696845"/>
          </a:xfrm>
          <a:prstGeom prst="rect">
            <a:avLst/>
          </a:prstGeom>
          <a:solidFill>
            <a:srgbClr val="FFFFFF"/>
          </a:solidFill>
          <a:ln w="10478">
            <a:solidFill>
              <a:srgbClr val="8295A2"/>
            </a:solidFill>
          </a:ln>
        </p:spPr>
        <p:txBody>
          <a:bodyPr/>
          <a:p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1" name="矩形 130"/>
          <p:cNvSpPr>
            <a:spLocks noGrp="1"/>
          </p:cNvSpPr>
          <p:nvPr/>
        </p:nvSpPr>
        <p:spPr>
          <a:xfrm>
            <a:off x="542290" y="4538980"/>
            <a:ext cx="316865" cy="3441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00" b="1">
                <a:solidFill>
                  <a:srgbClr val="11182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>
                <a:solidFill>
                  <a:srgbClr val="111820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</a:t>
            </a:r>
            <a:endParaRPr sz="2000" b="1">
              <a:solidFill>
                <a:srgbClr val="11182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2" name="矩形 131"/>
          <p:cNvSpPr>
            <a:spLocks noGrp="1"/>
          </p:cNvSpPr>
          <p:nvPr/>
        </p:nvSpPr>
        <p:spPr>
          <a:xfrm>
            <a:off x="949325" y="4538980"/>
            <a:ext cx="12125325" cy="353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Batch 8 (B8) experiment in full detail</a:t>
            </a:r>
            <a:endParaRPr sz="18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3" name="矩形 132"/>
          <p:cNvSpPr>
            <a:spLocks noGrp="1"/>
          </p:cNvSpPr>
          <p:nvPr/>
        </p:nvSpPr>
        <p:spPr>
          <a:xfrm>
            <a:off x="433705" y="4890770"/>
            <a:ext cx="1411605" cy="6527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Charge reagent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+ S2 solvent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+ C1 catalyst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4" name="矩形 133"/>
          <p:cNvSpPr>
            <a:spLocks noGrp="1"/>
          </p:cNvSpPr>
          <p:nvPr/>
        </p:nvSpPr>
        <p:spPr>
          <a:xfrm>
            <a:off x="1845310" y="4890770"/>
            <a:ext cx="1357630" cy="6527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Heat toward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355 K for 1 h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at 300 rpm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5" name="矩形 134"/>
          <p:cNvSpPr>
            <a:spLocks noGrp="1"/>
          </p:cNvSpPr>
          <p:nvPr/>
        </p:nvSpPr>
        <p:spPr>
          <a:xfrm>
            <a:off x="3202305" y="4890770"/>
            <a:ext cx="1357630" cy="6527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Controlled cool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toward 325 K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for 2 h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6" name="矩形 135"/>
          <p:cNvSpPr>
            <a:spLocks noGrp="1"/>
          </p:cNvSpPr>
          <p:nvPr/>
        </p:nvSpPr>
        <p:spPr>
          <a:xfrm>
            <a:off x="4532630" y="4936490"/>
            <a:ext cx="1357630" cy="5613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Add 1 mg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seed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7" name="矩形 136"/>
          <p:cNvSpPr>
            <a:spLocks noGrp="1"/>
          </p:cNvSpPr>
          <p:nvPr/>
        </p:nvSpPr>
        <p:spPr>
          <a:xfrm>
            <a:off x="5727065" y="4936490"/>
            <a:ext cx="1357630" cy="5613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Cool toward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250 K for 4 h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8" name="矩形 137"/>
          <p:cNvSpPr>
            <a:spLocks noGrp="1"/>
          </p:cNvSpPr>
          <p:nvPr/>
        </p:nvSpPr>
        <p:spPr>
          <a:xfrm>
            <a:off x="6957695" y="4936490"/>
            <a:ext cx="1357630" cy="5613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Hold 4 h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at 100 rpm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9" name="矩形 138"/>
          <p:cNvSpPr>
            <a:spLocks noGrp="1"/>
          </p:cNvSpPr>
          <p:nvPr/>
        </p:nvSpPr>
        <p:spPr>
          <a:xfrm>
            <a:off x="8242300" y="4936490"/>
            <a:ext cx="1357630" cy="5613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Particle-size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check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0" name="矩形 139"/>
          <p:cNvSpPr>
            <a:spLocks noGrp="1"/>
          </p:cNvSpPr>
          <p:nvPr/>
        </p:nvSpPr>
        <p:spPr>
          <a:xfrm>
            <a:off x="9436735" y="4936490"/>
            <a:ext cx="1357630" cy="5613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Filter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1" name="矩形 140"/>
          <p:cNvSpPr>
            <a:spLocks noGrp="1"/>
          </p:cNvSpPr>
          <p:nvPr/>
        </p:nvSpPr>
        <p:spPr>
          <a:xfrm>
            <a:off x="10622280" y="4936490"/>
            <a:ext cx="1357630" cy="5613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Terminate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2" name="矩形 141"/>
          <p:cNvSpPr>
            <a:spLocks noGrp="1"/>
          </p:cNvSpPr>
          <p:nvPr/>
        </p:nvSpPr>
        <p:spPr>
          <a:xfrm>
            <a:off x="11925300" y="4936490"/>
            <a:ext cx="1266825" cy="5613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Final assay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pic>
        <p:nvPicPr>
          <p:cNvPr id="376" name="图片 37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25" y="6050915"/>
            <a:ext cx="557530" cy="749300"/>
          </a:xfrm>
          <a:prstGeom prst="rect">
            <a:avLst/>
          </a:prstGeom>
        </p:spPr>
      </p:pic>
      <p:pic>
        <p:nvPicPr>
          <p:cNvPr id="377" name="图片 3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845" y="5684520"/>
            <a:ext cx="669925" cy="1115695"/>
          </a:xfrm>
          <a:prstGeom prst="rect">
            <a:avLst/>
          </a:prstGeom>
        </p:spPr>
      </p:pic>
      <p:pic>
        <p:nvPicPr>
          <p:cNvPr id="378" name="图片 37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3935" y="5659755"/>
            <a:ext cx="674370" cy="1140460"/>
          </a:xfrm>
          <a:prstGeom prst="rect">
            <a:avLst/>
          </a:prstGeom>
        </p:spPr>
      </p:pic>
      <p:pic>
        <p:nvPicPr>
          <p:cNvPr id="379" name="图片 3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0135" y="5624195"/>
            <a:ext cx="641350" cy="1176655"/>
          </a:xfrm>
          <a:prstGeom prst="rect">
            <a:avLst/>
          </a:prstGeom>
        </p:spPr>
      </p:pic>
      <p:pic>
        <p:nvPicPr>
          <p:cNvPr id="380" name="图片 37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8855" y="5663565"/>
            <a:ext cx="653415" cy="1136650"/>
          </a:xfrm>
          <a:prstGeom prst="rect">
            <a:avLst/>
          </a:prstGeom>
        </p:spPr>
      </p:pic>
      <p:pic>
        <p:nvPicPr>
          <p:cNvPr id="381" name="图片 38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1390" y="5972175"/>
            <a:ext cx="649605" cy="828040"/>
          </a:xfrm>
          <a:prstGeom prst="rect">
            <a:avLst/>
          </a:prstGeom>
        </p:spPr>
      </p:pic>
      <p:pic>
        <p:nvPicPr>
          <p:cNvPr id="382" name="图片 38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9325" y="5961380"/>
            <a:ext cx="703580" cy="603250"/>
          </a:xfrm>
          <a:prstGeom prst="rect">
            <a:avLst/>
          </a:prstGeom>
        </p:spPr>
      </p:pic>
      <p:pic>
        <p:nvPicPr>
          <p:cNvPr id="383" name="图片 38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9485" y="5624195"/>
            <a:ext cx="532130" cy="1176655"/>
          </a:xfrm>
          <a:prstGeom prst="rect">
            <a:avLst/>
          </a:prstGeom>
        </p:spPr>
      </p:pic>
      <p:pic>
        <p:nvPicPr>
          <p:cNvPr id="384" name="图片 38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03280" y="6005830"/>
            <a:ext cx="594995" cy="594995"/>
          </a:xfrm>
          <a:prstGeom prst="rect">
            <a:avLst/>
          </a:prstGeom>
        </p:spPr>
      </p:pic>
      <p:pic>
        <p:nvPicPr>
          <p:cNvPr id="385" name="图片 38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302490" y="5695950"/>
            <a:ext cx="603250" cy="778510"/>
          </a:xfrm>
          <a:prstGeom prst="rect">
            <a:avLst/>
          </a:prstGeom>
        </p:spPr>
      </p:pic>
      <p:sp>
        <p:nvSpPr>
          <p:cNvPr id="153" name="矩形 152"/>
          <p:cNvSpPr>
            <a:spLocks noGrp="1"/>
          </p:cNvSpPr>
          <p:nvPr/>
        </p:nvSpPr>
        <p:spPr>
          <a:xfrm>
            <a:off x="8541385" y="6585268"/>
            <a:ext cx="760095" cy="4394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fines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4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26.6%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4" name="矩形 153"/>
          <p:cNvSpPr>
            <a:spLocks noGrp="1"/>
          </p:cNvSpPr>
          <p:nvPr/>
        </p:nvSpPr>
        <p:spPr>
          <a:xfrm>
            <a:off x="11925300" y="6510020"/>
            <a:ext cx="1375410" cy="6527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recovery 45.5%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4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purity 98.2%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4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fines 25.4%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5" name="直接连接符 154"/>
          <p:cNvSpPr>
            <a:spLocks noGrp="1"/>
          </p:cNvSpPr>
          <p:nvPr/>
        </p:nvSpPr>
        <p:spPr>
          <a:xfrm>
            <a:off x="1628140" y="6275705"/>
            <a:ext cx="407035" cy="63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56" name="直接连接符 155"/>
          <p:cNvSpPr>
            <a:spLocks noGrp="1"/>
          </p:cNvSpPr>
          <p:nvPr/>
        </p:nvSpPr>
        <p:spPr>
          <a:xfrm>
            <a:off x="1971675" y="6229985"/>
            <a:ext cx="63500" cy="4508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57" name="直接连接符 156"/>
          <p:cNvSpPr>
            <a:spLocks noGrp="1"/>
          </p:cNvSpPr>
          <p:nvPr/>
        </p:nvSpPr>
        <p:spPr>
          <a:xfrm flipV="1">
            <a:off x="1971675" y="6275705"/>
            <a:ext cx="63500" cy="4508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58" name="直接连接符 157"/>
          <p:cNvSpPr>
            <a:spLocks noGrp="1"/>
          </p:cNvSpPr>
          <p:nvPr/>
        </p:nvSpPr>
        <p:spPr>
          <a:xfrm>
            <a:off x="3012440" y="6275705"/>
            <a:ext cx="380365" cy="63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59" name="直接连接符 158"/>
          <p:cNvSpPr>
            <a:spLocks noGrp="1"/>
          </p:cNvSpPr>
          <p:nvPr/>
        </p:nvSpPr>
        <p:spPr>
          <a:xfrm>
            <a:off x="3329305" y="6229985"/>
            <a:ext cx="63500" cy="4508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60" name="直接连接符 159"/>
          <p:cNvSpPr>
            <a:spLocks noGrp="1"/>
          </p:cNvSpPr>
          <p:nvPr/>
        </p:nvSpPr>
        <p:spPr>
          <a:xfrm flipV="1">
            <a:off x="3329305" y="6275705"/>
            <a:ext cx="63500" cy="4508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61" name="直接连接符 160"/>
          <p:cNvSpPr>
            <a:spLocks noGrp="1"/>
          </p:cNvSpPr>
          <p:nvPr/>
        </p:nvSpPr>
        <p:spPr>
          <a:xfrm>
            <a:off x="4369435" y="6275705"/>
            <a:ext cx="353060" cy="63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62" name="直接连接符 161"/>
          <p:cNvSpPr>
            <a:spLocks noGrp="1"/>
          </p:cNvSpPr>
          <p:nvPr/>
        </p:nvSpPr>
        <p:spPr>
          <a:xfrm>
            <a:off x="4658995" y="6229985"/>
            <a:ext cx="63500" cy="4508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63" name="直接连接符 162"/>
          <p:cNvSpPr>
            <a:spLocks noGrp="1"/>
          </p:cNvSpPr>
          <p:nvPr/>
        </p:nvSpPr>
        <p:spPr>
          <a:xfrm flipV="1">
            <a:off x="4658995" y="6275705"/>
            <a:ext cx="63500" cy="4508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64" name="直接连接符 163"/>
          <p:cNvSpPr>
            <a:spLocks noGrp="1"/>
          </p:cNvSpPr>
          <p:nvPr/>
        </p:nvSpPr>
        <p:spPr>
          <a:xfrm>
            <a:off x="5699760" y="6275705"/>
            <a:ext cx="217170" cy="63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65" name="直接连接符 164"/>
          <p:cNvSpPr>
            <a:spLocks noGrp="1"/>
          </p:cNvSpPr>
          <p:nvPr/>
        </p:nvSpPr>
        <p:spPr>
          <a:xfrm>
            <a:off x="5853430" y="6229985"/>
            <a:ext cx="63500" cy="4508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66" name="直接连接符 165"/>
          <p:cNvSpPr>
            <a:spLocks noGrp="1"/>
          </p:cNvSpPr>
          <p:nvPr/>
        </p:nvSpPr>
        <p:spPr>
          <a:xfrm flipV="1">
            <a:off x="5853430" y="6275705"/>
            <a:ext cx="63500" cy="4508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67" name="直接连接符 166"/>
          <p:cNvSpPr>
            <a:spLocks noGrp="1"/>
          </p:cNvSpPr>
          <p:nvPr/>
        </p:nvSpPr>
        <p:spPr>
          <a:xfrm>
            <a:off x="6894195" y="6275705"/>
            <a:ext cx="253365" cy="63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68" name="直接连接符 167"/>
          <p:cNvSpPr>
            <a:spLocks noGrp="1"/>
          </p:cNvSpPr>
          <p:nvPr/>
        </p:nvSpPr>
        <p:spPr>
          <a:xfrm>
            <a:off x="7084060" y="6229985"/>
            <a:ext cx="63500" cy="4508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69" name="直接连接符 168"/>
          <p:cNvSpPr>
            <a:spLocks noGrp="1"/>
          </p:cNvSpPr>
          <p:nvPr/>
        </p:nvSpPr>
        <p:spPr>
          <a:xfrm flipV="1">
            <a:off x="7084060" y="6275705"/>
            <a:ext cx="63500" cy="4508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70" name="直接连接符 169"/>
          <p:cNvSpPr>
            <a:spLocks noGrp="1"/>
          </p:cNvSpPr>
          <p:nvPr/>
        </p:nvSpPr>
        <p:spPr>
          <a:xfrm>
            <a:off x="8124825" y="6275705"/>
            <a:ext cx="307975" cy="63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71" name="直接连接符 170"/>
          <p:cNvSpPr>
            <a:spLocks noGrp="1"/>
          </p:cNvSpPr>
          <p:nvPr/>
        </p:nvSpPr>
        <p:spPr>
          <a:xfrm>
            <a:off x="8369300" y="6229985"/>
            <a:ext cx="63500" cy="4508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72" name="直接连接符 171"/>
          <p:cNvSpPr>
            <a:spLocks noGrp="1"/>
          </p:cNvSpPr>
          <p:nvPr/>
        </p:nvSpPr>
        <p:spPr>
          <a:xfrm flipV="1">
            <a:off x="8369300" y="6275705"/>
            <a:ext cx="63500" cy="4508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73" name="直接连接符 172"/>
          <p:cNvSpPr>
            <a:spLocks noGrp="1"/>
          </p:cNvSpPr>
          <p:nvPr/>
        </p:nvSpPr>
        <p:spPr>
          <a:xfrm>
            <a:off x="9410065" y="6275705"/>
            <a:ext cx="217170" cy="63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74" name="直接连接符 173"/>
          <p:cNvSpPr>
            <a:spLocks noGrp="1"/>
          </p:cNvSpPr>
          <p:nvPr/>
        </p:nvSpPr>
        <p:spPr>
          <a:xfrm>
            <a:off x="9563735" y="6229985"/>
            <a:ext cx="63500" cy="4508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75" name="直接连接符 174"/>
          <p:cNvSpPr>
            <a:spLocks noGrp="1"/>
          </p:cNvSpPr>
          <p:nvPr/>
        </p:nvSpPr>
        <p:spPr>
          <a:xfrm flipV="1">
            <a:off x="9563735" y="6275705"/>
            <a:ext cx="63500" cy="4508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76" name="直接连接符 175"/>
          <p:cNvSpPr>
            <a:spLocks noGrp="1"/>
          </p:cNvSpPr>
          <p:nvPr/>
        </p:nvSpPr>
        <p:spPr>
          <a:xfrm>
            <a:off x="10604500" y="6275705"/>
            <a:ext cx="208280" cy="63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77" name="直接连接符 176"/>
          <p:cNvSpPr>
            <a:spLocks noGrp="1"/>
          </p:cNvSpPr>
          <p:nvPr/>
        </p:nvSpPr>
        <p:spPr>
          <a:xfrm>
            <a:off x="10749280" y="6229985"/>
            <a:ext cx="63500" cy="4508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78" name="直接连接符 177"/>
          <p:cNvSpPr>
            <a:spLocks noGrp="1"/>
          </p:cNvSpPr>
          <p:nvPr/>
        </p:nvSpPr>
        <p:spPr>
          <a:xfrm flipV="1">
            <a:off x="10749280" y="6275705"/>
            <a:ext cx="63500" cy="4508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11789410" y="6275705"/>
            <a:ext cx="325755" cy="63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80" name="直接连接符 179"/>
          <p:cNvSpPr>
            <a:spLocks noGrp="1"/>
          </p:cNvSpPr>
          <p:nvPr/>
        </p:nvSpPr>
        <p:spPr>
          <a:xfrm>
            <a:off x="12052300" y="6229985"/>
            <a:ext cx="63500" cy="4508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81" name="直接连接符 180"/>
          <p:cNvSpPr>
            <a:spLocks noGrp="1"/>
          </p:cNvSpPr>
          <p:nvPr/>
        </p:nvSpPr>
        <p:spPr>
          <a:xfrm flipV="1">
            <a:off x="12052300" y="6275705"/>
            <a:ext cx="63500" cy="4508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82" name="矩形 181"/>
          <p:cNvSpPr>
            <a:spLocks noGrp="1"/>
          </p:cNvSpPr>
          <p:nvPr/>
        </p:nvSpPr>
        <p:spPr>
          <a:xfrm>
            <a:off x="406400" y="7262495"/>
            <a:ext cx="12903835" cy="3103880"/>
          </a:xfrm>
          <a:prstGeom prst="rect">
            <a:avLst/>
          </a:prstGeom>
          <a:solidFill>
            <a:srgbClr val="FFFFFF"/>
          </a:solidFill>
          <a:ln w="10478">
            <a:solidFill>
              <a:srgbClr val="8295A2"/>
            </a:solidFill>
          </a:ln>
        </p:spPr>
      </p:sp>
      <p:sp>
        <p:nvSpPr>
          <p:cNvPr id="183" name="矩形 182"/>
          <p:cNvSpPr>
            <a:spLocks noGrp="1"/>
          </p:cNvSpPr>
          <p:nvPr/>
        </p:nvSpPr>
        <p:spPr>
          <a:xfrm>
            <a:off x="542290" y="7325995"/>
            <a:ext cx="316865" cy="3441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00" b="1">
                <a:solidFill>
                  <a:srgbClr val="11182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>
                <a:solidFill>
                  <a:srgbClr val="111820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</a:t>
            </a:r>
            <a:endParaRPr sz="2000" b="1">
              <a:solidFill>
                <a:srgbClr val="11182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84" name="矩形 183"/>
          <p:cNvSpPr>
            <a:spLocks noGrp="1"/>
          </p:cNvSpPr>
          <p:nvPr/>
        </p:nvSpPr>
        <p:spPr>
          <a:xfrm>
            <a:off x="949325" y="7325995"/>
            <a:ext cx="12125325" cy="353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Key observations, questions, and next tests</a:t>
            </a:r>
            <a:endParaRPr sz="18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85" name="矩形 184"/>
          <p:cNvSpPr>
            <a:spLocks noGrp="1"/>
          </p:cNvSpPr>
          <p:nvPr/>
        </p:nvSpPr>
        <p:spPr>
          <a:xfrm>
            <a:off x="1374775" y="7660640"/>
            <a:ext cx="1791970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00" b="1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Observed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86" name="矩形 185"/>
          <p:cNvSpPr>
            <a:spLocks noGrp="1"/>
          </p:cNvSpPr>
          <p:nvPr/>
        </p:nvSpPr>
        <p:spPr>
          <a:xfrm>
            <a:off x="4333240" y="7660640"/>
            <a:ext cx="228028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00" b="1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Agent question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87" name="矩形 186"/>
          <p:cNvSpPr>
            <a:spLocks noGrp="1"/>
          </p:cNvSpPr>
          <p:nvPr/>
        </p:nvSpPr>
        <p:spPr>
          <a:xfrm>
            <a:off x="7446010" y="7660640"/>
            <a:ext cx="2588260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00" b="1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Next tested action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88" name="矩形 187"/>
          <p:cNvSpPr>
            <a:spLocks noGrp="1"/>
          </p:cNvSpPr>
          <p:nvPr/>
        </p:nvSpPr>
        <p:spPr>
          <a:xfrm>
            <a:off x="11292205" y="7660640"/>
            <a:ext cx="162877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00" b="1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Outcome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89" name="直接连接符 188"/>
          <p:cNvSpPr>
            <a:spLocks noGrp="1"/>
          </p:cNvSpPr>
          <p:nvPr/>
        </p:nvSpPr>
        <p:spPr>
          <a:xfrm>
            <a:off x="568960" y="7941310"/>
            <a:ext cx="12568555" cy="635"/>
          </a:xfrm>
          <a:prstGeom prst="line">
            <a:avLst/>
          </a:prstGeom>
          <a:noFill/>
          <a:ln w="13335">
            <a:solidFill>
              <a:srgbClr val="8295A2"/>
            </a:solidFill>
          </a:ln>
        </p:spPr>
      </p:sp>
      <p:sp>
        <p:nvSpPr>
          <p:cNvPr id="190" name="直接连接符 189"/>
          <p:cNvSpPr>
            <a:spLocks noGrp="1"/>
          </p:cNvSpPr>
          <p:nvPr/>
        </p:nvSpPr>
        <p:spPr>
          <a:xfrm>
            <a:off x="568960" y="8701405"/>
            <a:ext cx="12568555" cy="635"/>
          </a:xfrm>
          <a:prstGeom prst="line">
            <a:avLst/>
          </a:prstGeom>
          <a:noFill/>
          <a:ln w="10478">
            <a:solidFill>
              <a:srgbClr val="8295A2"/>
            </a:solidFill>
          </a:ln>
        </p:spPr>
      </p:sp>
      <p:sp>
        <p:nvSpPr>
          <p:cNvPr id="191" name="直接连接符 190"/>
          <p:cNvSpPr>
            <a:spLocks noGrp="1"/>
          </p:cNvSpPr>
          <p:nvPr/>
        </p:nvSpPr>
        <p:spPr>
          <a:xfrm>
            <a:off x="568960" y="9488170"/>
            <a:ext cx="12568555" cy="635"/>
          </a:xfrm>
          <a:prstGeom prst="line">
            <a:avLst/>
          </a:prstGeom>
          <a:noFill/>
          <a:ln w="10478">
            <a:solidFill>
              <a:srgbClr val="8295A2"/>
            </a:solidFill>
          </a:ln>
        </p:spPr>
      </p:sp>
      <p:sp>
        <p:nvSpPr>
          <p:cNvPr id="192" name="矩形 191"/>
          <p:cNvSpPr>
            <a:spLocks noGrp="1"/>
          </p:cNvSpPr>
          <p:nvPr/>
        </p:nvSpPr>
        <p:spPr>
          <a:xfrm>
            <a:off x="723265" y="8067675"/>
            <a:ext cx="2135505" cy="5613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00" b="0">
                <a:solidFill>
                  <a:srgbClr val="C85A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C85A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B1–4:</a:t>
            </a:r>
            <a:endParaRPr sz="1600" b="1">
              <a:solidFill>
                <a:srgbClr val="C85A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defRPr sz="1400" b="0">
                <a:solidFill>
                  <a:srgbClr val="C85A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C85A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fines 99.5–100.0%</a:t>
            </a:r>
            <a:endParaRPr sz="1600" b="1">
              <a:solidFill>
                <a:srgbClr val="C85A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93" name="直接连接符 192"/>
          <p:cNvSpPr>
            <a:spLocks noGrp="1"/>
          </p:cNvSpPr>
          <p:nvPr/>
        </p:nvSpPr>
        <p:spPr>
          <a:xfrm>
            <a:off x="2976245" y="8312150"/>
            <a:ext cx="380365" cy="63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194" name="直接连接符 193"/>
          <p:cNvSpPr>
            <a:spLocks noGrp="1"/>
          </p:cNvSpPr>
          <p:nvPr/>
        </p:nvSpPr>
        <p:spPr>
          <a:xfrm>
            <a:off x="3293110" y="8267065"/>
            <a:ext cx="63500" cy="4508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195" name="直接连接符 194"/>
          <p:cNvSpPr>
            <a:spLocks noGrp="1"/>
          </p:cNvSpPr>
          <p:nvPr/>
        </p:nvSpPr>
        <p:spPr>
          <a:xfrm flipV="1">
            <a:off x="3293110" y="8312150"/>
            <a:ext cx="63500" cy="4508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pic>
        <p:nvPicPr>
          <p:cNvPr id="429" name="图片 42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00475" y="7932420"/>
            <a:ext cx="2314575" cy="742315"/>
          </a:xfrm>
          <a:prstGeom prst="rect">
            <a:avLst/>
          </a:prstGeom>
        </p:spPr>
      </p:pic>
      <p:sp>
        <p:nvSpPr>
          <p:cNvPr id="197" name="矩形 196"/>
          <p:cNvSpPr>
            <a:spLocks noGrp="1"/>
          </p:cNvSpPr>
          <p:nvPr/>
        </p:nvSpPr>
        <p:spPr>
          <a:xfrm>
            <a:off x="4677410" y="8059420"/>
            <a:ext cx="1366520" cy="4432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Where are</a:t>
            </a:r>
            <a:endParaRPr sz="12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fines forming?</a:t>
            </a:r>
            <a:endParaRPr sz="12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98" name="直接连接符 197"/>
          <p:cNvSpPr>
            <a:spLocks noGrp="1"/>
          </p:cNvSpPr>
          <p:nvPr/>
        </p:nvSpPr>
        <p:spPr>
          <a:xfrm>
            <a:off x="6604635" y="8312150"/>
            <a:ext cx="353060" cy="63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199" name="直接连接符 198"/>
          <p:cNvSpPr>
            <a:spLocks noGrp="1"/>
          </p:cNvSpPr>
          <p:nvPr/>
        </p:nvSpPr>
        <p:spPr>
          <a:xfrm>
            <a:off x="6894195" y="8267065"/>
            <a:ext cx="63500" cy="4508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200" name="直接连接符 199"/>
          <p:cNvSpPr>
            <a:spLocks noGrp="1"/>
          </p:cNvSpPr>
          <p:nvPr/>
        </p:nvSpPr>
        <p:spPr>
          <a:xfrm flipV="1">
            <a:off x="6894195" y="8312150"/>
            <a:ext cx="63500" cy="4508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201" name="矩形 200"/>
          <p:cNvSpPr>
            <a:spLocks noGrp="1"/>
          </p:cNvSpPr>
          <p:nvPr/>
        </p:nvSpPr>
        <p:spPr>
          <a:xfrm>
            <a:off x="7328535" y="8067675"/>
            <a:ext cx="2452370" cy="5613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00" b="1">
                <a:solidFill>
                  <a:srgbClr val="087F9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087F9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B5: omit quench;</a:t>
            </a:r>
            <a:endParaRPr sz="1600" b="1">
              <a:solidFill>
                <a:srgbClr val="087F9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defRPr sz="1400" b="1">
                <a:solidFill>
                  <a:srgbClr val="087F9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087F9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cool before seeding</a:t>
            </a:r>
            <a:endParaRPr sz="1600" b="1">
              <a:solidFill>
                <a:srgbClr val="087F9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02" name="直接连接符 201"/>
          <p:cNvSpPr>
            <a:spLocks noGrp="1"/>
          </p:cNvSpPr>
          <p:nvPr/>
        </p:nvSpPr>
        <p:spPr>
          <a:xfrm>
            <a:off x="9719310" y="8312150"/>
            <a:ext cx="361950" cy="63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203" name="直接连接符 202"/>
          <p:cNvSpPr>
            <a:spLocks noGrp="1"/>
          </p:cNvSpPr>
          <p:nvPr/>
        </p:nvSpPr>
        <p:spPr>
          <a:xfrm>
            <a:off x="10017760" y="8267065"/>
            <a:ext cx="63500" cy="4508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204" name="直接连接符 203"/>
          <p:cNvSpPr>
            <a:spLocks noGrp="1"/>
          </p:cNvSpPr>
          <p:nvPr/>
        </p:nvSpPr>
        <p:spPr>
          <a:xfrm flipV="1">
            <a:off x="10017760" y="8312150"/>
            <a:ext cx="63500" cy="4508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205" name="矩形 204"/>
          <p:cNvSpPr>
            <a:spLocks noGrp="1"/>
          </p:cNvSpPr>
          <p:nvPr/>
        </p:nvSpPr>
        <p:spPr>
          <a:xfrm>
            <a:off x="10389235" y="8067675"/>
            <a:ext cx="2452370" cy="5613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00" b="1">
                <a:solidFill>
                  <a:srgbClr val="087F9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087F9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fines 30.3%;</a:t>
            </a:r>
            <a:endParaRPr sz="1600" b="1">
              <a:solidFill>
                <a:srgbClr val="087F9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defRPr sz="1400" b="1">
                <a:solidFill>
                  <a:srgbClr val="087F9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087F9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first feasible</a:t>
            </a:r>
            <a:endParaRPr sz="1600" b="1">
              <a:solidFill>
                <a:srgbClr val="087F9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06" name="矩形 205"/>
          <p:cNvSpPr>
            <a:spLocks noGrp="1"/>
          </p:cNvSpPr>
          <p:nvPr/>
        </p:nvSpPr>
        <p:spPr>
          <a:xfrm>
            <a:off x="723265" y="8836660"/>
            <a:ext cx="2135505" cy="5613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00" b="0">
                <a:solidFill>
                  <a:srgbClr val="087F9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087F9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B5: feasible;</a:t>
            </a:r>
            <a:endParaRPr sz="1600" b="1">
              <a:solidFill>
                <a:srgbClr val="087F9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defRPr sz="1400" b="0">
                <a:solidFill>
                  <a:srgbClr val="087F9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087F9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recovery 40.0%</a:t>
            </a:r>
            <a:endParaRPr sz="1600" b="1">
              <a:solidFill>
                <a:srgbClr val="087F9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07" name="直接连接符 206"/>
          <p:cNvSpPr>
            <a:spLocks noGrp="1"/>
          </p:cNvSpPr>
          <p:nvPr/>
        </p:nvSpPr>
        <p:spPr>
          <a:xfrm>
            <a:off x="2976245" y="9081135"/>
            <a:ext cx="380365" cy="63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208" name="直接连接符 207"/>
          <p:cNvSpPr>
            <a:spLocks noGrp="1"/>
          </p:cNvSpPr>
          <p:nvPr/>
        </p:nvSpPr>
        <p:spPr>
          <a:xfrm>
            <a:off x="3293110" y="9036050"/>
            <a:ext cx="63500" cy="4508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209" name="直接连接符 208"/>
          <p:cNvSpPr>
            <a:spLocks noGrp="1"/>
          </p:cNvSpPr>
          <p:nvPr/>
        </p:nvSpPr>
        <p:spPr>
          <a:xfrm flipV="1">
            <a:off x="3293110" y="9081135"/>
            <a:ext cx="63500" cy="4508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pic>
        <p:nvPicPr>
          <p:cNvPr id="443" name="图片 44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00475" y="8702040"/>
            <a:ext cx="2314575" cy="742315"/>
          </a:xfrm>
          <a:prstGeom prst="rect">
            <a:avLst/>
          </a:prstGeom>
        </p:spPr>
      </p:pic>
      <p:sp>
        <p:nvSpPr>
          <p:cNvPr id="211" name="矩形 210"/>
          <p:cNvSpPr>
            <a:spLocks noGrp="1"/>
          </p:cNvSpPr>
          <p:nvPr/>
        </p:nvSpPr>
        <p:spPr>
          <a:xfrm>
            <a:off x="4677410" y="8828405"/>
            <a:ext cx="1366520" cy="4432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Do colder endpoints</a:t>
            </a:r>
            <a:endParaRPr sz="12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improve recovery?</a:t>
            </a:r>
            <a:endParaRPr sz="12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12" name="直接连接符 211"/>
          <p:cNvSpPr>
            <a:spLocks noGrp="1"/>
          </p:cNvSpPr>
          <p:nvPr/>
        </p:nvSpPr>
        <p:spPr>
          <a:xfrm>
            <a:off x="6604635" y="9081135"/>
            <a:ext cx="353060" cy="63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213" name="直接连接符 212"/>
          <p:cNvSpPr>
            <a:spLocks noGrp="1"/>
          </p:cNvSpPr>
          <p:nvPr/>
        </p:nvSpPr>
        <p:spPr>
          <a:xfrm>
            <a:off x="6894195" y="9036050"/>
            <a:ext cx="63500" cy="4508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214" name="直接连接符 213"/>
          <p:cNvSpPr>
            <a:spLocks noGrp="1"/>
          </p:cNvSpPr>
          <p:nvPr/>
        </p:nvSpPr>
        <p:spPr>
          <a:xfrm flipV="1">
            <a:off x="6894195" y="9081135"/>
            <a:ext cx="63500" cy="4508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215" name="矩形 214"/>
          <p:cNvSpPr>
            <a:spLocks noGrp="1"/>
          </p:cNvSpPr>
          <p:nvPr/>
        </p:nvSpPr>
        <p:spPr>
          <a:xfrm>
            <a:off x="7328535" y="8836660"/>
            <a:ext cx="2452370" cy="5613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00" b="1">
                <a:solidFill>
                  <a:srgbClr val="087F9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087F9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B6/B7: end at 265/250 K;</a:t>
            </a:r>
            <a:endParaRPr sz="1600" b="1">
              <a:solidFill>
                <a:srgbClr val="087F9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defRPr sz="1400" b="1">
                <a:solidFill>
                  <a:srgbClr val="087F9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087F9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B8: seed 5 → 1 mg</a:t>
            </a:r>
            <a:endParaRPr sz="1600" b="1">
              <a:solidFill>
                <a:srgbClr val="087F9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16" name="直接连接符 215"/>
          <p:cNvSpPr>
            <a:spLocks noGrp="1"/>
          </p:cNvSpPr>
          <p:nvPr/>
        </p:nvSpPr>
        <p:spPr>
          <a:xfrm>
            <a:off x="9719310" y="9081135"/>
            <a:ext cx="361950" cy="63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217" name="直接连接符 216"/>
          <p:cNvSpPr>
            <a:spLocks noGrp="1"/>
          </p:cNvSpPr>
          <p:nvPr/>
        </p:nvSpPr>
        <p:spPr>
          <a:xfrm>
            <a:off x="10017760" y="9036050"/>
            <a:ext cx="63500" cy="4508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218" name="直接连接符 217"/>
          <p:cNvSpPr>
            <a:spLocks noGrp="1"/>
          </p:cNvSpPr>
          <p:nvPr/>
        </p:nvSpPr>
        <p:spPr>
          <a:xfrm flipV="1">
            <a:off x="10017760" y="9081135"/>
            <a:ext cx="63500" cy="4508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219" name="矩形 218"/>
          <p:cNvSpPr>
            <a:spLocks noGrp="1"/>
          </p:cNvSpPr>
          <p:nvPr/>
        </p:nvSpPr>
        <p:spPr>
          <a:xfrm>
            <a:off x="10389235" y="8836660"/>
            <a:ext cx="2705735" cy="5613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00" b="1">
                <a:solidFill>
                  <a:srgbClr val="087F9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087F9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recovery 42.8 → 45.0 → 45.5%</a:t>
            </a:r>
            <a:endParaRPr sz="1600" b="1">
              <a:solidFill>
                <a:srgbClr val="087F9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defRPr sz="1400" b="1">
                <a:solidFill>
                  <a:srgbClr val="087F9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087F9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fines &lt; 30%</a:t>
            </a:r>
            <a:endParaRPr sz="1600" b="1">
              <a:solidFill>
                <a:srgbClr val="087F9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20" name="矩形 219"/>
          <p:cNvSpPr>
            <a:spLocks noGrp="1"/>
          </p:cNvSpPr>
          <p:nvPr/>
        </p:nvSpPr>
        <p:spPr>
          <a:xfrm>
            <a:off x="723265" y="9615170"/>
            <a:ext cx="2135505" cy="5613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00" b="0">
                <a:solidFill>
                  <a:srgbClr val="087F9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087F9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B8 best so far;</a:t>
            </a:r>
            <a:endParaRPr sz="1600" b="1">
              <a:solidFill>
                <a:srgbClr val="087F9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defRPr sz="1400" b="0">
                <a:solidFill>
                  <a:srgbClr val="087F9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087F9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B9–10 additional probes</a:t>
            </a:r>
            <a:endParaRPr sz="1600" b="1">
              <a:solidFill>
                <a:srgbClr val="087F9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21" name="直接连接符 220"/>
          <p:cNvSpPr>
            <a:spLocks noGrp="1"/>
          </p:cNvSpPr>
          <p:nvPr/>
        </p:nvSpPr>
        <p:spPr>
          <a:xfrm>
            <a:off x="2976245" y="9859645"/>
            <a:ext cx="380365" cy="63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222" name="直接连接符 221"/>
          <p:cNvSpPr>
            <a:spLocks noGrp="1"/>
          </p:cNvSpPr>
          <p:nvPr/>
        </p:nvSpPr>
        <p:spPr>
          <a:xfrm>
            <a:off x="3293110" y="9813925"/>
            <a:ext cx="63500" cy="4508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223" name="直接连接符 222"/>
          <p:cNvSpPr>
            <a:spLocks noGrp="1"/>
          </p:cNvSpPr>
          <p:nvPr/>
        </p:nvSpPr>
        <p:spPr>
          <a:xfrm flipV="1">
            <a:off x="3293110" y="9859645"/>
            <a:ext cx="63500" cy="4508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pic>
        <p:nvPicPr>
          <p:cNvPr id="457" name="图片 45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00475" y="9603105"/>
            <a:ext cx="2314575" cy="742315"/>
          </a:xfrm>
          <a:prstGeom prst="rect">
            <a:avLst/>
          </a:prstGeom>
        </p:spPr>
      </p:pic>
      <p:sp>
        <p:nvSpPr>
          <p:cNvPr id="225" name="矩形 224"/>
          <p:cNvSpPr>
            <a:spLocks noGrp="1"/>
          </p:cNvSpPr>
          <p:nvPr/>
        </p:nvSpPr>
        <p:spPr>
          <a:xfrm>
            <a:off x="4677410" y="9678670"/>
            <a:ext cx="1366520" cy="4432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Does higher</a:t>
            </a:r>
            <a:endParaRPr sz="12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concentration help?</a:t>
            </a:r>
            <a:endParaRPr sz="12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26" name="直接连接符 225"/>
          <p:cNvSpPr>
            <a:spLocks noGrp="1"/>
          </p:cNvSpPr>
          <p:nvPr/>
        </p:nvSpPr>
        <p:spPr>
          <a:xfrm>
            <a:off x="6604635" y="9859645"/>
            <a:ext cx="353060" cy="63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227" name="直接连接符 226"/>
          <p:cNvSpPr>
            <a:spLocks noGrp="1"/>
          </p:cNvSpPr>
          <p:nvPr/>
        </p:nvSpPr>
        <p:spPr>
          <a:xfrm>
            <a:off x="6894195" y="9813925"/>
            <a:ext cx="63500" cy="4508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228" name="直接连接符 227"/>
          <p:cNvSpPr>
            <a:spLocks noGrp="1"/>
          </p:cNvSpPr>
          <p:nvPr/>
        </p:nvSpPr>
        <p:spPr>
          <a:xfrm flipV="1">
            <a:off x="6894195" y="9859645"/>
            <a:ext cx="63500" cy="4508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229" name="矩形 228"/>
          <p:cNvSpPr>
            <a:spLocks noGrp="1"/>
          </p:cNvSpPr>
          <p:nvPr/>
        </p:nvSpPr>
        <p:spPr>
          <a:xfrm>
            <a:off x="7328535" y="9615170"/>
            <a:ext cx="2452370" cy="5613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00" b="1">
                <a:solidFill>
                  <a:srgbClr val="087F9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087F9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B11: S2 0.080 → 0.040 L</a:t>
            </a:r>
            <a:endParaRPr sz="1600" b="1">
              <a:solidFill>
                <a:srgbClr val="087F9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30" name="直接连接符 229"/>
          <p:cNvSpPr>
            <a:spLocks noGrp="1"/>
          </p:cNvSpPr>
          <p:nvPr/>
        </p:nvSpPr>
        <p:spPr>
          <a:xfrm>
            <a:off x="9719310" y="9859645"/>
            <a:ext cx="361950" cy="63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231" name="直接连接符 230"/>
          <p:cNvSpPr>
            <a:spLocks noGrp="1"/>
          </p:cNvSpPr>
          <p:nvPr/>
        </p:nvSpPr>
        <p:spPr>
          <a:xfrm>
            <a:off x="10017760" y="9813925"/>
            <a:ext cx="63500" cy="4508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232" name="直接连接符 231"/>
          <p:cNvSpPr>
            <a:spLocks noGrp="1"/>
          </p:cNvSpPr>
          <p:nvPr/>
        </p:nvSpPr>
        <p:spPr>
          <a:xfrm flipV="1">
            <a:off x="10017760" y="9859645"/>
            <a:ext cx="63500" cy="4508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233" name="矩形 232"/>
          <p:cNvSpPr>
            <a:spLocks noGrp="1"/>
          </p:cNvSpPr>
          <p:nvPr/>
        </p:nvSpPr>
        <p:spPr>
          <a:xfrm>
            <a:off x="10389235" y="9615170"/>
            <a:ext cx="2452370" cy="5613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00" b="1">
                <a:solidFill>
                  <a:srgbClr val="C85A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C85A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B11 fines 72.6%, rejected;</a:t>
            </a:r>
            <a:endParaRPr sz="1600" b="1">
              <a:solidFill>
                <a:srgbClr val="C85A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defRPr sz="1400" b="1">
                <a:solidFill>
                  <a:srgbClr val="C85A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C85A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B12 repeats B8: 26.9%</a:t>
            </a:r>
            <a:endParaRPr sz="1600" b="1">
              <a:solidFill>
                <a:srgbClr val="C85A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6" name="Figure 3 plot object 0"/>
          <p:cNvSpPr>
            <a:spLocks noGrp="1"/>
          </p:cNvSpPr>
          <p:nvPr/>
        </p:nvSpPr>
        <p:spPr>
          <a:xfrm>
            <a:off x="2263828" y="342900"/>
            <a:ext cx="9188344" cy="10744200"/>
          </a:xfrm>
          <a:custGeom>
            <a:avLst/>
            <a:gdLst/>
            <a:ahLst/>
            <a:cxnLst/>
            <a:pathLst>
              <a:path w="9188344" h="10744200">
                <a:moveTo>
                  <a:pt x="0" y="10744200"/>
                </a:moveTo>
                <a:lnTo>
                  <a:pt x="9188344" y="10744200"/>
                </a:lnTo>
                <a:lnTo>
                  <a:pt x="9188344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765">
            <a:noFill/>
            <a:prstDash val="solid"/>
          </a:ln>
        </p:spPr>
      </p:sp>
      <p:sp>
        <p:nvSpPr>
          <p:cNvPr id="2" name="Figure 3 plot object 1"/>
          <p:cNvSpPr>
            <a:spLocks noGrp="1"/>
          </p:cNvSpPr>
          <p:nvPr/>
        </p:nvSpPr>
        <p:spPr>
          <a:xfrm>
            <a:off x="3136721" y="880110"/>
            <a:ext cx="3537513" cy="2428189"/>
          </a:xfrm>
          <a:custGeom>
            <a:avLst/>
            <a:gdLst/>
            <a:ahLst/>
            <a:cxnLst/>
            <a:pathLst>
              <a:path w="3537513" h="2428189">
                <a:moveTo>
                  <a:pt x="0" y="2428189"/>
                </a:moveTo>
                <a:lnTo>
                  <a:pt x="3537513" y="2428189"/>
                </a:lnTo>
                <a:lnTo>
                  <a:pt x="35375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765">
            <a:noFill/>
            <a:prstDash val="solid"/>
          </a:ln>
        </p:spPr>
      </p:sp>
      <p:sp>
        <p:nvSpPr>
          <p:cNvPr id="3" name="Figure 3 plot object 2"/>
          <p:cNvSpPr>
            <a:spLocks noGrp="1"/>
          </p:cNvSpPr>
          <p:nvPr/>
        </p:nvSpPr>
        <p:spPr>
          <a:xfrm>
            <a:off x="3326230" y="3308299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4" name="−0.50"/>
          <p:cNvSpPr>
            <a:spLocks noGrp="1"/>
          </p:cNvSpPr>
          <p:nvPr/>
        </p:nvSpPr>
        <p:spPr>
          <a:xfrm>
            <a:off x="3144640" y="3387944"/>
            <a:ext cx="434334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−0.50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" name="Figure 3 plot object 4"/>
          <p:cNvSpPr>
            <a:spLocks noGrp="1"/>
          </p:cNvSpPr>
          <p:nvPr/>
        </p:nvSpPr>
        <p:spPr>
          <a:xfrm>
            <a:off x="4115853" y="3308299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6" name="−0.25"/>
          <p:cNvSpPr>
            <a:spLocks noGrp="1"/>
          </p:cNvSpPr>
          <p:nvPr/>
        </p:nvSpPr>
        <p:spPr>
          <a:xfrm>
            <a:off x="3934263" y="3387944"/>
            <a:ext cx="434334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−0.25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" name="Figure 3 plot object 6"/>
          <p:cNvSpPr>
            <a:spLocks noGrp="1"/>
          </p:cNvSpPr>
          <p:nvPr/>
        </p:nvSpPr>
        <p:spPr>
          <a:xfrm>
            <a:off x="4905477" y="3308299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8" name="0.00"/>
          <p:cNvSpPr>
            <a:spLocks noGrp="1"/>
          </p:cNvSpPr>
          <p:nvPr/>
        </p:nvSpPr>
        <p:spPr>
          <a:xfrm>
            <a:off x="4767123" y="3387944"/>
            <a:ext cx="347862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0.00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" name="Figure 3 plot object 8"/>
          <p:cNvSpPr>
            <a:spLocks noGrp="1"/>
          </p:cNvSpPr>
          <p:nvPr/>
        </p:nvSpPr>
        <p:spPr>
          <a:xfrm>
            <a:off x="5695100" y="3308299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0" name="0.25"/>
          <p:cNvSpPr>
            <a:spLocks noGrp="1"/>
          </p:cNvSpPr>
          <p:nvPr/>
        </p:nvSpPr>
        <p:spPr>
          <a:xfrm>
            <a:off x="5555511" y="3387944"/>
            <a:ext cx="35033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0.25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" name="Figure 3 plot object 10"/>
          <p:cNvSpPr>
            <a:spLocks noGrp="1"/>
          </p:cNvSpPr>
          <p:nvPr/>
        </p:nvSpPr>
        <p:spPr>
          <a:xfrm>
            <a:off x="6484724" y="3308299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2" name="0.50"/>
          <p:cNvSpPr>
            <a:spLocks noGrp="1"/>
          </p:cNvSpPr>
          <p:nvPr/>
        </p:nvSpPr>
        <p:spPr>
          <a:xfrm>
            <a:off x="6345134" y="3387944"/>
            <a:ext cx="35033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0.50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" name="Retest score: Optimization - Discovery"/>
          <p:cNvSpPr>
            <a:spLocks noGrp="1"/>
          </p:cNvSpPr>
          <p:nvPr/>
        </p:nvSpPr>
        <p:spPr>
          <a:xfrm>
            <a:off x="3683635" y="3626485"/>
            <a:ext cx="2919095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Retest score: Optimization - Discovery</a:t>
            </a:r>
            <a:endParaRPr sz="14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" name="Figure 3 plot object 13"/>
          <p:cNvSpPr>
            <a:spLocks noGrp="1"/>
          </p:cNvSpPr>
          <p:nvPr/>
        </p:nvSpPr>
        <p:spPr>
          <a:xfrm>
            <a:off x="3087308" y="2993534"/>
            <a:ext cx="49412" cy="20"/>
          </a:xfrm>
          <a:custGeom>
            <a:avLst/>
            <a:gdLst/>
            <a:ahLst/>
            <a:cxnLst/>
            <a:pathLst>
              <a:path w="49412" h="20">
                <a:moveTo>
                  <a:pt x="49412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5" name="−0.2"/>
          <p:cNvSpPr>
            <a:spLocks noGrp="1"/>
          </p:cNvSpPr>
          <p:nvPr/>
        </p:nvSpPr>
        <p:spPr>
          <a:xfrm>
            <a:off x="2746364" y="2913542"/>
            <a:ext cx="35280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−0.2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6" name="Figure 3 plot object 15"/>
          <p:cNvSpPr>
            <a:spLocks noGrp="1"/>
          </p:cNvSpPr>
          <p:nvPr/>
        </p:nvSpPr>
        <p:spPr>
          <a:xfrm>
            <a:off x="3087308" y="2543869"/>
            <a:ext cx="49412" cy="20"/>
          </a:xfrm>
          <a:custGeom>
            <a:avLst/>
            <a:gdLst/>
            <a:ahLst/>
            <a:cxnLst/>
            <a:pathLst>
              <a:path w="49412" h="20">
                <a:moveTo>
                  <a:pt x="49412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7" name="−0.1"/>
          <p:cNvSpPr>
            <a:spLocks noGrp="1"/>
          </p:cNvSpPr>
          <p:nvPr/>
        </p:nvSpPr>
        <p:spPr>
          <a:xfrm>
            <a:off x="2743893" y="2463877"/>
            <a:ext cx="355274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−0.1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8" name="Figure 3 plot object 17"/>
          <p:cNvSpPr>
            <a:spLocks noGrp="1"/>
          </p:cNvSpPr>
          <p:nvPr/>
        </p:nvSpPr>
        <p:spPr>
          <a:xfrm>
            <a:off x="3087308" y="2094205"/>
            <a:ext cx="49412" cy="20"/>
          </a:xfrm>
          <a:custGeom>
            <a:avLst/>
            <a:gdLst/>
            <a:ahLst/>
            <a:cxnLst/>
            <a:pathLst>
              <a:path w="49412" h="20">
                <a:moveTo>
                  <a:pt x="49412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9" name="0.0"/>
          <p:cNvSpPr>
            <a:spLocks noGrp="1"/>
          </p:cNvSpPr>
          <p:nvPr/>
        </p:nvSpPr>
        <p:spPr>
          <a:xfrm>
            <a:off x="2830365" y="2014212"/>
            <a:ext cx="26880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0.0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0" name="Figure 3 plot object 19"/>
          <p:cNvSpPr>
            <a:spLocks noGrp="1"/>
          </p:cNvSpPr>
          <p:nvPr/>
        </p:nvSpPr>
        <p:spPr>
          <a:xfrm>
            <a:off x="3087308" y="1644540"/>
            <a:ext cx="49412" cy="20"/>
          </a:xfrm>
          <a:custGeom>
            <a:avLst/>
            <a:gdLst/>
            <a:ahLst/>
            <a:cxnLst/>
            <a:pathLst>
              <a:path w="49412" h="20">
                <a:moveTo>
                  <a:pt x="49412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21" name="0.1"/>
          <p:cNvSpPr>
            <a:spLocks noGrp="1"/>
          </p:cNvSpPr>
          <p:nvPr/>
        </p:nvSpPr>
        <p:spPr>
          <a:xfrm>
            <a:off x="2827894" y="1564548"/>
            <a:ext cx="27127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0.1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2" name="Figure 3 plot object 21"/>
          <p:cNvSpPr>
            <a:spLocks noGrp="1"/>
          </p:cNvSpPr>
          <p:nvPr/>
        </p:nvSpPr>
        <p:spPr>
          <a:xfrm>
            <a:off x="3087308" y="1194875"/>
            <a:ext cx="49412" cy="20"/>
          </a:xfrm>
          <a:custGeom>
            <a:avLst/>
            <a:gdLst/>
            <a:ahLst/>
            <a:cxnLst/>
            <a:pathLst>
              <a:path w="49412" h="20">
                <a:moveTo>
                  <a:pt x="49412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23" name="0.2"/>
          <p:cNvSpPr>
            <a:spLocks noGrp="1"/>
          </p:cNvSpPr>
          <p:nvPr/>
        </p:nvSpPr>
        <p:spPr>
          <a:xfrm>
            <a:off x="2830365" y="1114883"/>
            <a:ext cx="26880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0.2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4" name="Score MAE: Discovery - Optimization"/>
          <p:cNvSpPr>
            <a:spLocks noGrp="1"/>
          </p:cNvSpPr>
          <p:nvPr/>
        </p:nvSpPr>
        <p:spPr>
          <a:xfrm rot="-5400000">
            <a:off x="1386684" y="2249590"/>
            <a:ext cx="2433059" cy="1921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Score MAE: Discovery - Optimization</a:t>
            </a:r>
            <a:endParaRPr sz="14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5" name="Figure 3 plot object 24"/>
          <p:cNvSpPr>
            <a:spLocks noGrp="1"/>
          </p:cNvSpPr>
          <p:nvPr/>
        </p:nvSpPr>
        <p:spPr>
          <a:xfrm>
            <a:off x="4905477" y="880110"/>
            <a:ext cx="20" cy="2428189"/>
          </a:xfrm>
          <a:custGeom>
            <a:avLst/>
            <a:gdLst/>
            <a:ahLst/>
            <a:cxnLst/>
            <a:pathLst>
              <a:path w="20" h="2428189">
                <a:moveTo>
                  <a:pt x="0" y="2428189"/>
                </a:moveTo>
                <a:lnTo>
                  <a:pt x="0" y="0"/>
                </a:lnTo>
              </a:path>
            </a:pathLst>
          </a:custGeom>
          <a:noFill/>
          <a:ln w="12847">
            <a:solidFill>
              <a:srgbClr val="828282"/>
            </a:solidFill>
            <a:custDash>
              <a:ds d="300000" sp="300000"/>
            </a:custDash>
          </a:ln>
        </p:spPr>
      </p:sp>
      <p:sp>
        <p:nvSpPr>
          <p:cNvPr id="26" name="Figure 3 plot object 25"/>
          <p:cNvSpPr>
            <a:spLocks noGrp="1"/>
          </p:cNvSpPr>
          <p:nvPr/>
        </p:nvSpPr>
        <p:spPr>
          <a:xfrm>
            <a:off x="3136721" y="2094205"/>
            <a:ext cx="3537513" cy="20"/>
          </a:xfrm>
          <a:custGeom>
            <a:avLst/>
            <a:gdLst/>
            <a:ahLst/>
            <a:cxnLst/>
            <a:pathLst>
              <a:path w="3537513" h="20">
                <a:moveTo>
                  <a:pt x="0" y="0"/>
                </a:moveTo>
                <a:lnTo>
                  <a:pt x="3537513" y="0"/>
                </a:lnTo>
              </a:path>
            </a:pathLst>
          </a:custGeom>
          <a:noFill/>
          <a:ln w="12847">
            <a:solidFill>
              <a:srgbClr val="828282"/>
            </a:solidFill>
            <a:custDash>
              <a:ds d="300000" sp="300000"/>
            </a:custDash>
          </a:ln>
        </p:spPr>
      </p:sp>
      <p:sp>
        <p:nvSpPr>
          <p:cNvPr id="27" name="Figure 3 plot object 26"/>
          <p:cNvSpPr>
            <a:spLocks noGrp="1"/>
          </p:cNvSpPr>
          <p:nvPr/>
        </p:nvSpPr>
        <p:spPr>
          <a:xfrm>
            <a:off x="3231400" y="923822"/>
            <a:ext cx="1419739" cy="321134"/>
          </a:xfrm>
          <a:custGeom>
            <a:avLst/>
            <a:gdLst/>
            <a:ahLst/>
            <a:cxnLst/>
            <a:pathLst>
              <a:path w="1419739" h="321134">
                <a:moveTo>
                  <a:pt x="0" y="321134"/>
                </a:moveTo>
                <a:lnTo>
                  <a:pt x="1419739" y="321134"/>
                </a:lnTo>
                <a:lnTo>
                  <a:pt x="141973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765">
            <a:noFill/>
            <a:prstDash val="solid"/>
          </a:ln>
        </p:spPr>
      </p:sp>
      <p:sp>
        <p:nvSpPr>
          <p:cNvPr id="30" name="Figure 3 plot object 29"/>
          <p:cNvSpPr>
            <a:spLocks noGrp="1"/>
          </p:cNvSpPr>
          <p:nvPr/>
        </p:nvSpPr>
        <p:spPr>
          <a:xfrm>
            <a:off x="6086995" y="923822"/>
            <a:ext cx="492558" cy="319438"/>
          </a:xfrm>
          <a:custGeom>
            <a:avLst/>
            <a:gdLst/>
            <a:ahLst/>
            <a:cxnLst/>
            <a:pathLst>
              <a:path w="492558" h="319438">
                <a:moveTo>
                  <a:pt x="0" y="319438"/>
                </a:moveTo>
                <a:lnTo>
                  <a:pt x="492558" y="319438"/>
                </a:lnTo>
                <a:lnTo>
                  <a:pt x="49255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765">
            <a:noFill/>
            <a:prstDash val="solid"/>
          </a:ln>
        </p:spPr>
      </p:sp>
      <p:sp>
        <p:nvSpPr>
          <p:cNvPr id="33" name="Figure 3 plot object 32"/>
          <p:cNvSpPr>
            <a:spLocks noGrp="1"/>
          </p:cNvSpPr>
          <p:nvPr/>
        </p:nvSpPr>
        <p:spPr>
          <a:xfrm>
            <a:off x="3231400" y="2945149"/>
            <a:ext cx="485192" cy="319438"/>
          </a:xfrm>
          <a:custGeom>
            <a:avLst/>
            <a:gdLst/>
            <a:ahLst/>
            <a:cxnLst/>
            <a:pathLst>
              <a:path w="485192" h="319438">
                <a:moveTo>
                  <a:pt x="0" y="319438"/>
                </a:moveTo>
                <a:lnTo>
                  <a:pt x="485192" y="319438"/>
                </a:lnTo>
                <a:lnTo>
                  <a:pt x="48519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765">
            <a:noFill/>
            <a:prstDash val="solid"/>
          </a:ln>
        </p:spPr>
      </p:sp>
      <p:sp>
        <p:nvSpPr>
          <p:cNvPr id="36" name="Figure 3 plot object 35"/>
          <p:cNvSpPr>
            <a:spLocks noGrp="1"/>
          </p:cNvSpPr>
          <p:nvPr/>
        </p:nvSpPr>
        <p:spPr>
          <a:xfrm>
            <a:off x="5159815" y="2943453"/>
            <a:ext cx="1419739" cy="321134"/>
          </a:xfrm>
          <a:custGeom>
            <a:avLst/>
            <a:gdLst/>
            <a:ahLst/>
            <a:cxnLst/>
            <a:pathLst>
              <a:path w="1419739" h="321134">
                <a:moveTo>
                  <a:pt x="0" y="321134"/>
                </a:moveTo>
                <a:lnTo>
                  <a:pt x="1419739" y="321134"/>
                </a:lnTo>
                <a:lnTo>
                  <a:pt x="141973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765">
            <a:noFill/>
            <a:prstDash val="solid"/>
          </a:ln>
        </p:spPr>
      </p:sp>
      <p:sp>
        <p:nvSpPr>
          <p:cNvPr id="39" name="Figure 3 plot object 38"/>
          <p:cNvSpPr>
            <a:spLocks noGrp="1"/>
          </p:cNvSpPr>
          <p:nvPr/>
        </p:nvSpPr>
        <p:spPr>
          <a:xfrm>
            <a:off x="3136721" y="880110"/>
            <a:ext cx="20" cy="2428189"/>
          </a:xfrm>
          <a:custGeom>
            <a:avLst/>
            <a:gdLst/>
            <a:ahLst/>
            <a:cxnLst/>
            <a:pathLst>
              <a:path w="20" h="2428189">
                <a:moveTo>
                  <a:pt x="0" y="2428189"/>
                </a:moveTo>
                <a:lnTo>
                  <a:pt x="0" y="0"/>
                </a:lnTo>
              </a:path>
            </a:pathLst>
          </a:custGeom>
          <a:noFill/>
          <a:ln w="11859">
            <a:solidFill>
              <a:srgbClr val="111111"/>
            </a:solidFill>
            <a:prstDash val="solid"/>
          </a:ln>
        </p:spPr>
      </p:sp>
      <p:sp>
        <p:nvSpPr>
          <p:cNvPr id="40" name="Figure 3 plot object 39"/>
          <p:cNvSpPr>
            <a:spLocks noGrp="1"/>
          </p:cNvSpPr>
          <p:nvPr/>
        </p:nvSpPr>
        <p:spPr>
          <a:xfrm>
            <a:off x="3136721" y="3308299"/>
            <a:ext cx="3537513" cy="20"/>
          </a:xfrm>
          <a:custGeom>
            <a:avLst/>
            <a:gdLst/>
            <a:ahLst/>
            <a:cxnLst/>
            <a:pathLst>
              <a:path w="3537513" h="20">
                <a:moveTo>
                  <a:pt x="0" y="0"/>
                </a:moveTo>
                <a:lnTo>
                  <a:pt x="3537513" y="0"/>
                </a:lnTo>
              </a:path>
            </a:pathLst>
          </a:custGeom>
          <a:noFill/>
          <a:ln w="11859">
            <a:solidFill>
              <a:srgbClr val="111111"/>
            </a:solidFill>
            <a:prstDash val="solid"/>
          </a:ln>
        </p:spPr>
      </p:sp>
      <p:sp>
        <p:nvSpPr>
          <p:cNvPr id="41" name="Figure 3 plot object 40"/>
          <p:cNvSpPr>
            <a:spLocks noGrp="1"/>
          </p:cNvSpPr>
          <p:nvPr/>
        </p:nvSpPr>
        <p:spPr>
          <a:xfrm>
            <a:off x="4978777" y="2679834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637482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42" name="Figure 3 plot object 41"/>
          <p:cNvSpPr>
            <a:spLocks noGrp="1"/>
          </p:cNvSpPr>
          <p:nvPr/>
        </p:nvSpPr>
        <p:spPr>
          <a:xfrm>
            <a:off x="5631518" y="2282213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637482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43" name="Figure 3 plot object 42"/>
          <p:cNvSpPr>
            <a:spLocks noGrp="1"/>
          </p:cNvSpPr>
          <p:nvPr/>
        </p:nvSpPr>
        <p:spPr>
          <a:xfrm>
            <a:off x="5675392" y="1029718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637482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44" name="Figure 3 plot object 43"/>
          <p:cNvSpPr>
            <a:spLocks noGrp="1"/>
          </p:cNvSpPr>
          <p:nvPr/>
        </p:nvSpPr>
        <p:spPr>
          <a:xfrm>
            <a:off x="5630782" y="1672123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637482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45" name="Figure 3 plot object 44"/>
          <p:cNvSpPr>
            <a:spLocks noGrp="1"/>
          </p:cNvSpPr>
          <p:nvPr/>
        </p:nvSpPr>
        <p:spPr>
          <a:xfrm>
            <a:off x="5056969" y="2858259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637482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46" name="Figure 3 plot object 45"/>
          <p:cNvSpPr>
            <a:spLocks noGrp="1"/>
          </p:cNvSpPr>
          <p:nvPr/>
        </p:nvSpPr>
        <p:spPr>
          <a:xfrm>
            <a:off x="5797770" y="1648188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637482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47" name="Figure 3 plot object 46"/>
          <p:cNvSpPr>
            <a:spLocks noGrp="1"/>
          </p:cNvSpPr>
          <p:nvPr/>
        </p:nvSpPr>
        <p:spPr>
          <a:xfrm>
            <a:off x="5254404" y="1574916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637482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48" name="Figure 3 plot object 47"/>
          <p:cNvSpPr>
            <a:spLocks noGrp="1"/>
          </p:cNvSpPr>
          <p:nvPr/>
        </p:nvSpPr>
        <p:spPr>
          <a:xfrm>
            <a:off x="5299953" y="1752683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637482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49" name="Figure 3 plot object 48"/>
          <p:cNvSpPr>
            <a:spLocks noGrp="1"/>
          </p:cNvSpPr>
          <p:nvPr/>
        </p:nvSpPr>
        <p:spPr>
          <a:xfrm>
            <a:off x="4905422" y="2072693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637482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50" name="Figure 3 plot object 49"/>
          <p:cNvSpPr>
            <a:spLocks noGrp="1"/>
          </p:cNvSpPr>
          <p:nvPr/>
        </p:nvSpPr>
        <p:spPr>
          <a:xfrm>
            <a:off x="6486829" y="2674865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637482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51" name="Figure 3 plot object 50"/>
          <p:cNvSpPr>
            <a:spLocks noGrp="1"/>
          </p:cNvSpPr>
          <p:nvPr/>
        </p:nvSpPr>
        <p:spPr>
          <a:xfrm>
            <a:off x="5980043" y="1125106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277F8A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52" name="Figure 3 plot object 51"/>
          <p:cNvSpPr>
            <a:spLocks noGrp="1"/>
          </p:cNvSpPr>
          <p:nvPr/>
        </p:nvSpPr>
        <p:spPr>
          <a:xfrm>
            <a:off x="5775559" y="1806165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277F8A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53" name="Figure 3 plot object 52"/>
          <p:cNvSpPr>
            <a:spLocks noGrp="1"/>
          </p:cNvSpPr>
          <p:nvPr/>
        </p:nvSpPr>
        <p:spPr>
          <a:xfrm>
            <a:off x="5258897" y="2056380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277F8A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54" name="Figure 3 plot object 53"/>
          <p:cNvSpPr>
            <a:spLocks noGrp="1"/>
          </p:cNvSpPr>
          <p:nvPr/>
        </p:nvSpPr>
        <p:spPr>
          <a:xfrm>
            <a:off x="5521758" y="1995868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277F8A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55" name="Figure 3 plot object 54"/>
          <p:cNvSpPr>
            <a:spLocks noGrp="1"/>
          </p:cNvSpPr>
          <p:nvPr/>
        </p:nvSpPr>
        <p:spPr>
          <a:xfrm>
            <a:off x="5632461" y="2048601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277F8A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56" name="Figure 3 plot object 55"/>
          <p:cNvSpPr>
            <a:spLocks noGrp="1"/>
          </p:cNvSpPr>
          <p:nvPr/>
        </p:nvSpPr>
        <p:spPr>
          <a:xfrm>
            <a:off x="5152687" y="1980275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277F8A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57" name="Figure 3 plot object 56"/>
          <p:cNvSpPr>
            <a:spLocks noGrp="1"/>
          </p:cNvSpPr>
          <p:nvPr/>
        </p:nvSpPr>
        <p:spPr>
          <a:xfrm>
            <a:off x="6292919" y="1677490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277F8A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58" name="Figure 3 plot object 57"/>
          <p:cNvSpPr>
            <a:spLocks noGrp="1"/>
          </p:cNvSpPr>
          <p:nvPr/>
        </p:nvSpPr>
        <p:spPr>
          <a:xfrm>
            <a:off x="5706621" y="2240103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277F8A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59" name="Figure 3 plot object 58"/>
          <p:cNvSpPr>
            <a:spLocks noGrp="1"/>
          </p:cNvSpPr>
          <p:nvPr/>
        </p:nvSpPr>
        <p:spPr>
          <a:xfrm>
            <a:off x="5575480" y="2471128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277F8A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60" name="Figure 3 plot object 59"/>
          <p:cNvSpPr>
            <a:spLocks noGrp="1"/>
          </p:cNvSpPr>
          <p:nvPr/>
        </p:nvSpPr>
        <p:spPr>
          <a:xfrm>
            <a:off x="6233095" y="1181343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277F8A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61" name="Figure 3 plot object 60"/>
          <p:cNvSpPr>
            <a:spLocks noGrp="1"/>
          </p:cNvSpPr>
          <p:nvPr/>
        </p:nvSpPr>
        <p:spPr>
          <a:xfrm>
            <a:off x="5811655" y="1683647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BC7850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62" name="Figure 3 plot object 61"/>
          <p:cNvSpPr>
            <a:spLocks noGrp="1"/>
          </p:cNvSpPr>
          <p:nvPr/>
        </p:nvSpPr>
        <p:spPr>
          <a:xfrm>
            <a:off x="4898920" y="2743782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BC7850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63" name="Figure 3 plot object 62"/>
          <p:cNvSpPr>
            <a:spLocks noGrp="1"/>
          </p:cNvSpPr>
          <p:nvPr/>
        </p:nvSpPr>
        <p:spPr>
          <a:xfrm>
            <a:off x="4994840" y="2104607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BC7850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64" name="Figure 3 plot object 63"/>
          <p:cNvSpPr>
            <a:spLocks noGrp="1"/>
          </p:cNvSpPr>
          <p:nvPr/>
        </p:nvSpPr>
        <p:spPr>
          <a:xfrm>
            <a:off x="5589379" y="2007733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BC7850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65" name="Figure 3 plot object 64"/>
          <p:cNvSpPr>
            <a:spLocks noGrp="1"/>
          </p:cNvSpPr>
          <p:nvPr/>
        </p:nvSpPr>
        <p:spPr>
          <a:xfrm>
            <a:off x="4233609" y="2328110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BC7850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66" name="Figure 3 plot object 65"/>
          <p:cNvSpPr>
            <a:spLocks noGrp="1"/>
          </p:cNvSpPr>
          <p:nvPr/>
        </p:nvSpPr>
        <p:spPr>
          <a:xfrm>
            <a:off x="5830359" y="2120914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BC7850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67" name="Figure 3 plot object 66"/>
          <p:cNvSpPr>
            <a:spLocks noGrp="1"/>
          </p:cNvSpPr>
          <p:nvPr/>
        </p:nvSpPr>
        <p:spPr>
          <a:xfrm>
            <a:off x="3994137" y="2481482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BC7850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68" name="Figure 3 plot object 67"/>
          <p:cNvSpPr>
            <a:spLocks noGrp="1"/>
          </p:cNvSpPr>
          <p:nvPr/>
        </p:nvSpPr>
        <p:spPr>
          <a:xfrm>
            <a:off x="4073514" y="2561012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BC7850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69" name="Figure 3 plot object 68"/>
          <p:cNvSpPr>
            <a:spLocks noGrp="1"/>
          </p:cNvSpPr>
          <p:nvPr/>
        </p:nvSpPr>
        <p:spPr>
          <a:xfrm>
            <a:off x="5259030" y="2787444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BC7850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70" name="Figure 3 plot object 69"/>
          <p:cNvSpPr>
            <a:spLocks noGrp="1"/>
          </p:cNvSpPr>
          <p:nvPr/>
        </p:nvSpPr>
        <p:spPr>
          <a:xfrm>
            <a:off x="4650151" y="1746991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BC7850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71" name="Figure 3 plot object 70"/>
          <p:cNvSpPr>
            <a:spLocks noGrp="1"/>
          </p:cNvSpPr>
          <p:nvPr/>
        </p:nvSpPr>
        <p:spPr>
          <a:xfrm>
            <a:off x="4941038" y="2642095"/>
            <a:ext cx="172306" cy="172306"/>
          </a:xfrm>
          <a:custGeom>
            <a:avLst/>
            <a:gdLst/>
            <a:ahLst/>
            <a:cxnLst/>
            <a:pathLst>
              <a:path w="172306" h="172306">
                <a:moveTo>
                  <a:pt x="86153" y="172306"/>
                </a:moveTo>
                <a:cubicBezTo>
                  <a:pt x="109001" y="172306"/>
                  <a:pt x="130917" y="163229"/>
                  <a:pt x="147073" y="147073"/>
                </a:cubicBezTo>
                <a:cubicBezTo>
                  <a:pt x="163229" y="130917"/>
                  <a:pt x="172306" y="109001"/>
                  <a:pt x="172306" y="86153"/>
                </a:cubicBezTo>
                <a:cubicBezTo>
                  <a:pt x="172306" y="63305"/>
                  <a:pt x="163229" y="41390"/>
                  <a:pt x="147073" y="25234"/>
                </a:cubicBezTo>
                <a:cubicBezTo>
                  <a:pt x="130917" y="9078"/>
                  <a:pt x="109001" y="0"/>
                  <a:pt x="86153" y="0"/>
                </a:cubicBezTo>
                <a:cubicBezTo>
                  <a:pt x="63305" y="0"/>
                  <a:pt x="41390" y="9078"/>
                  <a:pt x="25234" y="25234"/>
                </a:cubicBezTo>
                <a:cubicBezTo>
                  <a:pt x="9078" y="41390"/>
                  <a:pt x="0" y="63305"/>
                  <a:pt x="0" y="86153"/>
                </a:cubicBezTo>
                <a:cubicBezTo>
                  <a:pt x="0" y="109001"/>
                  <a:pt x="9078" y="130917"/>
                  <a:pt x="25234" y="147073"/>
                </a:cubicBezTo>
                <a:cubicBezTo>
                  <a:pt x="41390" y="163229"/>
                  <a:pt x="63305" y="172306"/>
                  <a:pt x="86153" y="172306"/>
                </a:cubicBezTo>
                <a:lnTo>
                  <a:pt x="86153" y="172306"/>
                </a:lnTo>
                <a:close/>
              </a:path>
            </a:pathLst>
          </a:custGeom>
          <a:noFill/>
          <a:ln w="15812">
            <a:solidFill>
              <a:srgbClr val="171717"/>
            </a:solidFill>
            <a:prstDash val="solid"/>
          </a:ln>
        </p:spPr>
      </p:sp>
      <p:sp>
        <p:nvSpPr>
          <p:cNvPr id="72" name="Figure 3 plot object 71"/>
          <p:cNvSpPr>
            <a:spLocks noGrp="1"/>
          </p:cNvSpPr>
          <p:nvPr/>
        </p:nvSpPr>
        <p:spPr>
          <a:xfrm>
            <a:off x="7914660" y="880110"/>
            <a:ext cx="3399687" cy="2428189"/>
          </a:xfrm>
          <a:custGeom>
            <a:avLst/>
            <a:gdLst/>
            <a:ahLst/>
            <a:cxnLst/>
            <a:pathLst>
              <a:path w="3399687" h="2428189">
                <a:moveTo>
                  <a:pt x="0" y="2428189"/>
                </a:moveTo>
                <a:lnTo>
                  <a:pt x="3399687" y="2428189"/>
                </a:lnTo>
                <a:lnTo>
                  <a:pt x="339968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765">
            <a:noFill/>
            <a:prstDash val="solid"/>
          </a:ln>
        </p:spPr>
      </p:sp>
      <p:sp>
        <p:nvSpPr>
          <p:cNvPr id="73" name="Figure 3 plot object 72"/>
          <p:cNvSpPr>
            <a:spLocks noGrp="1"/>
          </p:cNvSpPr>
          <p:nvPr/>
        </p:nvSpPr>
        <p:spPr>
          <a:xfrm>
            <a:off x="8339621" y="3308299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74" name="−0.06"/>
          <p:cNvSpPr>
            <a:spLocks noGrp="1"/>
          </p:cNvSpPr>
          <p:nvPr/>
        </p:nvSpPr>
        <p:spPr>
          <a:xfrm>
            <a:off x="8159266" y="3387944"/>
            <a:ext cx="43186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−0.06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5" name="Figure 3 plot object 74"/>
          <p:cNvSpPr>
            <a:spLocks noGrp="1"/>
          </p:cNvSpPr>
          <p:nvPr/>
        </p:nvSpPr>
        <p:spPr>
          <a:xfrm>
            <a:off x="8977062" y="3308299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76" name="−0.03"/>
          <p:cNvSpPr>
            <a:spLocks noGrp="1"/>
          </p:cNvSpPr>
          <p:nvPr/>
        </p:nvSpPr>
        <p:spPr>
          <a:xfrm>
            <a:off x="8796707" y="3387944"/>
            <a:ext cx="43186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−0.03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7" name="Figure 3 plot object 76"/>
          <p:cNvSpPr>
            <a:spLocks noGrp="1"/>
          </p:cNvSpPr>
          <p:nvPr/>
        </p:nvSpPr>
        <p:spPr>
          <a:xfrm>
            <a:off x="9614503" y="3308299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78" name="0.00"/>
          <p:cNvSpPr>
            <a:spLocks noGrp="1"/>
          </p:cNvSpPr>
          <p:nvPr/>
        </p:nvSpPr>
        <p:spPr>
          <a:xfrm>
            <a:off x="9476149" y="3387944"/>
            <a:ext cx="347862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0.00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9" name="Figure 3 plot object 78"/>
          <p:cNvSpPr>
            <a:spLocks noGrp="1"/>
          </p:cNvSpPr>
          <p:nvPr/>
        </p:nvSpPr>
        <p:spPr>
          <a:xfrm>
            <a:off x="10251945" y="3308299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80" name="0.03"/>
          <p:cNvSpPr>
            <a:spLocks noGrp="1"/>
          </p:cNvSpPr>
          <p:nvPr/>
        </p:nvSpPr>
        <p:spPr>
          <a:xfrm>
            <a:off x="10113590" y="3387944"/>
            <a:ext cx="347862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0.03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1" name="Figure 3 plot object 80"/>
          <p:cNvSpPr>
            <a:spLocks noGrp="1"/>
          </p:cNvSpPr>
          <p:nvPr/>
        </p:nvSpPr>
        <p:spPr>
          <a:xfrm>
            <a:off x="10889386" y="3308299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82" name="0.06"/>
          <p:cNvSpPr>
            <a:spLocks noGrp="1"/>
          </p:cNvSpPr>
          <p:nvPr/>
        </p:nvSpPr>
        <p:spPr>
          <a:xfrm>
            <a:off x="10751032" y="3387944"/>
            <a:ext cx="347862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0.06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3" name="Retest score: Optimization - Discovery"/>
          <p:cNvSpPr>
            <a:spLocks noGrp="1"/>
          </p:cNvSpPr>
          <p:nvPr/>
        </p:nvSpPr>
        <p:spPr>
          <a:xfrm>
            <a:off x="8405495" y="3626485"/>
            <a:ext cx="2872105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Retest score: Optimization - Discovery</a:t>
            </a:r>
            <a:endParaRPr sz="14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4" name="Figure 3 plot object 83"/>
          <p:cNvSpPr>
            <a:spLocks noGrp="1"/>
          </p:cNvSpPr>
          <p:nvPr/>
        </p:nvSpPr>
        <p:spPr>
          <a:xfrm>
            <a:off x="7865247" y="3197927"/>
            <a:ext cx="49412" cy="20"/>
          </a:xfrm>
          <a:custGeom>
            <a:avLst/>
            <a:gdLst/>
            <a:ahLst/>
            <a:cxnLst/>
            <a:pathLst>
              <a:path w="49412" h="20">
                <a:moveTo>
                  <a:pt x="49412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85" name="−0.2"/>
          <p:cNvSpPr>
            <a:spLocks noGrp="1"/>
          </p:cNvSpPr>
          <p:nvPr/>
        </p:nvSpPr>
        <p:spPr>
          <a:xfrm>
            <a:off x="7524303" y="3117935"/>
            <a:ext cx="35280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−0.2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6" name="Figure 3 plot object 85"/>
          <p:cNvSpPr>
            <a:spLocks noGrp="1"/>
          </p:cNvSpPr>
          <p:nvPr/>
        </p:nvSpPr>
        <p:spPr>
          <a:xfrm>
            <a:off x="7865247" y="2646066"/>
            <a:ext cx="49412" cy="20"/>
          </a:xfrm>
          <a:custGeom>
            <a:avLst/>
            <a:gdLst/>
            <a:ahLst/>
            <a:cxnLst/>
            <a:pathLst>
              <a:path w="49412" h="20">
                <a:moveTo>
                  <a:pt x="49412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87" name="−0.1"/>
          <p:cNvSpPr>
            <a:spLocks noGrp="1"/>
          </p:cNvSpPr>
          <p:nvPr/>
        </p:nvSpPr>
        <p:spPr>
          <a:xfrm>
            <a:off x="7521832" y="2566074"/>
            <a:ext cx="355274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−0.1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8" name="Figure 3 plot object 87"/>
          <p:cNvSpPr>
            <a:spLocks noGrp="1"/>
          </p:cNvSpPr>
          <p:nvPr/>
        </p:nvSpPr>
        <p:spPr>
          <a:xfrm>
            <a:off x="7865247" y="2094205"/>
            <a:ext cx="49412" cy="20"/>
          </a:xfrm>
          <a:custGeom>
            <a:avLst/>
            <a:gdLst/>
            <a:ahLst/>
            <a:cxnLst/>
            <a:pathLst>
              <a:path w="49412" h="20">
                <a:moveTo>
                  <a:pt x="49412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89" name="0.0"/>
          <p:cNvSpPr>
            <a:spLocks noGrp="1"/>
          </p:cNvSpPr>
          <p:nvPr/>
        </p:nvSpPr>
        <p:spPr>
          <a:xfrm>
            <a:off x="7608304" y="2014212"/>
            <a:ext cx="26880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0.0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0" name="Figure 3 plot object 89"/>
          <p:cNvSpPr>
            <a:spLocks noGrp="1"/>
          </p:cNvSpPr>
          <p:nvPr/>
        </p:nvSpPr>
        <p:spPr>
          <a:xfrm>
            <a:off x="7865247" y="1542343"/>
            <a:ext cx="49412" cy="20"/>
          </a:xfrm>
          <a:custGeom>
            <a:avLst/>
            <a:gdLst/>
            <a:ahLst/>
            <a:cxnLst/>
            <a:pathLst>
              <a:path w="49412" h="20">
                <a:moveTo>
                  <a:pt x="49412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91" name="0.1"/>
          <p:cNvSpPr>
            <a:spLocks noGrp="1"/>
          </p:cNvSpPr>
          <p:nvPr/>
        </p:nvSpPr>
        <p:spPr>
          <a:xfrm>
            <a:off x="7605833" y="1462351"/>
            <a:ext cx="27127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0.1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2" name="Figure 3 plot object 91"/>
          <p:cNvSpPr>
            <a:spLocks noGrp="1"/>
          </p:cNvSpPr>
          <p:nvPr/>
        </p:nvSpPr>
        <p:spPr>
          <a:xfrm>
            <a:off x="7865247" y="990482"/>
            <a:ext cx="49412" cy="20"/>
          </a:xfrm>
          <a:custGeom>
            <a:avLst/>
            <a:gdLst/>
            <a:ahLst/>
            <a:cxnLst/>
            <a:pathLst>
              <a:path w="49412" h="20">
                <a:moveTo>
                  <a:pt x="49412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93" name="0.2"/>
          <p:cNvSpPr>
            <a:spLocks noGrp="1"/>
          </p:cNvSpPr>
          <p:nvPr/>
        </p:nvSpPr>
        <p:spPr>
          <a:xfrm>
            <a:off x="7608304" y="910490"/>
            <a:ext cx="26880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0.2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4" name="Score MAE: Discovery - Optimization"/>
          <p:cNvSpPr>
            <a:spLocks noGrp="1"/>
          </p:cNvSpPr>
          <p:nvPr/>
        </p:nvSpPr>
        <p:spPr>
          <a:xfrm rot="-5400000">
            <a:off x="6164623" y="2249590"/>
            <a:ext cx="2433059" cy="1921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Score MAE: Discovery - Optimization</a:t>
            </a:r>
            <a:endParaRPr sz="14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5" name="Figure 3 plot object 94"/>
          <p:cNvSpPr>
            <a:spLocks noGrp="1"/>
          </p:cNvSpPr>
          <p:nvPr/>
        </p:nvSpPr>
        <p:spPr>
          <a:xfrm>
            <a:off x="9614503" y="880110"/>
            <a:ext cx="20" cy="2428189"/>
          </a:xfrm>
          <a:custGeom>
            <a:avLst/>
            <a:gdLst/>
            <a:ahLst/>
            <a:cxnLst/>
            <a:pathLst>
              <a:path w="20" h="2428189">
                <a:moveTo>
                  <a:pt x="0" y="2428189"/>
                </a:moveTo>
                <a:lnTo>
                  <a:pt x="0" y="0"/>
                </a:lnTo>
              </a:path>
            </a:pathLst>
          </a:custGeom>
          <a:noFill/>
          <a:ln w="12847">
            <a:solidFill>
              <a:srgbClr val="828282"/>
            </a:solidFill>
            <a:custDash>
              <a:ds d="300000" sp="300000"/>
            </a:custDash>
          </a:ln>
        </p:spPr>
      </p:sp>
      <p:sp>
        <p:nvSpPr>
          <p:cNvPr id="96" name="Figure 3 plot object 95"/>
          <p:cNvSpPr>
            <a:spLocks noGrp="1"/>
          </p:cNvSpPr>
          <p:nvPr/>
        </p:nvSpPr>
        <p:spPr>
          <a:xfrm>
            <a:off x="7914660" y="2094205"/>
            <a:ext cx="3399687" cy="20"/>
          </a:xfrm>
          <a:custGeom>
            <a:avLst/>
            <a:gdLst/>
            <a:ahLst/>
            <a:cxnLst/>
            <a:pathLst>
              <a:path w="3399687" h="20">
                <a:moveTo>
                  <a:pt x="0" y="0"/>
                </a:moveTo>
                <a:lnTo>
                  <a:pt x="3399687" y="0"/>
                </a:lnTo>
              </a:path>
            </a:pathLst>
          </a:custGeom>
          <a:noFill/>
          <a:ln w="12847">
            <a:solidFill>
              <a:srgbClr val="828282"/>
            </a:solidFill>
            <a:custDash>
              <a:ds d="300000" sp="300000"/>
            </a:custDash>
          </a:ln>
        </p:spPr>
      </p:sp>
      <p:sp>
        <p:nvSpPr>
          <p:cNvPr id="97" name="Figure 3 plot object 96"/>
          <p:cNvSpPr>
            <a:spLocks noGrp="1"/>
          </p:cNvSpPr>
          <p:nvPr/>
        </p:nvSpPr>
        <p:spPr>
          <a:xfrm>
            <a:off x="8004515" y="923822"/>
            <a:ext cx="1419739" cy="321134"/>
          </a:xfrm>
          <a:custGeom>
            <a:avLst/>
            <a:gdLst/>
            <a:ahLst/>
            <a:cxnLst/>
            <a:pathLst>
              <a:path w="1419739" h="321134">
                <a:moveTo>
                  <a:pt x="0" y="321134"/>
                </a:moveTo>
                <a:lnTo>
                  <a:pt x="1419739" y="321134"/>
                </a:lnTo>
                <a:lnTo>
                  <a:pt x="141973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765">
            <a:noFill/>
            <a:prstDash val="solid"/>
          </a:ln>
        </p:spPr>
      </p:sp>
      <p:sp>
        <p:nvSpPr>
          <p:cNvPr id="100" name="Figure 3 plot object 99"/>
          <p:cNvSpPr>
            <a:spLocks noGrp="1"/>
          </p:cNvSpPr>
          <p:nvPr/>
        </p:nvSpPr>
        <p:spPr>
          <a:xfrm>
            <a:off x="10731933" y="923822"/>
            <a:ext cx="492558" cy="319438"/>
          </a:xfrm>
          <a:custGeom>
            <a:avLst/>
            <a:gdLst/>
            <a:ahLst/>
            <a:cxnLst/>
            <a:pathLst>
              <a:path w="492558" h="319438">
                <a:moveTo>
                  <a:pt x="0" y="319438"/>
                </a:moveTo>
                <a:lnTo>
                  <a:pt x="492558" y="319438"/>
                </a:lnTo>
                <a:lnTo>
                  <a:pt x="49255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765">
            <a:noFill/>
            <a:prstDash val="solid"/>
          </a:ln>
        </p:spPr>
      </p:sp>
      <p:sp>
        <p:nvSpPr>
          <p:cNvPr id="103" name="Figure 3 plot object 102"/>
          <p:cNvSpPr>
            <a:spLocks noGrp="1"/>
          </p:cNvSpPr>
          <p:nvPr/>
        </p:nvSpPr>
        <p:spPr>
          <a:xfrm>
            <a:off x="8004515" y="2945149"/>
            <a:ext cx="485192" cy="319438"/>
          </a:xfrm>
          <a:custGeom>
            <a:avLst/>
            <a:gdLst/>
            <a:ahLst/>
            <a:cxnLst/>
            <a:pathLst>
              <a:path w="485192" h="319438">
                <a:moveTo>
                  <a:pt x="0" y="319438"/>
                </a:moveTo>
                <a:lnTo>
                  <a:pt x="485192" y="319438"/>
                </a:lnTo>
                <a:lnTo>
                  <a:pt x="48519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765">
            <a:noFill/>
            <a:prstDash val="solid"/>
          </a:ln>
        </p:spPr>
      </p:sp>
      <p:sp>
        <p:nvSpPr>
          <p:cNvPr id="106" name="Figure 3 plot object 105"/>
          <p:cNvSpPr>
            <a:spLocks noGrp="1"/>
          </p:cNvSpPr>
          <p:nvPr/>
        </p:nvSpPr>
        <p:spPr>
          <a:xfrm>
            <a:off x="9804752" y="2943453"/>
            <a:ext cx="1419739" cy="321134"/>
          </a:xfrm>
          <a:custGeom>
            <a:avLst/>
            <a:gdLst/>
            <a:ahLst/>
            <a:cxnLst/>
            <a:pathLst>
              <a:path w="1419739" h="321134">
                <a:moveTo>
                  <a:pt x="0" y="321134"/>
                </a:moveTo>
                <a:lnTo>
                  <a:pt x="1419739" y="321134"/>
                </a:lnTo>
                <a:lnTo>
                  <a:pt x="141973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765">
            <a:noFill/>
            <a:prstDash val="solid"/>
          </a:ln>
        </p:spPr>
      </p:sp>
      <p:sp>
        <p:nvSpPr>
          <p:cNvPr id="109" name="Figure 3 plot object 108"/>
          <p:cNvSpPr>
            <a:spLocks noGrp="1"/>
          </p:cNvSpPr>
          <p:nvPr/>
        </p:nvSpPr>
        <p:spPr>
          <a:xfrm>
            <a:off x="7914660" y="880110"/>
            <a:ext cx="20" cy="2428189"/>
          </a:xfrm>
          <a:custGeom>
            <a:avLst/>
            <a:gdLst/>
            <a:ahLst/>
            <a:cxnLst/>
            <a:pathLst>
              <a:path w="20" h="2428189">
                <a:moveTo>
                  <a:pt x="0" y="2428189"/>
                </a:moveTo>
                <a:lnTo>
                  <a:pt x="0" y="0"/>
                </a:lnTo>
              </a:path>
            </a:pathLst>
          </a:custGeom>
          <a:noFill/>
          <a:ln w="11859">
            <a:solidFill>
              <a:srgbClr val="111111"/>
            </a:solidFill>
            <a:prstDash val="solid"/>
          </a:ln>
        </p:spPr>
      </p:sp>
      <p:sp>
        <p:nvSpPr>
          <p:cNvPr id="110" name="Figure 3 plot object 109"/>
          <p:cNvSpPr>
            <a:spLocks noGrp="1"/>
          </p:cNvSpPr>
          <p:nvPr/>
        </p:nvSpPr>
        <p:spPr>
          <a:xfrm>
            <a:off x="7914660" y="3308299"/>
            <a:ext cx="3399687" cy="20"/>
          </a:xfrm>
          <a:custGeom>
            <a:avLst/>
            <a:gdLst/>
            <a:ahLst/>
            <a:cxnLst/>
            <a:pathLst>
              <a:path w="3399687" h="20">
                <a:moveTo>
                  <a:pt x="0" y="0"/>
                </a:moveTo>
                <a:lnTo>
                  <a:pt x="3399687" y="0"/>
                </a:lnTo>
              </a:path>
            </a:pathLst>
          </a:custGeom>
          <a:noFill/>
          <a:ln w="11859">
            <a:solidFill>
              <a:srgbClr val="111111"/>
            </a:solidFill>
            <a:prstDash val="solid"/>
          </a:ln>
        </p:spPr>
      </p:sp>
      <p:sp>
        <p:nvSpPr>
          <p:cNvPr id="111" name="Figure 3 plot object 110"/>
          <p:cNvSpPr>
            <a:spLocks noGrp="1"/>
          </p:cNvSpPr>
          <p:nvPr/>
        </p:nvSpPr>
        <p:spPr>
          <a:xfrm>
            <a:off x="10411298" y="2444510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637482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12" name="Figure 3 plot object 111"/>
          <p:cNvSpPr>
            <a:spLocks noGrp="1"/>
          </p:cNvSpPr>
          <p:nvPr/>
        </p:nvSpPr>
        <p:spPr>
          <a:xfrm>
            <a:off x="8534239" y="2133169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637482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13" name="Figure 3 plot object 112"/>
          <p:cNvSpPr>
            <a:spLocks noGrp="1"/>
          </p:cNvSpPr>
          <p:nvPr/>
        </p:nvSpPr>
        <p:spPr>
          <a:xfrm>
            <a:off x="9784630" y="1775379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637482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14" name="Figure 3 plot object 113"/>
          <p:cNvSpPr>
            <a:spLocks noGrp="1"/>
          </p:cNvSpPr>
          <p:nvPr/>
        </p:nvSpPr>
        <p:spPr>
          <a:xfrm>
            <a:off x="10858783" y="2166109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637482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15" name="Figure 3 plot object 114"/>
          <p:cNvSpPr>
            <a:spLocks noGrp="1"/>
          </p:cNvSpPr>
          <p:nvPr/>
        </p:nvSpPr>
        <p:spPr>
          <a:xfrm>
            <a:off x="9279809" y="1929900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637482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16" name="Figure 3 plot object 115"/>
          <p:cNvSpPr>
            <a:spLocks noGrp="1"/>
          </p:cNvSpPr>
          <p:nvPr/>
        </p:nvSpPr>
        <p:spPr>
          <a:xfrm>
            <a:off x="9856162" y="2407885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637482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17" name="Figure 3 plot object 116"/>
          <p:cNvSpPr>
            <a:spLocks noGrp="1"/>
          </p:cNvSpPr>
          <p:nvPr/>
        </p:nvSpPr>
        <p:spPr>
          <a:xfrm>
            <a:off x="9426030" y="2380469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637482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18" name="Figure 3 plot object 117"/>
          <p:cNvSpPr>
            <a:spLocks noGrp="1"/>
          </p:cNvSpPr>
          <p:nvPr/>
        </p:nvSpPr>
        <p:spPr>
          <a:xfrm>
            <a:off x="8966899" y="2422110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637482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19" name="Figure 3 plot object 118"/>
          <p:cNvSpPr>
            <a:spLocks noGrp="1"/>
          </p:cNvSpPr>
          <p:nvPr/>
        </p:nvSpPr>
        <p:spPr>
          <a:xfrm>
            <a:off x="8944625" y="2101897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637482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20" name="Figure 3 plot object 119"/>
          <p:cNvSpPr>
            <a:spLocks noGrp="1"/>
          </p:cNvSpPr>
          <p:nvPr/>
        </p:nvSpPr>
        <p:spPr>
          <a:xfrm>
            <a:off x="9511738" y="2278606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637482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21" name="Figure 3 plot object 120"/>
          <p:cNvSpPr>
            <a:spLocks noGrp="1"/>
          </p:cNvSpPr>
          <p:nvPr/>
        </p:nvSpPr>
        <p:spPr>
          <a:xfrm>
            <a:off x="9367428" y="2257678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277F8A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22" name="Figure 3 plot object 121"/>
          <p:cNvSpPr>
            <a:spLocks noGrp="1"/>
          </p:cNvSpPr>
          <p:nvPr/>
        </p:nvSpPr>
        <p:spPr>
          <a:xfrm>
            <a:off x="9180096" y="2153219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277F8A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23" name="Figure 3 plot object 122"/>
          <p:cNvSpPr>
            <a:spLocks noGrp="1"/>
          </p:cNvSpPr>
          <p:nvPr/>
        </p:nvSpPr>
        <p:spPr>
          <a:xfrm>
            <a:off x="8410669" y="2080107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277F8A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24" name="Figure 3 plot object 123"/>
          <p:cNvSpPr>
            <a:spLocks noGrp="1"/>
          </p:cNvSpPr>
          <p:nvPr/>
        </p:nvSpPr>
        <p:spPr>
          <a:xfrm>
            <a:off x="10590100" y="2078840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277F8A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25" name="Figure 3 plot object 124"/>
          <p:cNvSpPr>
            <a:spLocks noGrp="1"/>
          </p:cNvSpPr>
          <p:nvPr/>
        </p:nvSpPr>
        <p:spPr>
          <a:xfrm>
            <a:off x="9610681" y="1749478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277F8A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26" name="Figure 3 plot object 125"/>
          <p:cNvSpPr>
            <a:spLocks noGrp="1"/>
          </p:cNvSpPr>
          <p:nvPr/>
        </p:nvSpPr>
        <p:spPr>
          <a:xfrm>
            <a:off x="9304818" y="1976918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277F8A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27" name="Figure 3 plot object 126"/>
          <p:cNvSpPr>
            <a:spLocks noGrp="1"/>
          </p:cNvSpPr>
          <p:nvPr/>
        </p:nvSpPr>
        <p:spPr>
          <a:xfrm>
            <a:off x="8952336" y="1979876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277F8A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28" name="Figure 3 plot object 127"/>
          <p:cNvSpPr>
            <a:spLocks noGrp="1"/>
          </p:cNvSpPr>
          <p:nvPr/>
        </p:nvSpPr>
        <p:spPr>
          <a:xfrm>
            <a:off x="9871548" y="2087709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277F8A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29" name="Figure 3 plot object 128"/>
          <p:cNvSpPr>
            <a:spLocks noGrp="1"/>
          </p:cNvSpPr>
          <p:nvPr/>
        </p:nvSpPr>
        <p:spPr>
          <a:xfrm>
            <a:off x="9154455" y="3036954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277F8A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30" name="Figure 3 plot object 129"/>
          <p:cNvSpPr>
            <a:spLocks noGrp="1"/>
          </p:cNvSpPr>
          <p:nvPr/>
        </p:nvSpPr>
        <p:spPr>
          <a:xfrm>
            <a:off x="9432734" y="2209918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277F8A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31" name="Figure 3 plot object 130"/>
          <p:cNvSpPr>
            <a:spLocks noGrp="1"/>
          </p:cNvSpPr>
          <p:nvPr/>
        </p:nvSpPr>
        <p:spPr>
          <a:xfrm>
            <a:off x="8841841" y="2339316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BC7850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32" name="Figure 3 plot object 131"/>
          <p:cNvSpPr>
            <a:spLocks noGrp="1"/>
          </p:cNvSpPr>
          <p:nvPr/>
        </p:nvSpPr>
        <p:spPr>
          <a:xfrm>
            <a:off x="9013217" y="1805741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BC7850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33" name="Figure 3 plot object 132"/>
          <p:cNvSpPr>
            <a:spLocks noGrp="1"/>
          </p:cNvSpPr>
          <p:nvPr/>
        </p:nvSpPr>
        <p:spPr>
          <a:xfrm>
            <a:off x="8798331" y="2057782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BC7850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34" name="Figure 3 plot object 133"/>
          <p:cNvSpPr>
            <a:spLocks noGrp="1"/>
          </p:cNvSpPr>
          <p:nvPr/>
        </p:nvSpPr>
        <p:spPr>
          <a:xfrm>
            <a:off x="9117787" y="2215769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BC7850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35" name="Figure 3 plot object 134"/>
          <p:cNvSpPr>
            <a:spLocks noGrp="1"/>
          </p:cNvSpPr>
          <p:nvPr/>
        </p:nvSpPr>
        <p:spPr>
          <a:xfrm>
            <a:off x="8975281" y="2298972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BC7850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36" name="Figure 3 plot object 135"/>
          <p:cNvSpPr>
            <a:spLocks noGrp="1"/>
          </p:cNvSpPr>
          <p:nvPr/>
        </p:nvSpPr>
        <p:spPr>
          <a:xfrm>
            <a:off x="10820191" y="2035323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BC7850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37" name="Figure 3 plot object 136"/>
          <p:cNvSpPr>
            <a:spLocks noGrp="1"/>
          </p:cNvSpPr>
          <p:nvPr/>
        </p:nvSpPr>
        <p:spPr>
          <a:xfrm>
            <a:off x="8780904" y="2512608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BC7850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38" name="Figure 3 plot object 137"/>
          <p:cNvSpPr>
            <a:spLocks noGrp="1"/>
          </p:cNvSpPr>
          <p:nvPr/>
        </p:nvSpPr>
        <p:spPr>
          <a:xfrm>
            <a:off x="9392565" y="2190562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BC7850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39" name="Figure 3 plot object 138"/>
          <p:cNvSpPr>
            <a:spLocks noGrp="1"/>
          </p:cNvSpPr>
          <p:nvPr/>
        </p:nvSpPr>
        <p:spPr>
          <a:xfrm>
            <a:off x="9011465" y="2132256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BC7850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40" name="Figure 3 plot object 139"/>
          <p:cNvSpPr>
            <a:spLocks noGrp="1"/>
          </p:cNvSpPr>
          <p:nvPr/>
        </p:nvSpPr>
        <p:spPr>
          <a:xfrm>
            <a:off x="10616754" y="1903951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BC7850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41" name="Figure 3 plot object 140"/>
          <p:cNvSpPr>
            <a:spLocks noGrp="1"/>
          </p:cNvSpPr>
          <p:nvPr/>
        </p:nvSpPr>
        <p:spPr>
          <a:xfrm>
            <a:off x="3136721" y="4751857"/>
            <a:ext cx="7212850" cy="1762049"/>
          </a:xfrm>
          <a:custGeom>
            <a:avLst/>
            <a:gdLst/>
            <a:ahLst/>
            <a:cxnLst/>
            <a:pathLst>
              <a:path w="7212850" h="1762049">
                <a:moveTo>
                  <a:pt x="0" y="1762049"/>
                </a:moveTo>
                <a:lnTo>
                  <a:pt x="7212850" y="1762049"/>
                </a:lnTo>
                <a:lnTo>
                  <a:pt x="721285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765">
            <a:noFill/>
            <a:prstDash val="solid"/>
          </a:ln>
        </p:spPr>
      </p:sp>
      <p:sp>
        <p:nvSpPr>
          <p:cNvPr id="142" name="Figure 3 plot object 141"/>
          <p:cNvSpPr>
            <a:spLocks noGrp="1"/>
          </p:cNvSpPr>
          <p:nvPr/>
        </p:nvSpPr>
        <p:spPr>
          <a:xfrm>
            <a:off x="3366104" y="6513906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43" name="1"/>
          <p:cNvSpPr>
            <a:spLocks noGrp="1"/>
          </p:cNvSpPr>
          <p:nvPr/>
        </p:nvSpPr>
        <p:spPr>
          <a:xfrm>
            <a:off x="3325339" y="6593551"/>
            <a:ext cx="152684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4" name="Figure 3 plot object 143"/>
          <p:cNvSpPr>
            <a:spLocks noGrp="1"/>
          </p:cNvSpPr>
          <p:nvPr/>
        </p:nvSpPr>
        <p:spPr>
          <a:xfrm>
            <a:off x="3875847" y="6513906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45" name="2"/>
          <p:cNvSpPr>
            <a:spLocks noGrp="1"/>
          </p:cNvSpPr>
          <p:nvPr/>
        </p:nvSpPr>
        <p:spPr>
          <a:xfrm>
            <a:off x="3836317" y="6593551"/>
            <a:ext cx="15021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6" name="Figure 3 plot object 145"/>
          <p:cNvSpPr>
            <a:spLocks noGrp="1"/>
          </p:cNvSpPr>
          <p:nvPr/>
        </p:nvSpPr>
        <p:spPr>
          <a:xfrm>
            <a:off x="4385589" y="6513906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47" name="3"/>
          <p:cNvSpPr>
            <a:spLocks noGrp="1"/>
          </p:cNvSpPr>
          <p:nvPr/>
        </p:nvSpPr>
        <p:spPr>
          <a:xfrm>
            <a:off x="4346059" y="6593551"/>
            <a:ext cx="15021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3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8" name="Figure 3 plot object 147"/>
          <p:cNvSpPr>
            <a:spLocks noGrp="1"/>
          </p:cNvSpPr>
          <p:nvPr/>
        </p:nvSpPr>
        <p:spPr>
          <a:xfrm>
            <a:off x="4895331" y="6513906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49" name="4"/>
          <p:cNvSpPr>
            <a:spLocks noGrp="1"/>
          </p:cNvSpPr>
          <p:nvPr/>
        </p:nvSpPr>
        <p:spPr>
          <a:xfrm>
            <a:off x="4854566" y="6593551"/>
            <a:ext cx="152684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4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0" name="Figure 3 plot object 149"/>
          <p:cNvSpPr>
            <a:spLocks noGrp="1"/>
          </p:cNvSpPr>
          <p:nvPr/>
        </p:nvSpPr>
        <p:spPr>
          <a:xfrm>
            <a:off x="5405073" y="6513906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51" name="5"/>
          <p:cNvSpPr>
            <a:spLocks noGrp="1"/>
          </p:cNvSpPr>
          <p:nvPr/>
        </p:nvSpPr>
        <p:spPr>
          <a:xfrm>
            <a:off x="5364308" y="6593551"/>
            <a:ext cx="152684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5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2" name="Figure 3 plot object 151"/>
          <p:cNvSpPr>
            <a:spLocks noGrp="1"/>
          </p:cNvSpPr>
          <p:nvPr/>
        </p:nvSpPr>
        <p:spPr>
          <a:xfrm>
            <a:off x="5914815" y="6513906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53" name="6"/>
          <p:cNvSpPr>
            <a:spLocks noGrp="1"/>
          </p:cNvSpPr>
          <p:nvPr/>
        </p:nvSpPr>
        <p:spPr>
          <a:xfrm>
            <a:off x="5875285" y="6593551"/>
            <a:ext cx="15021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6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4" name="Figure 3 plot object 153"/>
          <p:cNvSpPr>
            <a:spLocks noGrp="1"/>
          </p:cNvSpPr>
          <p:nvPr/>
        </p:nvSpPr>
        <p:spPr>
          <a:xfrm>
            <a:off x="6424557" y="6513906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55" name="7"/>
          <p:cNvSpPr>
            <a:spLocks noGrp="1"/>
          </p:cNvSpPr>
          <p:nvPr/>
        </p:nvSpPr>
        <p:spPr>
          <a:xfrm>
            <a:off x="6383792" y="6593551"/>
            <a:ext cx="152684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7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6" name="Figure 3 plot object 155"/>
          <p:cNvSpPr>
            <a:spLocks noGrp="1"/>
          </p:cNvSpPr>
          <p:nvPr/>
        </p:nvSpPr>
        <p:spPr>
          <a:xfrm>
            <a:off x="6934299" y="6513906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57" name="8"/>
          <p:cNvSpPr>
            <a:spLocks noGrp="1"/>
          </p:cNvSpPr>
          <p:nvPr/>
        </p:nvSpPr>
        <p:spPr>
          <a:xfrm>
            <a:off x="6894769" y="6593551"/>
            <a:ext cx="15021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8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8" name="Figure 3 plot object 157"/>
          <p:cNvSpPr>
            <a:spLocks noGrp="1"/>
          </p:cNvSpPr>
          <p:nvPr/>
        </p:nvSpPr>
        <p:spPr>
          <a:xfrm>
            <a:off x="7444041" y="6513906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59" name="9"/>
          <p:cNvSpPr>
            <a:spLocks noGrp="1"/>
          </p:cNvSpPr>
          <p:nvPr/>
        </p:nvSpPr>
        <p:spPr>
          <a:xfrm>
            <a:off x="7404511" y="6593551"/>
            <a:ext cx="15021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9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60" name="Figure 3 plot object 159"/>
          <p:cNvSpPr>
            <a:spLocks noGrp="1"/>
          </p:cNvSpPr>
          <p:nvPr/>
        </p:nvSpPr>
        <p:spPr>
          <a:xfrm>
            <a:off x="7953783" y="6513906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61" name="10"/>
          <p:cNvSpPr>
            <a:spLocks noGrp="1"/>
          </p:cNvSpPr>
          <p:nvPr/>
        </p:nvSpPr>
        <p:spPr>
          <a:xfrm>
            <a:off x="7873488" y="6593551"/>
            <a:ext cx="23174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10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62" name="Figure 3 plot object 161"/>
          <p:cNvSpPr>
            <a:spLocks noGrp="1"/>
          </p:cNvSpPr>
          <p:nvPr/>
        </p:nvSpPr>
        <p:spPr>
          <a:xfrm>
            <a:off x="8463525" y="6513906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63" name="11"/>
          <p:cNvSpPr>
            <a:spLocks noGrp="1"/>
          </p:cNvSpPr>
          <p:nvPr/>
        </p:nvSpPr>
        <p:spPr>
          <a:xfrm>
            <a:off x="8386936" y="6593551"/>
            <a:ext cx="224332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11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64" name="Figure 3 plot object 163"/>
          <p:cNvSpPr>
            <a:spLocks noGrp="1"/>
          </p:cNvSpPr>
          <p:nvPr/>
        </p:nvSpPr>
        <p:spPr>
          <a:xfrm>
            <a:off x="8973267" y="6513906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65" name="12"/>
          <p:cNvSpPr>
            <a:spLocks noGrp="1"/>
          </p:cNvSpPr>
          <p:nvPr/>
        </p:nvSpPr>
        <p:spPr>
          <a:xfrm>
            <a:off x="8892972" y="6593551"/>
            <a:ext cx="23174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12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66" name="Figure 3 plot object 165"/>
          <p:cNvSpPr>
            <a:spLocks noGrp="1"/>
          </p:cNvSpPr>
          <p:nvPr/>
        </p:nvSpPr>
        <p:spPr>
          <a:xfrm>
            <a:off x="9992751" y="6513906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67" name="Retest"/>
          <p:cNvSpPr>
            <a:spLocks noGrp="1"/>
          </p:cNvSpPr>
          <p:nvPr/>
        </p:nvSpPr>
        <p:spPr>
          <a:xfrm>
            <a:off x="9783985" y="6593551"/>
            <a:ext cx="488687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Retest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68" name="Figure 3 plot object 167"/>
          <p:cNvSpPr>
            <a:spLocks noGrp="1"/>
          </p:cNvSpPr>
          <p:nvPr/>
        </p:nvSpPr>
        <p:spPr>
          <a:xfrm>
            <a:off x="3087308" y="6428185"/>
            <a:ext cx="49412" cy="20"/>
          </a:xfrm>
          <a:custGeom>
            <a:avLst/>
            <a:gdLst/>
            <a:ahLst/>
            <a:cxnLst/>
            <a:pathLst>
              <a:path w="49412" h="20">
                <a:moveTo>
                  <a:pt x="49412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69" name="0.00"/>
          <p:cNvSpPr>
            <a:spLocks noGrp="1"/>
          </p:cNvSpPr>
          <p:nvPr/>
        </p:nvSpPr>
        <p:spPr>
          <a:xfrm>
            <a:off x="2751305" y="6348193"/>
            <a:ext cx="347862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0.00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70" name="Figure 3 plot object 169"/>
          <p:cNvSpPr>
            <a:spLocks noGrp="1"/>
          </p:cNvSpPr>
          <p:nvPr/>
        </p:nvSpPr>
        <p:spPr>
          <a:xfrm>
            <a:off x="3087308" y="5951956"/>
            <a:ext cx="49412" cy="20"/>
          </a:xfrm>
          <a:custGeom>
            <a:avLst/>
            <a:gdLst/>
            <a:ahLst/>
            <a:cxnLst/>
            <a:pathLst>
              <a:path w="49412" h="20">
                <a:moveTo>
                  <a:pt x="49412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71" name="0.25"/>
          <p:cNvSpPr>
            <a:spLocks noGrp="1"/>
          </p:cNvSpPr>
          <p:nvPr/>
        </p:nvSpPr>
        <p:spPr>
          <a:xfrm>
            <a:off x="2748834" y="5871963"/>
            <a:ext cx="35033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0.25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72" name="Figure 3 plot object 171"/>
          <p:cNvSpPr>
            <a:spLocks noGrp="1"/>
          </p:cNvSpPr>
          <p:nvPr/>
        </p:nvSpPr>
        <p:spPr>
          <a:xfrm>
            <a:off x="3087308" y="5475726"/>
            <a:ext cx="49412" cy="20"/>
          </a:xfrm>
          <a:custGeom>
            <a:avLst/>
            <a:gdLst/>
            <a:ahLst/>
            <a:cxnLst/>
            <a:pathLst>
              <a:path w="49412" h="20">
                <a:moveTo>
                  <a:pt x="49412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73" name="0.50"/>
          <p:cNvSpPr>
            <a:spLocks noGrp="1"/>
          </p:cNvSpPr>
          <p:nvPr/>
        </p:nvSpPr>
        <p:spPr>
          <a:xfrm>
            <a:off x="2748834" y="5395734"/>
            <a:ext cx="35033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0.50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74" name="Figure 3 plot object 173"/>
          <p:cNvSpPr>
            <a:spLocks noGrp="1"/>
          </p:cNvSpPr>
          <p:nvPr/>
        </p:nvSpPr>
        <p:spPr>
          <a:xfrm>
            <a:off x="3087308" y="4999497"/>
            <a:ext cx="49412" cy="20"/>
          </a:xfrm>
          <a:custGeom>
            <a:avLst/>
            <a:gdLst/>
            <a:ahLst/>
            <a:cxnLst/>
            <a:pathLst>
              <a:path w="49412" h="20">
                <a:moveTo>
                  <a:pt x="49412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75" name="0.75"/>
          <p:cNvSpPr>
            <a:spLocks noGrp="1"/>
          </p:cNvSpPr>
          <p:nvPr/>
        </p:nvSpPr>
        <p:spPr>
          <a:xfrm>
            <a:off x="2746364" y="4919504"/>
            <a:ext cx="35280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0.75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76" name="Observed score"/>
          <p:cNvSpPr>
            <a:spLocks noGrp="1"/>
          </p:cNvSpPr>
          <p:nvPr/>
        </p:nvSpPr>
        <p:spPr>
          <a:xfrm rot="-5400000">
            <a:off x="2068045" y="5501248"/>
            <a:ext cx="1081634" cy="1921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Observed score</a:t>
            </a:r>
            <a:endParaRPr sz="14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77" name="Figure 3 plot object 176"/>
          <p:cNvSpPr>
            <a:spLocks noGrp="1"/>
          </p:cNvSpPr>
          <p:nvPr/>
        </p:nvSpPr>
        <p:spPr>
          <a:xfrm>
            <a:off x="3366104" y="5074439"/>
            <a:ext cx="5607163" cy="1353745"/>
          </a:xfrm>
          <a:custGeom>
            <a:avLst/>
            <a:gdLst/>
            <a:ahLst/>
            <a:cxnLst/>
            <a:pathLst>
              <a:path w="5607163" h="1353745">
                <a:moveTo>
                  <a:pt x="0" y="1353745"/>
                </a:moveTo>
                <a:lnTo>
                  <a:pt x="509742" y="1034615"/>
                </a:lnTo>
                <a:lnTo>
                  <a:pt x="1019484" y="1353745"/>
                </a:lnTo>
                <a:lnTo>
                  <a:pt x="1529226" y="1256779"/>
                </a:lnTo>
                <a:lnTo>
                  <a:pt x="2038968" y="384127"/>
                </a:lnTo>
                <a:lnTo>
                  <a:pt x="2548710" y="1269372"/>
                </a:lnTo>
                <a:lnTo>
                  <a:pt x="3058452" y="1295371"/>
                </a:lnTo>
                <a:lnTo>
                  <a:pt x="3568195" y="1353745"/>
                </a:lnTo>
                <a:lnTo>
                  <a:pt x="4077937" y="434591"/>
                </a:lnTo>
                <a:lnTo>
                  <a:pt x="4587679" y="666682"/>
                </a:lnTo>
                <a:lnTo>
                  <a:pt x="5097421" y="197571"/>
                </a:lnTo>
                <a:lnTo>
                  <a:pt x="5607163" y="0"/>
                </a:lnTo>
              </a:path>
            </a:pathLst>
          </a:custGeom>
          <a:noFill/>
          <a:ln w="18777">
            <a:solidFill>
              <a:srgbClr val="657C99"/>
            </a:solidFill>
            <a:prstDash val="solid"/>
          </a:ln>
        </p:spPr>
      </p:sp>
      <p:sp>
        <p:nvSpPr>
          <p:cNvPr id="178" name="Figure 3 plot object 177"/>
          <p:cNvSpPr>
            <a:spLocks noGrp="1"/>
          </p:cNvSpPr>
          <p:nvPr/>
        </p:nvSpPr>
        <p:spPr>
          <a:xfrm>
            <a:off x="3335469" y="6397549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30636" y="61271"/>
                </a:moveTo>
                <a:cubicBezTo>
                  <a:pt x="38760" y="61271"/>
                  <a:pt x="46553" y="58043"/>
                  <a:pt x="52298" y="52298"/>
                </a:cubicBezTo>
                <a:cubicBezTo>
                  <a:pt x="58043" y="46553"/>
                  <a:pt x="61271" y="38760"/>
                  <a:pt x="61271" y="30636"/>
                </a:cubicBezTo>
                <a:cubicBezTo>
                  <a:pt x="61271" y="22511"/>
                  <a:pt x="58043" y="14718"/>
                  <a:pt x="52298" y="8973"/>
                </a:cubicBezTo>
                <a:cubicBezTo>
                  <a:pt x="46553" y="3228"/>
                  <a:pt x="38760" y="0"/>
                  <a:pt x="30636" y="0"/>
                </a:cubicBezTo>
                <a:cubicBezTo>
                  <a:pt x="22511" y="0"/>
                  <a:pt x="14718" y="3228"/>
                  <a:pt x="8973" y="8973"/>
                </a:cubicBezTo>
                <a:cubicBezTo>
                  <a:pt x="3228" y="14718"/>
                  <a:pt x="0" y="22511"/>
                  <a:pt x="0" y="30636"/>
                </a:cubicBezTo>
                <a:cubicBezTo>
                  <a:pt x="0" y="38760"/>
                  <a:pt x="3228" y="46553"/>
                  <a:pt x="8973" y="52298"/>
                </a:cubicBezTo>
                <a:cubicBezTo>
                  <a:pt x="14718" y="58043"/>
                  <a:pt x="22511" y="61271"/>
                  <a:pt x="30636" y="61271"/>
                </a:cubicBezTo>
                <a:close/>
              </a:path>
            </a:pathLst>
          </a:custGeom>
          <a:solidFill>
            <a:srgbClr val="657C99"/>
          </a:solidFill>
          <a:ln w="19765">
            <a:solidFill>
              <a:srgbClr val="657C99"/>
            </a:solidFill>
            <a:prstDash val="solid"/>
          </a:ln>
        </p:spPr>
      </p:sp>
      <p:sp>
        <p:nvSpPr>
          <p:cNvPr id="179" name="Figure 3 plot object 178"/>
          <p:cNvSpPr>
            <a:spLocks noGrp="1"/>
          </p:cNvSpPr>
          <p:nvPr/>
        </p:nvSpPr>
        <p:spPr>
          <a:xfrm>
            <a:off x="3845211" y="6078419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30636" y="61271"/>
                </a:moveTo>
                <a:cubicBezTo>
                  <a:pt x="38760" y="61271"/>
                  <a:pt x="46553" y="58043"/>
                  <a:pt x="52298" y="52298"/>
                </a:cubicBezTo>
                <a:cubicBezTo>
                  <a:pt x="58043" y="46553"/>
                  <a:pt x="61271" y="38760"/>
                  <a:pt x="61271" y="30636"/>
                </a:cubicBezTo>
                <a:cubicBezTo>
                  <a:pt x="61271" y="22511"/>
                  <a:pt x="58043" y="14718"/>
                  <a:pt x="52298" y="8973"/>
                </a:cubicBezTo>
                <a:cubicBezTo>
                  <a:pt x="46553" y="3228"/>
                  <a:pt x="38760" y="0"/>
                  <a:pt x="30636" y="0"/>
                </a:cubicBezTo>
                <a:cubicBezTo>
                  <a:pt x="22511" y="0"/>
                  <a:pt x="14718" y="3228"/>
                  <a:pt x="8973" y="8973"/>
                </a:cubicBezTo>
                <a:cubicBezTo>
                  <a:pt x="3228" y="14718"/>
                  <a:pt x="0" y="22511"/>
                  <a:pt x="0" y="30636"/>
                </a:cubicBezTo>
                <a:cubicBezTo>
                  <a:pt x="0" y="38760"/>
                  <a:pt x="3228" y="46553"/>
                  <a:pt x="8973" y="52298"/>
                </a:cubicBezTo>
                <a:cubicBezTo>
                  <a:pt x="14718" y="58043"/>
                  <a:pt x="22511" y="61271"/>
                  <a:pt x="30636" y="61271"/>
                </a:cubicBezTo>
                <a:close/>
              </a:path>
            </a:pathLst>
          </a:custGeom>
          <a:solidFill>
            <a:srgbClr val="657C99"/>
          </a:solidFill>
          <a:ln w="19765">
            <a:solidFill>
              <a:srgbClr val="657C99"/>
            </a:solidFill>
            <a:prstDash val="solid"/>
          </a:ln>
        </p:spPr>
      </p:sp>
      <p:sp>
        <p:nvSpPr>
          <p:cNvPr id="180" name="Figure 3 plot object 179"/>
          <p:cNvSpPr>
            <a:spLocks noGrp="1"/>
          </p:cNvSpPr>
          <p:nvPr/>
        </p:nvSpPr>
        <p:spPr>
          <a:xfrm>
            <a:off x="4354953" y="6397549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30636" y="61271"/>
                </a:moveTo>
                <a:cubicBezTo>
                  <a:pt x="38760" y="61271"/>
                  <a:pt x="46553" y="58043"/>
                  <a:pt x="52298" y="52298"/>
                </a:cubicBezTo>
                <a:cubicBezTo>
                  <a:pt x="58043" y="46553"/>
                  <a:pt x="61271" y="38760"/>
                  <a:pt x="61271" y="30636"/>
                </a:cubicBezTo>
                <a:cubicBezTo>
                  <a:pt x="61271" y="22511"/>
                  <a:pt x="58043" y="14718"/>
                  <a:pt x="52298" y="8973"/>
                </a:cubicBezTo>
                <a:cubicBezTo>
                  <a:pt x="46553" y="3228"/>
                  <a:pt x="38760" y="0"/>
                  <a:pt x="30636" y="0"/>
                </a:cubicBezTo>
                <a:cubicBezTo>
                  <a:pt x="22511" y="0"/>
                  <a:pt x="14718" y="3228"/>
                  <a:pt x="8973" y="8973"/>
                </a:cubicBezTo>
                <a:cubicBezTo>
                  <a:pt x="3228" y="14718"/>
                  <a:pt x="0" y="22511"/>
                  <a:pt x="0" y="30636"/>
                </a:cubicBezTo>
                <a:cubicBezTo>
                  <a:pt x="0" y="38760"/>
                  <a:pt x="3228" y="46553"/>
                  <a:pt x="8973" y="52298"/>
                </a:cubicBezTo>
                <a:cubicBezTo>
                  <a:pt x="14718" y="58043"/>
                  <a:pt x="22511" y="61271"/>
                  <a:pt x="30636" y="61271"/>
                </a:cubicBezTo>
                <a:close/>
              </a:path>
            </a:pathLst>
          </a:custGeom>
          <a:solidFill>
            <a:srgbClr val="657C99"/>
          </a:solidFill>
          <a:ln w="19765">
            <a:solidFill>
              <a:srgbClr val="657C99"/>
            </a:solidFill>
            <a:prstDash val="solid"/>
          </a:ln>
        </p:spPr>
      </p:sp>
      <p:sp>
        <p:nvSpPr>
          <p:cNvPr id="181" name="Figure 3 plot object 180"/>
          <p:cNvSpPr>
            <a:spLocks noGrp="1"/>
          </p:cNvSpPr>
          <p:nvPr/>
        </p:nvSpPr>
        <p:spPr>
          <a:xfrm>
            <a:off x="4864695" y="6300582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30636" y="61271"/>
                </a:moveTo>
                <a:cubicBezTo>
                  <a:pt x="38760" y="61271"/>
                  <a:pt x="46553" y="58043"/>
                  <a:pt x="52298" y="52298"/>
                </a:cubicBezTo>
                <a:cubicBezTo>
                  <a:pt x="58043" y="46553"/>
                  <a:pt x="61271" y="38760"/>
                  <a:pt x="61271" y="30636"/>
                </a:cubicBezTo>
                <a:cubicBezTo>
                  <a:pt x="61271" y="22511"/>
                  <a:pt x="58043" y="14718"/>
                  <a:pt x="52298" y="8973"/>
                </a:cubicBezTo>
                <a:cubicBezTo>
                  <a:pt x="46553" y="3228"/>
                  <a:pt x="38760" y="0"/>
                  <a:pt x="30636" y="0"/>
                </a:cubicBezTo>
                <a:cubicBezTo>
                  <a:pt x="22511" y="0"/>
                  <a:pt x="14718" y="3228"/>
                  <a:pt x="8973" y="8973"/>
                </a:cubicBezTo>
                <a:cubicBezTo>
                  <a:pt x="3228" y="14718"/>
                  <a:pt x="0" y="22511"/>
                  <a:pt x="0" y="30636"/>
                </a:cubicBezTo>
                <a:cubicBezTo>
                  <a:pt x="0" y="38760"/>
                  <a:pt x="3228" y="46553"/>
                  <a:pt x="8973" y="52298"/>
                </a:cubicBezTo>
                <a:cubicBezTo>
                  <a:pt x="14718" y="58043"/>
                  <a:pt x="22511" y="61271"/>
                  <a:pt x="30636" y="61271"/>
                </a:cubicBezTo>
                <a:close/>
              </a:path>
            </a:pathLst>
          </a:custGeom>
          <a:solidFill>
            <a:srgbClr val="657C99"/>
          </a:solidFill>
          <a:ln w="19765">
            <a:solidFill>
              <a:srgbClr val="657C99"/>
            </a:solidFill>
            <a:prstDash val="solid"/>
          </a:ln>
        </p:spPr>
      </p:sp>
      <p:sp>
        <p:nvSpPr>
          <p:cNvPr id="182" name="Figure 3 plot object 181"/>
          <p:cNvSpPr>
            <a:spLocks noGrp="1"/>
          </p:cNvSpPr>
          <p:nvPr/>
        </p:nvSpPr>
        <p:spPr>
          <a:xfrm>
            <a:off x="5374437" y="5427931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30636" y="61271"/>
                </a:moveTo>
                <a:cubicBezTo>
                  <a:pt x="38760" y="61271"/>
                  <a:pt x="46553" y="58043"/>
                  <a:pt x="52298" y="52298"/>
                </a:cubicBezTo>
                <a:cubicBezTo>
                  <a:pt x="58043" y="46553"/>
                  <a:pt x="61271" y="38760"/>
                  <a:pt x="61271" y="30636"/>
                </a:cubicBezTo>
                <a:cubicBezTo>
                  <a:pt x="61271" y="22511"/>
                  <a:pt x="58043" y="14718"/>
                  <a:pt x="52298" y="8973"/>
                </a:cubicBezTo>
                <a:cubicBezTo>
                  <a:pt x="46553" y="3228"/>
                  <a:pt x="38760" y="0"/>
                  <a:pt x="30636" y="0"/>
                </a:cubicBezTo>
                <a:cubicBezTo>
                  <a:pt x="22511" y="0"/>
                  <a:pt x="14718" y="3228"/>
                  <a:pt x="8973" y="8973"/>
                </a:cubicBezTo>
                <a:cubicBezTo>
                  <a:pt x="3228" y="14718"/>
                  <a:pt x="0" y="22511"/>
                  <a:pt x="0" y="30636"/>
                </a:cubicBezTo>
                <a:cubicBezTo>
                  <a:pt x="0" y="38760"/>
                  <a:pt x="3228" y="46553"/>
                  <a:pt x="8973" y="52298"/>
                </a:cubicBezTo>
                <a:cubicBezTo>
                  <a:pt x="14718" y="58043"/>
                  <a:pt x="22511" y="61271"/>
                  <a:pt x="30636" y="61271"/>
                </a:cubicBezTo>
                <a:close/>
              </a:path>
            </a:pathLst>
          </a:custGeom>
          <a:solidFill>
            <a:srgbClr val="657C99"/>
          </a:solidFill>
          <a:ln w="19765">
            <a:solidFill>
              <a:srgbClr val="657C99"/>
            </a:solidFill>
            <a:prstDash val="solid"/>
          </a:ln>
        </p:spPr>
      </p:sp>
      <p:sp>
        <p:nvSpPr>
          <p:cNvPr id="183" name="Figure 3 plot object 182"/>
          <p:cNvSpPr>
            <a:spLocks noGrp="1"/>
          </p:cNvSpPr>
          <p:nvPr/>
        </p:nvSpPr>
        <p:spPr>
          <a:xfrm>
            <a:off x="5884179" y="6313175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30636" y="61271"/>
                </a:moveTo>
                <a:cubicBezTo>
                  <a:pt x="38760" y="61271"/>
                  <a:pt x="46553" y="58043"/>
                  <a:pt x="52298" y="52298"/>
                </a:cubicBezTo>
                <a:cubicBezTo>
                  <a:pt x="58043" y="46553"/>
                  <a:pt x="61271" y="38760"/>
                  <a:pt x="61271" y="30636"/>
                </a:cubicBezTo>
                <a:cubicBezTo>
                  <a:pt x="61271" y="22511"/>
                  <a:pt x="58043" y="14718"/>
                  <a:pt x="52298" y="8973"/>
                </a:cubicBezTo>
                <a:cubicBezTo>
                  <a:pt x="46553" y="3228"/>
                  <a:pt x="38760" y="0"/>
                  <a:pt x="30636" y="0"/>
                </a:cubicBezTo>
                <a:cubicBezTo>
                  <a:pt x="22511" y="0"/>
                  <a:pt x="14718" y="3228"/>
                  <a:pt x="8973" y="8973"/>
                </a:cubicBezTo>
                <a:cubicBezTo>
                  <a:pt x="3228" y="14718"/>
                  <a:pt x="0" y="22511"/>
                  <a:pt x="0" y="30636"/>
                </a:cubicBezTo>
                <a:cubicBezTo>
                  <a:pt x="0" y="38760"/>
                  <a:pt x="3228" y="46553"/>
                  <a:pt x="8973" y="52298"/>
                </a:cubicBezTo>
                <a:cubicBezTo>
                  <a:pt x="14718" y="58043"/>
                  <a:pt x="22511" y="61271"/>
                  <a:pt x="30636" y="61271"/>
                </a:cubicBezTo>
                <a:close/>
              </a:path>
            </a:pathLst>
          </a:custGeom>
          <a:solidFill>
            <a:srgbClr val="657C99"/>
          </a:solidFill>
          <a:ln w="19765">
            <a:solidFill>
              <a:srgbClr val="657C99"/>
            </a:solidFill>
            <a:prstDash val="solid"/>
          </a:ln>
        </p:spPr>
      </p:sp>
      <p:sp>
        <p:nvSpPr>
          <p:cNvPr id="184" name="Figure 3 plot object 183"/>
          <p:cNvSpPr>
            <a:spLocks noGrp="1"/>
          </p:cNvSpPr>
          <p:nvPr/>
        </p:nvSpPr>
        <p:spPr>
          <a:xfrm>
            <a:off x="6393921" y="6339175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30636" y="61271"/>
                </a:moveTo>
                <a:cubicBezTo>
                  <a:pt x="38760" y="61271"/>
                  <a:pt x="46553" y="58043"/>
                  <a:pt x="52298" y="52298"/>
                </a:cubicBezTo>
                <a:cubicBezTo>
                  <a:pt x="58043" y="46553"/>
                  <a:pt x="61271" y="38760"/>
                  <a:pt x="61271" y="30636"/>
                </a:cubicBezTo>
                <a:cubicBezTo>
                  <a:pt x="61271" y="22511"/>
                  <a:pt x="58043" y="14718"/>
                  <a:pt x="52298" y="8973"/>
                </a:cubicBezTo>
                <a:cubicBezTo>
                  <a:pt x="46553" y="3228"/>
                  <a:pt x="38760" y="0"/>
                  <a:pt x="30636" y="0"/>
                </a:cubicBezTo>
                <a:cubicBezTo>
                  <a:pt x="22511" y="0"/>
                  <a:pt x="14718" y="3228"/>
                  <a:pt x="8973" y="8973"/>
                </a:cubicBezTo>
                <a:cubicBezTo>
                  <a:pt x="3228" y="14718"/>
                  <a:pt x="0" y="22511"/>
                  <a:pt x="0" y="30636"/>
                </a:cubicBezTo>
                <a:cubicBezTo>
                  <a:pt x="0" y="38760"/>
                  <a:pt x="3228" y="46553"/>
                  <a:pt x="8973" y="52298"/>
                </a:cubicBezTo>
                <a:cubicBezTo>
                  <a:pt x="14718" y="58043"/>
                  <a:pt x="22511" y="61271"/>
                  <a:pt x="30636" y="61271"/>
                </a:cubicBezTo>
                <a:close/>
              </a:path>
            </a:pathLst>
          </a:custGeom>
          <a:solidFill>
            <a:srgbClr val="657C99"/>
          </a:solidFill>
          <a:ln w="19765">
            <a:solidFill>
              <a:srgbClr val="657C99"/>
            </a:solidFill>
            <a:prstDash val="solid"/>
          </a:ln>
        </p:spPr>
      </p:sp>
      <p:sp>
        <p:nvSpPr>
          <p:cNvPr id="185" name="Figure 3 plot object 184"/>
          <p:cNvSpPr>
            <a:spLocks noGrp="1"/>
          </p:cNvSpPr>
          <p:nvPr/>
        </p:nvSpPr>
        <p:spPr>
          <a:xfrm>
            <a:off x="6903663" y="6397549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30636" y="61271"/>
                </a:moveTo>
                <a:cubicBezTo>
                  <a:pt x="38760" y="61271"/>
                  <a:pt x="46553" y="58043"/>
                  <a:pt x="52298" y="52298"/>
                </a:cubicBezTo>
                <a:cubicBezTo>
                  <a:pt x="58043" y="46553"/>
                  <a:pt x="61271" y="38760"/>
                  <a:pt x="61271" y="30636"/>
                </a:cubicBezTo>
                <a:cubicBezTo>
                  <a:pt x="61271" y="22511"/>
                  <a:pt x="58043" y="14718"/>
                  <a:pt x="52298" y="8973"/>
                </a:cubicBezTo>
                <a:cubicBezTo>
                  <a:pt x="46553" y="3228"/>
                  <a:pt x="38760" y="0"/>
                  <a:pt x="30636" y="0"/>
                </a:cubicBezTo>
                <a:cubicBezTo>
                  <a:pt x="22511" y="0"/>
                  <a:pt x="14718" y="3228"/>
                  <a:pt x="8973" y="8973"/>
                </a:cubicBezTo>
                <a:cubicBezTo>
                  <a:pt x="3228" y="14718"/>
                  <a:pt x="0" y="22511"/>
                  <a:pt x="0" y="30636"/>
                </a:cubicBezTo>
                <a:cubicBezTo>
                  <a:pt x="0" y="38760"/>
                  <a:pt x="3228" y="46553"/>
                  <a:pt x="8973" y="52298"/>
                </a:cubicBezTo>
                <a:cubicBezTo>
                  <a:pt x="14718" y="58043"/>
                  <a:pt x="22511" y="61271"/>
                  <a:pt x="30636" y="61271"/>
                </a:cubicBezTo>
                <a:close/>
              </a:path>
            </a:pathLst>
          </a:custGeom>
          <a:solidFill>
            <a:srgbClr val="657C99"/>
          </a:solidFill>
          <a:ln w="19765">
            <a:solidFill>
              <a:srgbClr val="657C99"/>
            </a:solidFill>
            <a:prstDash val="solid"/>
          </a:ln>
        </p:spPr>
      </p:sp>
      <p:sp>
        <p:nvSpPr>
          <p:cNvPr id="186" name="Figure 3 plot object 185"/>
          <p:cNvSpPr>
            <a:spLocks noGrp="1"/>
          </p:cNvSpPr>
          <p:nvPr/>
        </p:nvSpPr>
        <p:spPr>
          <a:xfrm>
            <a:off x="7413405" y="5478395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30636" y="61271"/>
                </a:moveTo>
                <a:cubicBezTo>
                  <a:pt x="38760" y="61271"/>
                  <a:pt x="46553" y="58043"/>
                  <a:pt x="52298" y="52298"/>
                </a:cubicBezTo>
                <a:cubicBezTo>
                  <a:pt x="58043" y="46553"/>
                  <a:pt x="61271" y="38760"/>
                  <a:pt x="61271" y="30636"/>
                </a:cubicBezTo>
                <a:cubicBezTo>
                  <a:pt x="61271" y="22511"/>
                  <a:pt x="58043" y="14718"/>
                  <a:pt x="52298" y="8973"/>
                </a:cubicBezTo>
                <a:cubicBezTo>
                  <a:pt x="46553" y="3228"/>
                  <a:pt x="38760" y="0"/>
                  <a:pt x="30636" y="0"/>
                </a:cubicBezTo>
                <a:cubicBezTo>
                  <a:pt x="22511" y="0"/>
                  <a:pt x="14718" y="3228"/>
                  <a:pt x="8973" y="8973"/>
                </a:cubicBezTo>
                <a:cubicBezTo>
                  <a:pt x="3228" y="14718"/>
                  <a:pt x="0" y="22511"/>
                  <a:pt x="0" y="30636"/>
                </a:cubicBezTo>
                <a:cubicBezTo>
                  <a:pt x="0" y="38760"/>
                  <a:pt x="3228" y="46553"/>
                  <a:pt x="8973" y="52298"/>
                </a:cubicBezTo>
                <a:cubicBezTo>
                  <a:pt x="14718" y="58043"/>
                  <a:pt x="22511" y="61271"/>
                  <a:pt x="30636" y="61271"/>
                </a:cubicBezTo>
                <a:close/>
              </a:path>
            </a:pathLst>
          </a:custGeom>
          <a:solidFill>
            <a:srgbClr val="657C99"/>
          </a:solidFill>
          <a:ln w="19765">
            <a:solidFill>
              <a:srgbClr val="657C99"/>
            </a:solidFill>
            <a:prstDash val="solid"/>
          </a:ln>
        </p:spPr>
      </p:sp>
      <p:sp>
        <p:nvSpPr>
          <p:cNvPr id="187" name="Figure 3 plot object 186"/>
          <p:cNvSpPr>
            <a:spLocks noGrp="1"/>
          </p:cNvSpPr>
          <p:nvPr/>
        </p:nvSpPr>
        <p:spPr>
          <a:xfrm>
            <a:off x="7923148" y="5710486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30636" y="61271"/>
                </a:moveTo>
                <a:cubicBezTo>
                  <a:pt x="38760" y="61271"/>
                  <a:pt x="46553" y="58043"/>
                  <a:pt x="52298" y="52298"/>
                </a:cubicBezTo>
                <a:cubicBezTo>
                  <a:pt x="58043" y="46553"/>
                  <a:pt x="61271" y="38760"/>
                  <a:pt x="61271" y="30636"/>
                </a:cubicBezTo>
                <a:cubicBezTo>
                  <a:pt x="61271" y="22511"/>
                  <a:pt x="58043" y="14718"/>
                  <a:pt x="52298" y="8973"/>
                </a:cubicBezTo>
                <a:cubicBezTo>
                  <a:pt x="46553" y="3228"/>
                  <a:pt x="38760" y="0"/>
                  <a:pt x="30636" y="0"/>
                </a:cubicBezTo>
                <a:cubicBezTo>
                  <a:pt x="22511" y="0"/>
                  <a:pt x="14718" y="3228"/>
                  <a:pt x="8973" y="8973"/>
                </a:cubicBezTo>
                <a:cubicBezTo>
                  <a:pt x="3228" y="14718"/>
                  <a:pt x="0" y="22511"/>
                  <a:pt x="0" y="30636"/>
                </a:cubicBezTo>
                <a:cubicBezTo>
                  <a:pt x="0" y="38760"/>
                  <a:pt x="3228" y="46553"/>
                  <a:pt x="8973" y="52298"/>
                </a:cubicBezTo>
                <a:cubicBezTo>
                  <a:pt x="14718" y="58043"/>
                  <a:pt x="22511" y="61271"/>
                  <a:pt x="30636" y="61271"/>
                </a:cubicBezTo>
                <a:close/>
              </a:path>
            </a:pathLst>
          </a:custGeom>
          <a:solidFill>
            <a:srgbClr val="657C99"/>
          </a:solidFill>
          <a:ln w="19765">
            <a:solidFill>
              <a:srgbClr val="657C99"/>
            </a:solidFill>
            <a:prstDash val="solid"/>
          </a:ln>
        </p:spPr>
      </p:sp>
      <p:sp>
        <p:nvSpPr>
          <p:cNvPr id="188" name="Figure 3 plot object 187"/>
          <p:cNvSpPr>
            <a:spLocks noGrp="1"/>
          </p:cNvSpPr>
          <p:nvPr/>
        </p:nvSpPr>
        <p:spPr>
          <a:xfrm>
            <a:off x="8432890" y="5241375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30636" y="61271"/>
                </a:moveTo>
                <a:cubicBezTo>
                  <a:pt x="38760" y="61271"/>
                  <a:pt x="46553" y="58043"/>
                  <a:pt x="52298" y="52298"/>
                </a:cubicBezTo>
                <a:cubicBezTo>
                  <a:pt x="58043" y="46553"/>
                  <a:pt x="61271" y="38760"/>
                  <a:pt x="61271" y="30636"/>
                </a:cubicBezTo>
                <a:cubicBezTo>
                  <a:pt x="61271" y="22511"/>
                  <a:pt x="58043" y="14718"/>
                  <a:pt x="52298" y="8973"/>
                </a:cubicBezTo>
                <a:cubicBezTo>
                  <a:pt x="46553" y="3228"/>
                  <a:pt x="38760" y="0"/>
                  <a:pt x="30636" y="0"/>
                </a:cubicBezTo>
                <a:cubicBezTo>
                  <a:pt x="22511" y="0"/>
                  <a:pt x="14718" y="3228"/>
                  <a:pt x="8973" y="8973"/>
                </a:cubicBezTo>
                <a:cubicBezTo>
                  <a:pt x="3228" y="14718"/>
                  <a:pt x="0" y="22511"/>
                  <a:pt x="0" y="30636"/>
                </a:cubicBezTo>
                <a:cubicBezTo>
                  <a:pt x="0" y="38760"/>
                  <a:pt x="3228" y="46553"/>
                  <a:pt x="8973" y="52298"/>
                </a:cubicBezTo>
                <a:cubicBezTo>
                  <a:pt x="14718" y="58043"/>
                  <a:pt x="22511" y="61271"/>
                  <a:pt x="30636" y="61271"/>
                </a:cubicBezTo>
                <a:close/>
              </a:path>
            </a:pathLst>
          </a:custGeom>
          <a:solidFill>
            <a:srgbClr val="657C99"/>
          </a:solidFill>
          <a:ln w="19765">
            <a:solidFill>
              <a:srgbClr val="657C99"/>
            </a:solidFill>
            <a:prstDash val="solid"/>
          </a:ln>
        </p:spPr>
      </p:sp>
      <p:sp>
        <p:nvSpPr>
          <p:cNvPr id="189" name="Figure 3 plot object 188"/>
          <p:cNvSpPr>
            <a:spLocks noGrp="1"/>
          </p:cNvSpPr>
          <p:nvPr/>
        </p:nvSpPr>
        <p:spPr>
          <a:xfrm>
            <a:off x="8942632" y="5043804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30636" y="61271"/>
                </a:moveTo>
                <a:cubicBezTo>
                  <a:pt x="38760" y="61271"/>
                  <a:pt x="46553" y="58043"/>
                  <a:pt x="52298" y="52298"/>
                </a:cubicBezTo>
                <a:cubicBezTo>
                  <a:pt x="58043" y="46553"/>
                  <a:pt x="61271" y="38760"/>
                  <a:pt x="61271" y="30636"/>
                </a:cubicBezTo>
                <a:cubicBezTo>
                  <a:pt x="61271" y="22511"/>
                  <a:pt x="58043" y="14718"/>
                  <a:pt x="52298" y="8973"/>
                </a:cubicBezTo>
                <a:cubicBezTo>
                  <a:pt x="46553" y="3228"/>
                  <a:pt x="38760" y="0"/>
                  <a:pt x="30636" y="0"/>
                </a:cubicBezTo>
                <a:cubicBezTo>
                  <a:pt x="22511" y="0"/>
                  <a:pt x="14718" y="3228"/>
                  <a:pt x="8973" y="8973"/>
                </a:cubicBezTo>
                <a:cubicBezTo>
                  <a:pt x="3228" y="14718"/>
                  <a:pt x="0" y="22511"/>
                  <a:pt x="0" y="30636"/>
                </a:cubicBezTo>
                <a:cubicBezTo>
                  <a:pt x="0" y="38760"/>
                  <a:pt x="3228" y="46553"/>
                  <a:pt x="8973" y="52298"/>
                </a:cubicBezTo>
                <a:cubicBezTo>
                  <a:pt x="14718" y="58043"/>
                  <a:pt x="22511" y="61271"/>
                  <a:pt x="30636" y="61271"/>
                </a:cubicBezTo>
                <a:close/>
              </a:path>
            </a:pathLst>
          </a:custGeom>
          <a:solidFill>
            <a:srgbClr val="657C99"/>
          </a:solidFill>
          <a:ln w="19765">
            <a:solidFill>
              <a:srgbClr val="657C99"/>
            </a:solidFill>
            <a:prstDash val="solid"/>
          </a:ln>
        </p:spPr>
      </p:sp>
      <p:sp>
        <p:nvSpPr>
          <p:cNvPr id="190" name="Figure 3 plot object 189"/>
          <p:cNvSpPr>
            <a:spLocks noGrp="1"/>
          </p:cNvSpPr>
          <p:nvPr/>
        </p:nvSpPr>
        <p:spPr>
          <a:xfrm>
            <a:off x="8973267" y="5061242"/>
            <a:ext cx="1019484" cy="13198"/>
          </a:xfrm>
          <a:custGeom>
            <a:avLst/>
            <a:gdLst/>
            <a:ahLst/>
            <a:cxnLst/>
            <a:pathLst>
              <a:path w="1019484" h="13198">
                <a:moveTo>
                  <a:pt x="0" y="13198"/>
                </a:moveTo>
                <a:lnTo>
                  <a:pt x="1019484" y="0"/>
                </a:lnTo>
              </a:path>
            </a:pathLst>
          </a:custGeom>
          <a:noFill/>
          <a:ln w="15812">
            <a:solidFill>
              <a:srgbClr val="657C99"/>
            </a:solidFill>
            <a:custDash>
              <a:ds d="200000" sp="200000"/>
            </a:custDash>
          </a:ln>
        </p:spPr>
      </p:sp>
      <p:sp>
        <p:nvSpPr>
          <p:cNvPr id="191" name="Figure 3 plot object 190"/>
          <p:cNvSpPr>
            <a:spLocks noGrp="1"/>
          </p:cNvSpPr>
          <p:nvPr/>
        </p:nvSpPr>
        <p:spPr>
          <a:xfrm>
            <a:off x="3366104" y="5001032"/>
            <a:ext cx="5607163" cy="1427152"/>
          </a:xfrm>
          <a:custGeom>
            <a:avLst/>
            <a:gdLst/>
            <a:ahLst/>
            <a:cxnLst/>
            <a:pathLst>
              <a:path w="5607163" h="1427152">
                <a:moveTo>
                  <a:pt x="0" y="406681"/>
                </a:moveTo>
                <a:lnTo>
                  <a:pt x="509742" y="889729"/>
                </a:lnTo>
                <a:lnTo>
                  <a:pt x="1019484" y="141462"/>
                </a:lnTo>
                <a:lnTo>
                  <a:pt x="1529226" y="829547"/>
                </a:lnTo>
                <a:lnTo>
                  <a:pt x="2038968" y="1362752"/>
                </a:lnTo>
                <a:lnTo>
                  <a:pt x="2548710" y="1346302"/>
                </a:lnTo>
                <a:lnTo>
                  <a:pt x="3058452" y="340425"/>
                </a:lnTo>
                <a:lnTo>
                  <a:pt x="3568195" y="1427152"/>
                </a:lnTo>
                <a:lnTo>
                  <a:pt x="4077937" y="50398"/>
                </a:lnTo>
                <a:lnTo>
                  <a:pt x="4587679" y="32837"/>
                </a:lnTo>
                <a:lnTo>
                  <a:pt x="5097421" y="65545"/>
                </a:lnTo>
                <a:lnTo>
                  <a:pt x="5607163" y="0"/>
                </a:lnTo>
              </a:path>
            </a:pathLst>
          </a:custGeom>
          <a:noFill/>
          <a:ln w="18777">
            <a:solidFill>
              <a:srgbClr val="19847B"/>
            </a:solidFill>
            <a:prstDash val="solid"/>
          </a:ln>
        </p:spPr>
      </p:sp>
      <p:sp>
        <p:nvSpPr>
          <p:cNvPr id="192" name="Figure 3 plot object 191"/>
          <p:cNvSpPr>
            <a:spLocks noGrp="1"/>
          </p:cNvSpPr>
          <p:nvPr/>
        </p:nvSpPr>
        <p:spPr>
          <a:xfrm>
            <a:off x="3335469" y="5377078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0" y="61271"/>
                </a:moveTo>
                <a:lnTo>
                  <a:pt x="61271" y="61271"/>
                </a:lnTo>
                <a:lnTo>
                  <a:pt x="61271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193" name="Figure 3 plot object 192"/>
          <p:cNvSpPr>
            <a:spLocks noGrp="1"/>
          </p:cNvSpPr>
          <p:nvPr/>
        </p:nvSpPr>
        <p:spPr>
          <a:xfrm>
            <a:off x="3845211" y="5860126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0" y="61271"/>
                </a:moveTo>
                <a:lnTo>
                  <a:pt x="61271" y="61271"/>
                </a:lnTo>
                <a:lnTo>
                  <a:pt x="61271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194" name="Figure 3 plot object 193"/>
          <p:cNvSpPr>
            <a:spLocks noGrp="1"/>
          </p:cNvSpPr>
          <p:nvPr/>
        </p:nvSpPr>
        <p:spPr>
          <a:xfrm>
            <a:off x="4354953" y="5111859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0" y="61271"/>
                </a:moveTo>
                <a:lnTo>
                  <a:pt x="61271" y="61271"/>
                </a:lnTo>
                <a:lnTo>
                  <a:pt x="61271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195" name="Figure 3 plot object 194"/>
          <p:cNvSpPr>
            <a:spLocks noGrp="1"/>
          </p:cNvSpPr>
          <p:nvPr/>
        </p:nvSpPr>
        <p:spPr>
          <a:xfrm>
            <a:off x="4864695" y="5799943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0" y="61271"/>
                </a:moveTo>
                <a:lnTo>
                  <a:pt x="61271" y="61271"/>
                </a:lnTo>
                <a:lnTo>
                  <a:pt x="61271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196" name="Figure 3 plot object 195"/>
          <p:cNvSpPr>
            <a:spLocks noGrp="1"/>
          </p:cNvSpPr>
          <p:nvPr/>
        </p:nvSpPr>
        <p:spPr>
          <a:xfrm>
            <a:off x="5374437" y="6333148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0" y="61271"/>
                </a:moveTo>
                <a:lnTo>
                  <a:pt x="61271" y="61271"/>
                </a:lnTo>
                <a:lnTo>
                  <a:pt x="61271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197" name="Figure 3 plot object 196"/>
          <p:cNvSpPr>
            <a:spLocks noGrp="1"/>
          </p:cNvSpPr>
          <p:nvPr/>
        </p:nvSpPr>
        <p:spPr>
          <a:xfrm>
            <a:off x="5884179" y="6316699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0" y="61271"/>
                </a:moveTo>
                <a:lnTo>
                  <a:pt x="61271" y="61271"/>
                </a:lnTo>
                <a:lnTo>
                  <a:pt x="61271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198" name="Figure 3 plot object 197"/>
          <p:cNvSpPr>
            <a:spLocks noGrp="1"/>
          </p:cNvSpPr>
          <p:nvPr/>
        </p:nvSpPr>
        <p:spPr>
          <a:xfrm>
            <a:off x="6393921" y="5310822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0" y="61271"/>
                </a:moveTo>
                <a:lnTo>
                  <a:pt x="61271" y="61271"/>
                </a:lnTo>
                <a:lnTo>
                  <a:pt x="61271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199" name="Figure 3 plot object 198"/>
          <p:cNvSpPr>
            <a:spLocks noGrp="1"/>
          </p:cNvSpPr>
          <p:nvPr/>
        </p:nvSpPr>
        <p:spPr>
          <a:xfrm>
            <a:off x="6903663" y="6397549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0" y="61271"/>
                </a:moveTo>
                <a:lnTo>
                  <a:pt x="61271" y="61271"/>
                </a:lnTo>
                <a:lnTo>
                  <a:pt x="61271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200" name="Figure 3 plot object 199"/>
          <p:cNvSpPr>
            <a:spLocks noGrp="1"/>
          </p:cNvSpPr>
          <p:nvPr/>
        </p:nvSpPr>
        <p:spPr>
          <a:xfrm>
            <a:off x="7413405" y="5020795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0" y="61271"/>
                </a:moveTo>
                <a:lnTo>
                  <a:pt x="61271" y="61271"/>
                </a:lnTo>
                <a:lnTo>
                  <a:pt x="61271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201" name="Figure 3 plot object 200"/>
          <p:cNvSpPr>
            <a:spLocks noGrp="1"/>
          </p:cNvSpPr>
          <p:nvPr/>
        </p:nvSpPr>
        <p:spPr>
          <a:xfrm>
            <a:off x="7923148" y="5003234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0" y="61271"/>
                </a:moveTo>
                <a:lnTo>
                  <a:pt x="61271" y="61271"/>
                </a:lnTo>
                <a:lnTo>
                  <a:pt x="61271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202" name="Figure 3 plot object 201"/>
          <p:cNvSpPr>
            <a:spLocks noGrp="1"/>
          </p:cNvSpPr>
          <p:nvPr/>
        </p:nvSpPr>
        <p:spPr>
          <a:xfrm>
            <a:off x="8432890" y="5035942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0" y="61271"/>
                </a:moveTo>
                <a:lnTo>
                  <a:pt x="61271" y="61271"/>
                </a:lnTo>
                <a:lnTo>
                  <a:pt x="61271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203" name="Figure 3 plot object 202"/>
          <p:cNvSpPr>
            <a:spLocks noGrp="1"/>
          </p:cNvSpPr>
          <p:nvPr/>
        </p:nvSpPr>
        <p:spPr>
          <a:xfrm>
            <a:off x="8942632" y="4970397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0" y="61271"/>
                </a:moveTo>
                <a:lnTo>
                  <a:pt x="61271" y="61271"/>
                </a:lnTo>
                <a:lnTo>
                  <a:pt x="61271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204" name="Figure 3 plot object 203"/>
          <p:cNvSpPr>
            <a:spLocks noGrp="1"/>
          </p:cNvSpPr>
          <p:nvPr/>
        </p:nvSpPr>
        <p:spPr>
          <a:xfrm>
            <a:off x="8973267" y="4987835"/>
            <a:ext cx="1019484" cy="13198"/>
          </a:xfrm>
          <a:custGeom>
            <a:avLst/>
            <a:gdLst/>
            <a:ahLst/>
            <a:cxnLst/>
            <a:pathLst>
              <a:path w="1019484" h="13198">
                <a:moveTo>
                  <a:pt x="0" y="13198"/>
                </a:moveTo>
                <a:lnTo>
                  <a:pt x="1019484" y="0"/>
                </a:lnTo>
              </a:path>
            </a:pathLst>
          </a:custGeom>
          <a:noFill/>
          <a:ln w="15812">
            <a:solidFill>
              <a:srgbClr val="19847B"/>
            </a:solidFill>
            <a:custDash>
              <a:ds d="200000" sp="200000"/>
            </a:custDash>
          </a:ln>
        </p:spPr>
      </p:sp>
      <p:sp>
        <p:nvSpPr>
          <p:cNvPr id="205" name="Figure 3 plot object 204"/>
          <p:cNvSpPr>
            <a:spLocks noGrp="1"/>
          </p:cNvSpPr>
          <p:nvPr/>
        </p:nvSpPr>
        <p:spPr>
          <a:xfrm>
            <a:off x="9381061" y="4751857"/>
            <a:ext cx="20" cy="1762049"/>
          </a:xfrm>
          <a:custGeom>
            <a:avLst/>
            <a:gdLst/>
            <a:ahLst/>
            <a:cxnLst/>
            <a:pathLst>
              <a:path w="20" h="1762049">
                <a:moveTo>
                  <a:pt x="0" y="1762049"/>
                </a:moveTo>
                <a:lnTo>
                  <a:pt x="0" y="0"/>
                </a:lnTo>
              </a:path>
            </a:pathLst>
          </a:custGeom>
          <a:noFill/>
          <a:ln w="11859">
            <a:solidFill>
              <a:srgbClr val="C0C0C0"/>
            </a:solidFill>
            <a:prstDash val="solid"/>
          </a:ln>
        </p:spPr>
      </p:sp>
      <p:sp>
        <p:nvSpPr>
          <p:cNvPr id="206" name="Figure 3 plot object 205"/>
          <p:cNvSpPr>
            <a:spLocks noGrp="1"/>
          </p:cNvSpPr>
          <p:nvPr/>
        </p:nvSpPr>
        <p:spPr>
          <a:xfrm>
            <a:off x="3187695" y="6989659"/>
            <a:ext cx="1886046" cy="20"/>
          </a:xfrm>
          <a:custGeom>
            <a:avLst/>
            <a:gdLst/>
            <a:ahLst/>
            <a:cxnLst/>
            <a:pathLst>
              <a:path w="1886046" h="20">
                <a:moveTo>
                  <a:pt x="0" y="0"/>
                </a:moveTo>
                <a:lnTo>
                  <a:pt x="1886046" y="0"/>
                </a:lnTo>
              </a:path>
            </a:pathLst>
          </a:custGeom>
          <a:noFill/>
          <a:ln w="31624">
            <a:solidFill>
              <a:srgbClr val="657C99"/>
            </a:solidFill>
            <a:prstDash val="solid"/>
          </a:ln>
        </p:spPr>
      </p:sp>
      <p:sp>
        <p:nvSpPr>
          <p:cNvPr id="207" name="Figure 3 plot object 206"/>
          <p:cNvSpPr>
            <a:spLocks noGrp="1"/>
          </p:cNvSpPr>
          <p:nvPr/>
        </p:nvSpPr>
        <p:spPr>
          <a:xfrm>
            <a:off x="5226663" y="6989659"/>
            <a:ext cx="1376304" cy="20"/>
          </a:xfrm>
          <a:custGeom>
            <a:avLst/>
            <a:gdLst/>
            <a:ahLst/>
            <a:cxnLst/>
            <a:pathLst>
              <a:path w="1376304" h="20">
                <a:moveTo>
                  <a:pt x="0" y="0"/>
                </a:moveTo>
                <a:lnTo>
                  <a:pt x="1376304" y="0"/>
                </a:lnTo>
              </a:path>
            </a:pathLst>
          </a:custGeom>
          <a:noFill/>
          <a:ln w="31624">
            <a:solidFill>
              <a:srgbClr val="657C99"/>
            </a:solidFill>
            <a:prstDash val="solid"/>
          </a:ln>
        </p:spPr>
      </p:sp>
      <p:sp>
        <p:nvSpPr>
          <p:cNvPr id="208" name="Figure 3 plot object 207"/>
          <p:cNvSpPr>
            <a:spLocks noGrp="1"/>
          </p:cNvSpPr>
          <p:nvPr/>
        </p:nvSpPr>
        <p:spPr>
          <a:xfrm>
            <a:off x="6755889" y="6989659"/>
            <a:ext cx="1376304" cy="20"/>
          </a:xfrm>
          <a:custGeom>
            <a:avLst/>
            <a:gdLst/>
            <a:ahLst/>
            <a:cxnLst/>
            <a:pathLst>
              <a:path w="1376304" h="20">
                <a:moveTo>
                  <a:pt x="0" y="0"/>
                </a:moveTo>
                <a:lnTo>
                  <a:pt x="1376304" y="0"/>
                </a:lnTo>
              </a:path>
            </a:pathLst>
          </a:custGeom>
          <a:noFill/>
          <a:ln w="31624">
            <a:solidFill>
              <a:srgbClr val="657C99"/>
            </a:solidFill>
            <a:prstDash val="solid"/>
          </a:ln>
        </p:spPr>
      </p:sp>
      <p:sp>
        <p:nvSpPr>
          <p:cNvPr id="209" name="Figure 3 plot object 208"/>
          <p:cNvSpPr>
            <a:spLocks noGrp="1"/>
          </p:cNvSpPr>
          <p:nvPr/>
        </p:nvSpPr>
        <p:spPr>
          <a:xfrm>
            <a:off x="8285115" y="6989659"/>
            <a:ext cx="866562" cy="20"/>
          </a:xfrm>
          <a:custGeom>
            <a:avLst/>
            <a:gdLst/>
            <a:ahLst/>
            <a:cxnLst/>
            <a:pathLst>
              <a:path w="866562" h="20">
                <a:moveTo>
                  <a:pt x="0" y="0"/>
                </a:moveTo>
                <a:lnTo>
                  <a:pt x="866562" y="0"/>
                </a:lnTo>
              </a:path>
            </a:pathLst>
          </a:custGeom>
          <a:noFill/>
          <a:ln w="31624">
            <a:solidFill>
              <a:srgbClr val="657C99"/>
            </a:solidFill>
            <a:prstDash val="solid"/>
          </a:ln>
        </p:spPr>
      </p:sp>
      <p:sp>
        <p:nvSpPr>
          <p:cNvPr id="210" name="Figure 3 plot object 209"/>
          <p:cNvSpPr>
            <a:spLocks noGrp="1"/>
          </p:cNvSpPr>
          <p:nvPr/>
        </p:nvSpPr>
        <p:spPr>
          <a:xfrm>
            <a:off x="3187695" y="7623997"/>
            <a:ext cx="1886046" cy="20"/>
          </a:xfrm>
          <a:custGeom>
            <a:avLst/>
            <a:gdLst/>
            <a:ahLst/>
            <a:cxnLst/>
            <a:pathLst>
              <a:path w="1886046" h="20">
                <a:moveTo>
                  <a:pt x="0" y="0"/>
                </a:moveTo>
                <a:lnTo>
                  <a:pt x="1886046" y="0"/>
                </a:lnTo>
              </a:path>
            </a:pathLst>
          </a:custGeom>
          <a:noFill/>
          <a:ln w="31624">
            <a:solidFill>
              <a:srgbClr val="19847B"/>
            </a:solidFill>
            <a:prstDash val="solid"/>
          </a:ln>
        </p:spPr>
      </p:sp>
      <p:sp>
        <p:nvSpPr>
          <p:cNvPr id="211" name="Figure 3 plot object 210"/>
          <p:cNvSpPr>
            <a:spLocks noGrp="1"/>
          </p:cNvSpPr>
          <p:nvPr/>
        </p:nvSpPr>
        <p:spPr>
          <a:xfrm>
            <a:off x="5226663" y="7623997"/>
            <a:ext cx="866562" cy="20"/>
          </a:xfrm>
          <a:custGeom>
            <a:avLst/>
            <a:gdLst/>
            <a:ahLst/>
            <a:cxnLst/>
            <a:pathLst>
              <a:path w="866562" h="20">
                <a:moveTo>
                  <a:pt x="0" y="0"/>
                </a:moveTo>
                <a:lnTo>
                  <a:pt x="866562" y="0"/>
                </a:lnTo>
              </a:path>
            </a:pathLst>
          </a:custGeom>
          <a:noFill/>
          <a:ln w="31624">
            <a:solidFill>
              <a:srgbClr val="19847B"/>
            </a:solidFill>
            <a:prstDash val="solid"/>
          </a:ln>
        </p:spPr>
      </p:sp>
      <p:sp>
        <p:nvSpPr>
          <p:cNvPr id="212" name="Figure 3 plot object 211"/>
          <p:cNvSpPr>
            <a:spLocks noGrp="1"/>
          </p:cNvSpPr>
          <p:nvPr/>
        </p:nvSpPr>
        <p:spPr>
          <a:xfrm>
            <a:off x="6246147" y="7623997"/>
            <a:ext cx="866562" cy="20"/>
          </a:xfrm>
          <a:custGeom>
            <a:avLst/>
            <a:gdLst/>
            <a:ahLst/>
            <a:cxnLst/>
            <a:pathLst>
              <a:path w="866562" h="20">
                <a:moveTo>
                  <a:pt x="0" y="0"/>
                </a:moveTo>
                <a:lnTo>
                  <a:pt x="866562" y="0"/>
                </a:lnTo>
              </a:path>
            </a:pathLst>
          </a:custGeom>
          <a:noFill/>
          <a:ln w="31624">
            <a:solidFill>
              <a:srgbClr val="19847B"/>
            </a:solidFill>
            <a:prstDash val="solid"/>
          </a:ln>
        </p:spPr>
      </p:sp>
      <p:sp>
        <p:nvSpPr>
          <p:cNvPr id="213" name="Figure 3 plot object 212"/>
          <p:cNvSpPr>
            <a:spLocks noGrp="1"/>
          </p:cNvSpPr>
          <p:nvPr/>
        </p:nvSpPr>
        <p:spPr>
          <a:xfrm>
            <a:off x="7265631" y="7623997"/>
            <a:ext cx="1886046" cy="20"/>
          </a:xfrm>
          <a:custGeom>
            <a:avLst/>
            <a:gdLst/>
            <a:ahLst/>
            <a:cxnLst/>
            <a:pathLst>
              <a:path w="1886046" h="20">
                <a:moveTo>
                  <a:pt x="0" y="0"/>
                </a:moveTo>
                <a:lnTo>
                  <a:pt x="1886046" y="0"/>
                </a:lnTo>
              </a:path>
            </a:pathLst>
          </a:custGeom>
          <a:noFill/>
          <a:ln w="31624">
            <a:solidFill>
              <a:srgbClr val="19847B"/>
            </a:solidFill>
            <a:prstDash val="solid"/>
          </a:ln>
        </p:spPr>
      </p:sp>
      <p:sp>
        <p:nvSpPr>
          <p:cNvPr id="214" name="Figure 3 plot object 213"/>
          <p:cNvSpPr>
            <a:spLocks noGrp="1"/>
          </p:cNvSpPr>
          <p:nvPr/>
        </p:nvSpPr>
        <p:spPr>
          <a:xfrm>
            <a:off x="3136721" y="4751857"/>
            <a:ext cx="20" cy="1762049"/>
          </a:xfrm>
          <a:custGeom>
            <a:avLst/>
            <a:gdLst/>
            <a:ahLst/>
            <a:cxnLst/>
            <a:pathLst>
              <a:path w="20" h="1762049">
                <a:moveTo>
                  <a:pt x="0" y="1762049"/>
                </a:moveTo>
                <a:lnTo>
                  <a:pt x="0" y="0"/>
                </a:lnTo>
              </a:path>
            </a:pathLst>
          </a:custGeom>
          <a:noFill/>
          <a:ln w="11859">
            <a:solidFill>
              <a:srgbClr val="111111"/>
            </a:solidFill>
            <a:prstDash val="solid"/>
          </a:ln>
        </p:spPr>
      </p:sp>
      <p:sp>
        <p:nvSpPr>
          <p:cNvPr id="215" name="Figure 3 plot object 214"/>
          <p:cNvSpPr>
            <a:spLocks noGrp="1"/>
          </p:cNvSpPr>
          <p:nvPr/>
        </p:nvSpPr>
        <p:spPr>
          <a:xfrm>
            <a:off x="3136721" y="6513906"/>
            <a:ext cx="7212850" cy="20"/>
          </a:xfrm>
          <a:custGeom>
            <a:avLst/>
            <a:gdLst/>
            <a:ahLst/>
            <a:cxnLst/>
            <a:pathLst>
              <a:path w="7212850" h="20">
                <a:moveTo>
                  <a:pt x="0" y="0"/>
                </a:moveTo>
                <a:lnTo>
                  <a:pt x="7212850" y="0"/>
                </a:lnTo>
              </a:path>
            </a:pathLst>
          </a:custGeom>
          <a:noFill/>
          <a:ln w="11859">
            <a:solidFill>
              <a:srgbClr val="111111"/>
            </a:solidFill>
            <a:prstDash val="solid"/>
          </a:ln>
        </p:spPr>
      </p:sp>
      <p:sp>
        <p:nvSpPr>
          <p:cNvPr id="216" name="0.718"/>
          <p:cNvSpPr>
            <a:spLocks noGrp="1"/>
          </p:cNvSpPr>
          <p:nvPr/>
        </p:nvSpPr>
        <p:spPr>
          <a:xfrm>
            <a:off x="10131106" y="5127842"/>
            <a:ext cx="415063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0.718</a:t>
            </a:r>
            <a:endParaRPr sz="12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17" name="0.756"/>
          <p:cNvSpPr>
            <a:spLocks noGrp="1"/>
          </p:cNvSpPr>
          <p:nvPr/>
        </p:nvSpPr>
        <p:spPr>
          <a:xfrm>
            <a:off x="10131106" y="4797491"/>
            <a:ext cx="415063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0.756</a:t>
            </a:r>
            <a:endParaRPr sz="12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18" name="Both select batch 12"/>
          <p:cNvSpPr>
            <a:spLocks noGrp="1"/>
          </p:cNvSpPr>
          <p:nvPr/>
        </p:nvSpPr>
        <p:spPr>
          <a:xfrm>
            <a:off x="8868232" y="4483608"/>
            <a:ext cx="1334131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Both select batch 12</a:t>
            </a:r>
            <a:endParaRPr sz="12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19" name="Solvents"/>
          <p:cNvSpPr>
            <a:spLocks noGrp="1"/>
          </p:cNvSpPr>
          <p:nvPr/>
        </p:nvSpPr>
        <p:spPr>
          <a:xfrm>
            <a:off x="3873774" y="7050717"/>
            <a:ext cx="625475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Solvents</a:t>
            </a:r>
            <a:endParaRPr sz="14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20" name="Potential"/>
          <p:cNvSpPr>
            <a:spLocks noGrp="1"/>
          </p:cNvSpPr>
          <p:nvPr/>
        </p:nvSpPr>
        <p:spPr>
          <a:xfrm>
            <a:off x="5654165" y="7050717"/>
            <a:ext cx="64516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Potential</a:t>
            </a:r>
            <a:endParaRPr sz="14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21" name="Electrolytes"/>
          <p:cNvSpPr>
            <a:spLocks noGrp="1"/>
          </p:cNvSpPr>
          <p:nvPr/>
        </p:nvSpPr>
        <p:spPr>
          <a:xfrm>
            <a:off x="6758305" y="7050405"/>
            <a:ext cx="1373505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Electrolytes</a:t>
            </a:r>
            <a:endParaRPr sz="14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22" name="Duration /"/>
          <p:cNvSpPr>
            <a:spLocks noGrp="1"/>
          </p:cNvSpPr>
          <p:nvPr/>
        </p:nvSpPr>
        <p:spPr>
          <a:xfrm>
            <a:off x="8431355" y="7050717"/>
            <a:ext cx="738505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Duration /</a:t>
            </a:r>
            <a:endParaRPr sz="14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23" name="current"/>
          <p:cNvSpPr>
            <a:spLocks noGrp="1"/>
          </p:cNvSpPr>
          <p:nvPr/>
        </p:nvSpPr>
        <p:spPr>
          <a:xfrm>
            <a:off x="8512341" y="7278164"/>
            <a:ext cx="51562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current</a:t>
            </a:r>
            <a:endParaRPr sz="14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24" name="Material pairs"/>
          <p:cNvSpPr>
            <a:spLocks noGrp="1"/>
          </p:cNvSpPr>
          <p:nvPr/>
        </p:nvSpPr>
        <p:spPr>
          <a:xfrm>
            <a:off x="3728008" y="7685056"/>
            <a:ext cx="100457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Material pairs</a:t>
            </a:r>
            <a:endParaRPr sz="14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25" name="Cross-pairs"/>
          <p:cNvSpPr>
            <a:spLocks noGrp="1"/>
          </p:cNvSpPr>
          <p:nvPr/>
        </p:nvSpPr>
        <p:spPr>
          <a:xfrm>
            <a:off x="5252403" y="7684770"/>
            <a:ext cx="822325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Cross-pairs</a:t>
            </a:r>
            <a:endParaRPr sz="14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26" name="Potential"/>
          <p:cNvSpPr>
            <a:spLocks noGrp="1"/>
          </p:cNvSpPr>
          <p:nvPr/>
        </p:nvSpPr>
        <p:spPr>
          <a:xfrm>
            <a:off x="6418778" y="7685056"/>
            <a:ext cx="64516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Potential</a:t>
            </a:r>
            <a:endParaRPr sz="14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27" name="Current / time / potential"/>
          <p:cNvSpPr>
            <a:spLocks noGrp="1"/>
          </p:cNvSpPr>
          <p:nvPr/>
        </p:nvSpPr>
        <p:spPr>
          <a:xfrm>
            <a:off x="7492177" y="7686670"/>
            <a:ext cx="1771015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Current / time / potential</a:t>
            </a:r>
            <a:endParaRPr sz="14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28" name="Independent"/>
          <p:cNvSpPr>
            <a:spLocks noGrp="1"/>
          </p:cNvSpPr>
          <p:nvPr/>
        </p:nvSpPr>
        <p:spPr>
          <a:xfrm>
            <a:off x="9624579" y="7073891"/>
            <a:ext cx="890905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50505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505050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Independent</a:t>
            </a:r>
            <a:endParaRPr sz="1400" b="0" i="0">
              <a:solidFill>
                <a:srgbClr val="50505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29" name="recommendation"/>
          <p:cNvSpPr>
            <a:spLocks noGrp="1"/>
          </p:cNvSpPr>
          <p:nvPr/>
        </p:nvSpPr>
        <p:spPr>
          <a:xfrm>
            <a:off x="9499624" y="7302855"/>
            <a:ext cx="1207135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50505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505050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recommendation</a:t>
            </a:r>
            <a:endParaRPr sz="1400" b="0" i="0">
              <a:solidFill>
                <a:srgbClr val="50505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30" name="retests"/>
          <p:cNvSpPr>
            <a:spLocks noGrp="1"/>
          </p:cNvSpPr>
          <p:nvPr/>
        </p:nvSpPr>
        <p:spPr>
          <a:xfrm>
            <a:off x="9794062" y="7531819"/>
            <a:ext cx="466725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50505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505050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retests</a:t>
            </a:r>
            <a:endParaRPr sz="1400" b="0" i="0">
              <a:solidFill>
                <a:srgbClr val="50505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31" name="Figure 3 plot object 230"/>
          <p:cNvSpPr>
            <a:spLocks noGrp="1"/>
          </p:cNvSpPr>
          <p:nvPr/>
        </p:nvSpPr>
        <p:spPr>
          <a:xfrm>
            <a:off x="9946399" y="5014889"/>
            <a:ext cx="92706" cy="92706"/>
          </a:xfrm>
          <a:custGeom>
            <a:avLst/>
            <a:gdLst/>
            <a:ahLst/>
            <a:cxnLst/>
            <a:pathLst>
              <a:path w="92706" h="92706">
                <a:moveTo>
                  <a:pt x="46353" y="92706"/>
                </a:moveTo>
                <a:cubicBezTo>
                  <a:pt x="58646" y="92706"/>
                  <a:pt x="70437" y="87822"/>
                  <a:pt x="79129" y="79129"/>
                </a:cubicBezTo>
                <a:cubicBezTo>
                  <a:pt x="87822" y="70437"/>
                  <a:pt x="92706" y="58646"/>
                  <a:pt x="92706" y="46353"/>
                </a:cubicBezTo>
                <a:cubicBezTo>
                  <a:pt x="92706" y="34060"/>
                  <a:pt x="87822" y="22269"/>
                  <a:pt x="79129" y="13576"/>
                </a:cubicBezTo>
                <a:cubicBezTo>
                  <a:pt x="70437" y="4884"/>
                  <a:pt x="58646" y="0"/>
                  <a:pt x="46353" y="0"/>
                </a:cubicBezTo>
                <a:cubicBezTo>
                  <a:pt x="34060" y="0"/>
                  <a:pt x="22269" y="4884"/>
                  <a:pt x="13576" y="13576"/>
                </a:cubicBezTo>
                <a:cubicBezTo>
                  <a:pt x="4884" y="22269"/>
                  <a:pt x="0" y="34060"/>
                  <a:pt x="0" y="46353"/>
                </a:cubicBezTo>
                <a:cubicBezTo>
                  <a:pt x="0" y="58646"/>
                  <a:pt x="4884" y="70437"/>
                  <a:pt x="13576" y="79129"/>
                </a:cubicBezTo>
                <a:cubicBezTo>
                  <a:pt x="22269" y="87822"/>
                  <a:pt x="34060" y="92706"/>
                  <a:pt x="46353" y="92706"/>
                </a:cubicBezTo>
                <a:close/>
              </a:path>
            </a:pathLst>
          </a:custGeom>
          <a:solidFill>
            <a:srgbClr val="657C99"/>
          </a:solidFill>
          <a:ln w="19765">
            <a:solidFill>
              <a:srgbClr val="657C99"/>
            </a:solidFill>
            <a:prstDash val="solid"/>
          </a:ln>
        </p:spPr>
      </p:sp>
      <p:sp>
        <p:nvSpPr>
          <p:cNvPr id="232" name="Figure 3 plot object 231"/>
          <p:cNvSpPr>
            <a:spLocks noGrp="1"/>
          </p:cNvSpPr>
          <p:nvPr/>
        </p:nvSpPr>
        <p:spPr>
          <a:xfrm>
            <a:off x="9946399" y="4941482"/>
            <a:ext cx="92706" cy="92706"/>
          </a:xfrm>
          <a:custGeom>
            <a:avLst/>
            <a:gdLst/>
            <a:ahLst/>
            <a:cxnLst/>
            <a:pathLst>
              <a:path w="92706" h="92706">
                <a:moveTo>
                  <a:pt x="0" y="92706"/>
                </a:moveTo>
                <a:lnTo>
                  <a:pt x="92706" y="92706"/>
                </a:lnTo>
                <a:lnTo>
                  <a:pt x="92706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233" name="Figure 3 plot object 232"/>
          <p:cNvSpPr>
            <a:spLocks noGrp="1"/>
          </p:cNvSpPr>
          <p:nvPr/>
        </p:nvSpPr>
        <p:spPr>
          <a:xfrm>
            <a:off x="3192062" y="4601352"/>
            <a:ext cx="249038" cy="20"/>
          </a:xfrm>
          <a:custGeom>
            <a:avLst/>
            <a:gdLst/>
            <a:ahLst/>
            <a:cxnLst/>
            <a:pathLst>
              <a:path w="249038" h="20">
                <a:moveTo>
                  <a:pt x="0" y="0"/>
                </a:moveTo>
                <a:lnTo>
                  <a:pt x="124519" y="0"/>
                </a:lnTo>
                <a:lnTo>
                  <a:pt x="249038" y="0"/>
                </a:lnTo>
              </a:path>
            </a:pathLst>
          </a:custGeom>
          <a:noFill/>
          <a:ln w="18777">
            <a:solidFill>
              <a:srgbClr val="657C99"/>
            </a:solidFill>
            <a:prstDash val="solid"/>
          </a:ln>
        </p:spPr>
      </p:sp>
      <p:sp>
        <p:nvSpPr>
          <p:cNvPr id="234" name="Figure 3 plot object 233"/>
          <p:cNvSpPr>
            <a:spLocks noGrp="1"/>
          </p:cNvSpPr>
          <p:nvPr/>
        </p:nvSpPr>
        <p:spPr>
          <a:xfrm>
            <a:off x="3285946" y="4570716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30636" y="61271"/>
                </a:moveTo>
                <a:cubicBezTo>
                  <a:pt x="38760" y="61271"/>
                  <a:pt x="46553" y="58043"/>
                  <a:pt x="52298" y="52298"/>
                </a:cubicBezTo>
                <a:cubicBezTo>
                  <a:pt x="58043" y="46553"/>
                  <a:pt x="61271" y="38760"/>
                  <a:pt x="61271" y="30636"/>
                </a:cubicBezTo>
                <a:cubicBezTo>
                  <a:pt x="61271" y="22511"/>
                  <a:pt x="58043" y="14718"/>
                  <a:pt x="52298" y="8973"/>
                </a:cubicBezTo>
                <a:cubicBezTo>
                  <a:pt x="46553" y="3228"/>
                  <a:pt x="38760" y="0"/>
                  <a:pt x="30636" y="0"/>
                </a:cubicBezTo>
                <a:cubicBezTo>
                  <a:pt x="22511" y="0"/>
                  <a:pt x="14718" y="3228"/>
                  <a:pt x="8973" y="8973"/>
                </a:cubicBezTo>
                <a:cubicBezTo>
                  <a:pt x="3228" y="14718"/>
                  <a:pt x="0" y="22511"/>
                  <a:pt x="0" y="30636"/>
                </a:cubicBezTo>
                <a:cubicBezTo>
                  <a:pt x="0" y="38760"/>
                  <a:pt x="3228" y="46553"/>
                  <a:pt x="8973" y="52298"/>
                </a:cubicBezTo>
                <a:cubicBezTo>
                  <a:pt x="14718" y="58043"/>
                  <a:pt x="22511" y="61271"/>
                  <a:pt x="30636" y="61271"/>
                </a:cubicBezTo>
                <a:close/>
              </a:path>
            </a:pathLst>
          </a:custGeom>
          <a:solidFill>
            <a:srgbClr val="657C99"/>
          </a:solidFill>
          <a:ln w="19765">
            <a:solidFill>
              <a:srgbClr val="657C99"/>
            </a:solidFill>
            <a:prstDash val="solid"/>
          </a:ln>
        </p:spPr>
      </p:sp>
      <p:sp>
        <p:nvSpPr>
          <p:cNvPr id="235" name="Discovery"/>
          <p:cNvSpPr>
            <a:spLocks noGrp="1"/>
          </p:cNvSpPr>
          <p:nvPr/>
        </p:nvSpPr>
        <p:spPr>
          <a:xfrm>
            <a:off x="3551783" y="4522490"/>
            <a:ext cx="67941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Discovery</a:t>
            </a:r>
            <a:endParaRPr sz="12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36" name="Figure 3 plot object 235"/>
          <p:cNvSpPr>
            <a:spLocks noGrp="1"/>
          </p:cNvSpPr>
          <p:nvPr/>
        </p:nvSpPr>
        <p:spPr>
          <a:xfrm>
            <a:off x="4435803" y="4601352"/>
            <a:ext cx="249038" cy="20"/>
          </a:xfrm>
          <a:custGeom>
            <a:avLst/>
            <a:gdLst/>
            <a:ahLst/>
            <a:cxnLst/>
            <a:pathLst>
              <a:path w="249038" h="20">
                <a:moveTo>
                  <a:pt x="0" y="0"/>
                </a:moveTo>
                <a:lnTo>
                  <a:pt x="124519" y="0"/>
                </a:lnTo>
                <a:lnTo>
                  <a:pt x="249038" y="0"/>
                </a:lnTo>
              </a:path>
            </a:pathLst>
          </a:custGeom>
          <a:noFill/>
          <a:ln w="18777">
            <a:solidFill>
              <a:srgbClr val="19847B"/>
            </a:solidFill>
            <a:prstDash val="solid"/>
          </a:ln>
        </p:spPr>
      </p:sp>
      <p:sp>
        <p:nvSpPr>
          <p:cNvPr id="237" name="Figure 3 plot object 236"/>
          <p:cNvSpPr>
            <a:spLocks noGrp="1"/>
          </p:cNvSpPr>
          <p:nvPr/>
        </p:nvSpPr>
        <p:spPr>
          <a:xfrm>
            <a:off x="4529686" y="4570716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0" y="61271"/>
                </a:moveTo>
                <a:lnTo>
                  <a:pt x="61271" y="61271"/>
                </a:lnTo>
                <a:lnTo>
                  <a:pt x="61271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238" name="Optimization"/>
          <p:cNvSpPr>
            <a:spLocks noGrp="1"/>
          </p:cNvSpPr>
          <p:nvPr/>
        </p:nvSpPr>
        <p:spPr>
          <a:xfrm>
            <a:off x="4795524" y="4522490"/>
            <a:ext cx="847420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Optimization</a:t>
            </a:r>
            <a:endParaRPr sz="12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39" name="Figure 3 plot object 238"/>
          <p:cNvSpPr>
            <a:spLocks noGrp="1"/>
          </p:cNvSpPr>
          <p:nvPr/>
        </p:nvSpPr>
        <p:spPr>
          <a:xfrm>
            <a:off x="3136721" y="9114003"/>
            <a:ext cx="8177626" cy="1418234"/>
          </a:xfrm>
          <a:custGeom>
            <a:avLst/>
            <a:gdLst/>
            <a:ahLst/>
            <a:cxnLst/>
            <a:pathLst>
              <a:path w="8177626" h="1418234">
                <a:moveTo>
                  <a:pt x="0" y="1418234"/>
                </a:moveTo>
                <a:lnTo>
                  <a:pt x="8177626" y="1418234"/>
                </a:lnTo>
                <a:lnTo>
                  <a:pt x="8177626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765">
            <a:noFill/>
            <a:prstDash val="solid"/>
          </a:ln>
        </p:spPr>
      </p:sp>
      <p:sp>
        <p:nvSpPr>
          <p:cNvPr id="240" name="Figure 3 plot object 239"/>
          <p:cNvSpPr>
            <a:spLocks noGrp="1"/>
          </p:cNvSpPr>
          <p:nvPr/>
        </p:nvSpPr>
        <p:spPr>
          <a:xfrm>
            <a:off x="5288375" y="9114003"/>
            <a:ext cx="522832" cy="1418234"/>
          </a:xfrm>
          <a:custGeom>
            <a:avLst/>
            <a:gdLst/>
            <a:ahLst/>
            <a:cxnLst/>
            <a:pathLst>
              <a:path w="522832" h="1418234">
                <a:moveTo>
                  <a:pt x="0" y="1418234"/>
                </a:moveTo>
                <a:lnTo>
                  <a:pt x="522832" y="1418234"/>
                </a:lnTo>
                <a:lnTo>
                  <a:pt x="5228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2F1ED"/>
          </a:solidFill>
          <a:ln w="19765">
            <a:solidFill>
              <a:srgbClr val="F2F1ED"/>
            </a:solidFill>
            <a:prstDash val="solid"/>
          </a:ln>
        </p:spPr>
      </p:sp>
      <p:sp>
        <p:nvSpPr>
          <p:cNvPr id="241" name="Figure 3 plot object 240"/>
          <p:cNvSpPr>
            <a:spLocks noGrp="1"/>
          </p:cNvSpPr>
          <p:nvPr/>
        </p:nvSpPr>
        <p:spPr>
          <a:xfrm>
            <a:off x="6628969" y="9114003"/>
            <a:ext cx="522832" cy="1418234"/>
          </a:xfrm>
          <a:custGeom>
            <a:avLst/>
            <a:gdLst/>
            <a:ahLst/>
            <a:cxnLst/>
            <a:pathLst>
              <a:path w="522832" h="1418234">
                <a:moveTo>
                  <a:pt x="0" y="1418234"/>
                </a:moveTo>
                <a:lnTo>
                  <a:pt x="522832" y="1418234"/>
                </a:lnTo>
                <a:lnTo>
                  <a:pt x="5228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2F1ED"/>
          </a:solidFill>
          <a:ln w="19765">
            <a:solidFill>
              <a:srgbClr val="F2F1ED"/>
            </a:solidFill>
            <a:prstDash val="solid"/>
          </a:ln>
        </p:spPr>
      </p:sp>
      <p:sp>
        <p:nvSpPr>
          <p:cNvPr id="242" name="Figure 3 plot object 241"/>
          <p:cNvSpPr>
            <a:spLocks noGrp="1"/>
          </p:cNvSpPr>
          <p:nvPr/>
        </p:nvSpPr>
        <p:spPr>
          <a:xfrm>
            <a:off x="7969564" y="9114003"/>
            <a:ext cx="522832" cy="1418234"/>
          </a:xfrm>
          <a:custGeom>
            <a:avLst/>
            <a:gdLst/>
            <a:ahLst/>
            <a:cxnLst/>
            <a:pathLst>
              <a:path w="522832" h="1418234">
                <a:moveTo>
                  <a:pt x="0" y="1418234"/>
                </a:moveTo>
                <a:lnTo>
                  <a:pt x="522832" y="1418234"/>
                </a:lnTo>
                <a:lnTo>
                  <a:pt x="5228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2F1ED"/>
          </a:solidFill>
          <a:ln w="19765">
            <a:solidFill>
              <a:srgbClr val="F2F1ED"/>
            </a:solidFill>
            <a:prstDash val="solid"/>
          </a:ln>
        </p:spPr>
      </p:sp>
      <p:sp>
        <p:nvSpPr>
          <p:cNvPr id="243" name="Figure 3 plot object 242"/>
          <p:cNvSpPr>
            <a:spLocks noGrp="1"/>
          </p:cNvSpPr>
          <p:nvPr/>
        </p:nvSpPr>
        <p:spPr>
          <a:xfrm>
            <a:off x="9310158" y="9114003"/>
            <a:ext cx="522832" cy="1418234"/>
          </a:xfrm>
          <a:custGeom>
            <a:avLst/>
            <a:gdLst/>
            <a:ahLst/>
            <a:cxnLst/>
            <a:pathLst>
              <a:path w="522832" h="1418234">
                <a:moveTo>
                  <a:pt x="0" y="1418234"/>
                </a:moveTo>
                <a:lnTo>
                  <a:pt x="522832" y="1418234"/>
                </a:lnTo>
                <a:lnTo>
                  <a:pt x="5228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2F1ED"/>
          </a:solidFill>
          <a:ln w="19765">
            <a:solidFill>
              <a:srgbClr val="F2F1ED"/>
            </a:solidFill>
            <a:prstDash val="solid"/>
          </a:ln>
        </p:spPr>
      </p:sp>
      <p:sp>
        <p:nvSpPr>
          <p:cNvPr id="244" name="Figure 3 plot object 243"/>
          <p:cNvSpPr>
            <a:spLocks noGrp="1"/>
          </p:cNvSpPr>
          <p:nvPr/>
        </p:nvSpPr>
        <p:spPr>
          <a:xfrm>
            <a:off x="3538899" y="10532237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245" name="Q01"/>
          <p:cNvSpPr>
            <a:spLocks noGrp="1"/>
          </p:cNvSpPr>
          <p:nvPr/>
        </p:nvSpPr>
        <p:spPr>
          <a:xfrm>
            <a:off x="3404250" y="10611882"/>
            <a:ext cx="34045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Q01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46" name="Figure 3 plot object 245"/>
          <p:cNvSpPr>
            <a:spLocks noGrp="1"/>
          </p:cNvSpPr>
          <p:nvPr/>
        </p:nvSpPr>
        <p:spPr>
          <a:xfrm>
            <a:off x="4209196" y="10532237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247" name="Q02"/>
          <p:cNvSpPr>
            <a:spLocks noGrp="1"/>
          </p:cNvSpPr>
          <p:nvPr/>
        </p:nvSpPr>
        <p:spPr>
          <a:xfrm>
            <a:off x="4075783" y="10611882"/>
            <a:ext cx="33798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Q02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48" name="Figure 3 plot object 247"/>
          <p:cNvSpPr>
            <a:spLocks noGrp="1"/>
          </p:cNvSpPr>
          <p:nvPr/>
        </p:nvSpPr>
        <p:spPr>
          <a:xfrm>
            <a:off x="4879493" y="10532237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249" name="Q03"/>
          <p:cNvSpPr>
            <a:spLocks noGrp="1"/>
          </p:cNvSpPr>
          <p:nvPr/>
        </p:nvSpPr>
        <p:spPr>
          <a:xfrm>
            <a:off x="4746080" y="10611882"/>
            <a:ext cx="33798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Q03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50" name="Figure 3 plot object 249"/>
          <p:cNvSpPr>
            <a:spLocks noGrp="1"/>
          </p:cNvSpPr>
          <p:nvPr/>
        </p:nvSpPr>
        <p:spPr>
          <a:xfrm>
            <a:off x="5549791" y="10532237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251" name="Q04"/>
          <p:cNvSpPr>
            <a:spLocks noGrp="1"/>
          </p:cNvSpPr>
          <p:nvPr/>
        </p:nvSpPr>
        <p:spPr>
          <a:xfrm>
            <a:off x="5413907" y="10611882"/>
            <a:ext cx="342921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Q04</a:t>
            </a:r>
            <a:endParaRPr sz="1400" b="1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52" name="Figure 3 plot object 251"/>
          <p:cNvSpPr>
            <a:spLocks noGrp="1"/>
          </p:cNvSpPr>
          <p:nvPr/>
        </p:nvSpPr>
        <p:spPr>
          <a:xfrm>
            <a:off x="6220088" y="10532237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253" name="Q05"/>
          <p:cNvSpPr>
            <a:spLocks noGrp="1"/>
          </p:cNvSpPr>
          <p:nvPr/>
        </p:nvSpPr>
        <p:spPr>
          <a:xfrm>
            <a:off x="6085440" y="10611882"/>
            <a:ext cx="34045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Q05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54" name="Figure 3 plot object 253"/>
          <p:cNvSpPr>
            <a:spLocks noGrp="1"/>
          </p:cNvSpPr>
          <p:nvPr/>
        </p:nvSpPr>
        <p:spPr>
          <a:xfrm>
            <a:off x="6890385" y="10532237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255" name="Q06"/>
          <p:cNvSpPr>
            <a:spLocks noGrp="1"/>
          </p:cNvSpPr>
          <p:nvPr/>
        </p:nvSpPr>
        <p:spPr>
          <a:xfrm>
            <a:off x="6755737" y="10611882"/>
            <a:ext cx="34045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Q06</a:t>
            </a:r>
            <a:endParaRPr sz="1400" b="1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56" name="Figure 3 plot object 255"/>
          <p:cNvSpPr>
            <a:spLocks noGrp="1"/>
          </p:cNvSpPr>
          <p:nvPr/>
        </p:nvSpPr>
        <p:spPr>
          <a:xfrm>
            <a:off x="7560682" y="10532237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257" name="Q07"/>
          <p:cNvSpPr>
            <a:spLocks noGrp="1"/>
          </p:cNvSpPr>
          <p:nvPr/>
        </p:nvSpPr>
        <p:spPr>
          <a:xfrm>
            <a:off x="7426034" y="10611882"/>
            <a:ext cx="34045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Q07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58" name="Figure 3 plot object 257"/>
          <p:cNvSpPr>
            <a:spLocks noGrp="1"/>
          </p:cNvSpPr>
          <p:nvPr/>
        </p:nvSpPr>
        <p:spPr>
          <a:xfrm>
            <a:off x="8230980" y="10532237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259" name="Q08"/>
          <p:cNvSpPr>
            <a:spLocks noGrp="1"/>
          </p:cNvSpPr>
          <p:nvPr/>
        </p:nvSpPr>
        <p:spPr>
          <a:xfrm>
            <a:off x="8096331" y="10611882"/>
            <a:ext cx="34045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Q08</a:t>
            </a:r>
            <a:endParaRPr sz="1400" b="1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60" name="Figure 3 plot object 259"/>
          <p:cNvSpPr>
            <a:spLocks noGrp="1"/>
          </p:cNvSpPr>
          <p:nvPr/>
        </p:nvSpPr>
        <p:spPr>
          <a:xfrm>
            <a:off x="8901277" y="10532237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261" name="Q09"/>
          <p:cNvSpPr>
            <a:spLocks noGrp="1"/>
          </p:cNvSpPr>
          <p:nvPr/>
        </p:nvSpPr>
        <p:spPr>
          <a:xfrm>
            <a:off x="8767864" y="10611882"/>
            <a:ext cx="33798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Q09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62" name="Figure 3 plot object 261"/>
          <p:cNvSpPr>
            <a:spLocks noGrp="1"/>
          </p:cNvSpPr>
          <p:nvPr/>
        </p:nvSpPr>
        <p:spPr>
          <a:xfrm>
            <a:off x="9571574" y="10532237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263" name="Q10"/>
          <p:cNvSpPr>
            <a:spLocks noGrp="1"/>
          </p:cNvSpPr>
          <p:nvPr/>
        </p:nvSpPr>
        <p:spPr>
          <a:xfrm>
            <a:off x="9435690" y="10611882"/>
            <a:ext cx="342921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Q10</a:t>
            </a:r>
            <a:endParaRPr sz="1400" b="1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64" name="Figure 3 plot object 263"/>
          <p:cNvSpPr>
            <a:spLocks noGrp="1"/>
          </p:cNvSpPr>
          <p:nvPr/>
        </p:nvSpPr>
        <p:spPr>
          <a:xfrm>
            <a:off x="10241871" y="10532237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265" name="Q11"/>
          <p:cNvSpPr>
            <a:spLocks noGrp="1"/>
          </p:cNvSpPr>
          <p:nvPr/>
        </p:nvSpPr>
        <p:spPr>
          <a:xfrm>
            <a:off x="10110929" y="10611882"/>
            <a:ext cx="333039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Q11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66" name="Figure 3 plot object 265"/>
          <p:cNvSpPr>
            <a:spLocks noGrp="1"/>
          </p:cNvSpPr>
          <p:nvPr/>
        </p:nvSpPr>
        <p:spPr>
          <a:xfrm>
            <a:off x="10912169" y="10532237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267" name="Q12"/>
          <p:cNvSpPr>
            <a:spLocks noGrp="1"/>
          </p:cNvSpPr>
          <p:nvPr/>
        </p:nvSpPr>
        <p:spPr>
          <a:xfrm>
            <a:off x="10777520" y="10611882"/>
            <a:ext cx="34045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Q12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68" name="Figure 3 plot object 267"/>
          <p:cNvSpPr>
            <a:spLocks noGrp="1"/>
          </p:cNvSpPr>
          <p:nvPr/>
        </p:nvSpPr>
        <p:spPr>
          <a:xfrm>
            <a:off x="3087308" y="10488192"/>
            <a:ext cx="49412" cy="20"/>
          </a:xfrm>
          <a:custGeom>
            <a:avLst/>
            <a:gdLst/>
            <a:ahLst/>
            <a:cxnLst/>
            <a:pathLst>
              <a:path w="49412" h="20">
                <a:moveTo>
                  <a:pt x="49412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269" name="0.0"/>
          <p:cNvSpPr>
            <a:spLocks noGrp="1"/>
          </p:cNvSpPr>
          <p:nvPr/>
        </p:nvSpPr>
        <p:spPr>
          <a:xfrm>
            <a:off x="2830365" y="10408200"/>
            <a:ext cx="26880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0.0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70" name="Figure 3 plot object 269"/>
          <p:cNvSpPr>
            <a:spLocks noGrp="1"/>
          </p:cNvSpPr>
          <p:nvPr/>
        </p:nvSpPr>
        <p:spPr>
          <a:xfrm>
            <a:off x="3087308" y="10135836"/>
            <a:ext cx="49412" cy="20"/>
          </a:xfrm>
          <a:custGeom>
            <a:avLst/>
            <a:gdLst/>
            <a:ahLst/>
            <a:cxnLst/>
            <a:pathLst>
              <a:path w="49412" h="20">
                <a:moveTo>
                  <a:pt x="49412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271" name="0.2"/>
          <p:cNvSpPr>
            <a:spLocks noGrp="1"/>
          </p:cNvSpPr>
          <p:nvPr/>
        </p:nvSpPr>
        <p:spPr>
          <a:xfrm>
            <a:off x="2830365" y="10055844"/>
            <a:ext cx="26880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0.2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72" name="Figure 3 plot object 271"/>
          <p:cNvSpPr>
            <a:spLocks noGrp="1"/>
          </p:cNvSpPr>
          <p:nvPr/>
        </p:nvSpPr>
        <p:spPr>
          <a:xfrm>
            <a:off x="3087308" y="9783480"/>
            <a:ext cx="49412" cy="20"/>
          </a:xfrm>
          <a:custGeom>
            <a:avLst/>
            <a:gdLst/>
            <a:ahLst/>
            <a:cxnLst/>
            <a:pathLst>
              <a:path w="49412" h="20">
                <a:moveTo>
                  <a:pt x="49412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273" name="0.4"/>
          <p:cNvSpPr>
            <a:spLocks noGrp="1"/>
          </p:cNvSpPr>
          <p:nvPr/>
        </p:nvSpPr>
        <p:spPr>
          <a:xfrm>
            <a:off x="2827894" y="9703487"/>
            <a:ext cx="27127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0.4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74" name="Figure 3 plot object 273"/>
          <p:cNvSpPr>
            <a:spLocks noGrp="1"/>
          </p:cNvSpPr>
          <p:nvPr/>
        </p:nvSpPr>
        <p:spPr>
          <a:xfrm>
            <a:off x="3087308" y="9431123"/>
            <a:ext cx="49412" cy="20"/>
          </a:xfrm>
          <a:custGeom>
            <a:avLst/>
            <a:gdLst/>
            <a:ahLst/>
            <a:cxnLst/>
            <a:pathLst>
              <a:path w="49412" h="20">
                <a:moveTo>
                  <a:pt x="49412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275" name="0.6"/>
          <p:cNvSpPr>
            <a:spLocks noGrp="1"/>
          </p:cNvSpPr>
          <p:nvPr/>
        </p:nvSpPr>
        <p:spPr>
          <a:xfrm>
            <a:off x="2830365" y="9351131"/>
            <a:ext cx="26880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0.6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76" name="Score"/>
          <p:cNvSpPr>
            <a:spLocks noGrp="1"/>
          </p:cNvSpPr>
          <p:nvPr/>
        </p:nvSpPr>
        <p:spPr>
          <a:xfrm rot="-5400000">
            <a:off x="2464655" y="9691486"/>
            <a:ext cx="446687" cy="1921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Score</a:t>
            </a:r>
            <a:endParaRPr sz="14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77" name="Figure 3 plot object 276"/>
          <p:cNvSpPr>
            <a:spLocks noGrp="1"/>
          </p:cNvSpPr>
          <p:nvPr/>
        </p:nvSpPr>
        <p:spPr>
          <a:xfrm>
            <a:off x="3136721" y="9114003"/>
            <a:ext cx="20" cy="1418234"/>
          </a:xfrm>
          <a:custGeom>
            <a:avLst/>
            <a:gdLst/>
            <a:ahLst/>
            <a:cxnLst/>
            <a:pathLst>
              <a:path w="20" h="1418234">
                <a:moveTo>
                  <a:pt x="0" y="1418234"/>
                </a:moveTo>
                <a:lnTo>
                  <a:pt x="0" y="0"/>
                </a:lnTo>
              </a:path>
            </a:pathLst>
          </a:custGeom>
          <a:noFill/>
          <a:ln w="11859">
            <a:solidFill>
              <a:srgbClr val="111111"/>
            </a:solidFill>
            <a:prstDash val="solid"/>
          </a:ln>
        </p:spPr>
      </p:sp>
      <p:sp>
        <p:nvSpPr>
          <p:cNvPr id="278" name="Figure 3 plot object 277"/>
          <p:cNvSpPr>
            <a:spLocks noGrp="1"/>
          </p:cNvSpPr>
          <p:nvPr/>
        </p:nvSpPr>
        <p:spPr>
          <a:xfrm>
            <a:off x="3136721" y="10532237"/>
            <a:ext cx="8177626" cy="20"/>
          </a:xfrm>
          <a:custGeom>
            <a:avLst/>
            <a:gdLst/>
            <a:ahLst/>
            <a:cxnLst/>
            <a:pathLst>
              <a:path w="8177626" h="20">
                <a:moveTo>
                  <a:pt x="0" y="0"/>
                </a:moveTo>
                <a:lnTo>
                  <a:pt x="8177626" y="0"/>
                </a:lnTo>
              </a:path>
            </a:pathLst>
          </a:custGeom>
          <a:noFill/>
          <a:ln w="11859">
            <a:solidFill>
              <a:srgbClr val="111111"/>
            </a:solidFill>
            <a:prstDash val="solid"/>
          </a:ln>
        </p:spPr>
      </p:sp>
      <p:sp>
        <p:nvSpPr>
          <p:cNvPr id="279" name="S0/E0"/>
          <p:cNvSpPr>
            <a:spLocks noGrp="1"/>
          </p:cNvSpPr>
          <p:nvPr/>
        </p:nvSpPr>
        <p:spPr>
          <a:xfrm>
            <a:off x="5371907" y="9106993"/>
            <a:ext cx="420992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S0/E0</a:t>
            </a:r>
            <a:endParaRPr sz="12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80" name="S0/E1"/>
          <p:cNvSpPr>
            <a:spLocks noGrp="1"/>
          </p:cNvSpPr>
          <p:nvPr/>
        </p:nvSpPr>
        <p:spPr>
          <a:xfrm>
            <a:off x="6711266" y="9106993"/>
            <a:ext cx="423463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S0/E1</a:t>
            </a:r>
            <a:endParaRPr sz="12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81" name="S0/E3"/>
          <p:cNvSpPr>
            <a:spLocks noGrp="1"/>
          </p:cNvSpPr>
          <p:nvPr/>
        </p:nvSpPr>
        <p:spPr>
          <a:xfrm>
            <a:off x="8053096" y="9106993"/>
            <a:ext cx="420992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S0/E3</a:t>
            </a:r>
            <a:endParaRPr sz="12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82" name="S2/E0"/>
          <p:cNvSpPr>
            <a:spLocks noGrp="1"/>
          </p:cNvSpPr>
          <p:nvPr/>
        </p:nvSpPr>
        <p:spPr>
          <a:xfrm>
            <a:off x="9392455" y="9106993"/>
            <a:ext cx="423463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S2/E0</a:t>
            </a:r>
            <a:endParaRPr sz="12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83" name="Figure 3 plot object 282"/>
          <p:cNvSpPr>
            <a:spLocks noGrp="1"/>
          </p:cNvSpPr>
          <p:nvPr/>
        </p:nvSpPr>
        <p:spPr>
          <a:xfrm>
            <a:off x="3478572" y="10171072"/>
            <a:ext cx="20" cy="317121"/>
          </a:xfrm>
          <a:custGeom>
            <a:avLst/>
            <a:gdLst/>
            <a:ahLst/>
            <a:cxnLst/>
            <a:pathLst>
              <a:path w="20" h="317121">
                <a:moveTo>
                  <a:pt x="0" y="317121"/>
                </a:moveTo>
                <a:lnTo>
                  <a:pt x="0" y="0"/>
                </a:lnTo>
              </a:path>
            </a:pathLst>
          </a:custGeom>
          <a:noFill/>
          <a:ln w="19765">
            <a:solidFill>
              <a:srgbClr val="19847B"/>
            </a:solidFill>
            <a:prstDash val="solid"/>
          </a:ln>
        </p:spPr>
      </p:sp>
      <p:sp>
        <p:nvSpPr>
          <p:cNvPr id="284" name="Figure 3 plot object 283"/>
          <p:cNvSpPr>
            <a:spLocks noGrp="1"/>
          </p:cNvSpPr>
          <p:nvPr/>
        </p:nvSpPr>
        <p:spPr>
          <a:xfrm>
            <a:off x="4148869" y="9642537"/>
            <a:ext cx="20" cy="775184"/>
          </a:xfrm>
          <a:custGeom>
            <a:avLst/>
            <a:gdLst/>
            <a:ahLst/>
            <a:cxnLst/>
            <a:pathLst>
              <a:path w="20" h="775184">
                <a:moveTo>
                  <a:pt x="0" y="775184"/>
                </a:moveTo>
                <a:lnTo>
                  <a:pt x="0" y="0"/>
                </a:lnTo>
              </a:path>
            </a:pathLst>
          </a:custGeom>
          <a:noFill/>
          <a:ln w="19765">
            <a:solidFill>
              <a:srgbClr val="19847B"/>
            </a:solidFill>
            <a:prstDash val="solid"/>
          </a:ln>
        </p:spPr>
      </p:sp>
      <p:sp>
        <p:nvSpPr>
          <p:cNvPr id="285" name="Figure 3 plot object 284"/>
          <p:cNvSpPr>
            <a:spLocks noGrp="1"/>
          </p:cNvSpPr>
          <p:nvPr/>
        </p:nvSpPr>
        <p:spPr>
          <a:xfrm>
            <a:off x="4819167" y="9713008"/>
            <a:ext cx="20" cy="634241"/>
          </a:xfrm>
          <a:custGeom>
            <a:avLst/>
            <a:gdLst/>
            <a:ahLst/>
            <a:cxnLst/>
            <a:pathLst>
              <a:path w="20" h="634241">
                <a:moveTo>
                  <a:pt x="0" y="634241"/>
                </a:moveTo>
                <a:lnTo>
                  <a:pt x="0" y="0"/>
                </a:lnTo>
              </a:path>
            </a:pathLst>
          </a:custGeom>
          <a:noFill/>
          <a:ln w="19765">
            <a:solidFill>
              <a:srgbClr val="19847B"/>
            </a:solidFill>
            <a:prstDash val="solid"/>
          </a:ln>
        </p:spPr>
      </p:sp>
      <p:sp>
        <p:nvSpPr>
          <p:cNvPr id="286" name="Figure 3 plot object 285"/>
          <p:cNvSpPr>
            <a:spLocks noGrp="1"/>
          </p:cNvSpPr>
          <p:nvPr/>
        </p:nvSpPr>
        <p:spPr>
          <a:xfrm>
            <a:off x="5489464" y="9290181"/>
            <a:ext cx="20" cy="440445"/>
          </a:xfrm>
          <a:custGeom>
            <a:avLst/>
            <a:gdLst/>
            <a:ahLst/>
            <a:cxnLst/>
            <a:pathLst>
              <a:path w="20" h="440445">
                <a:moveTo>
                  <a:pt x="0" y="440445"/>
                </a:moveTo>
                <a:lnTo>
                  <a:pt x="0" y="0"/>
                </a:lnTo>
              </a:path>
            </a:pathLst>
          </a:custGeom>
          <a:noFill/>
          <a:ln w="19765">
            <a:solidFill>
              <a:srgbClr val="19847B"/>
            </a:solidFill>
            <a:prstDash val="solid"/>
          </a:ln>
        </p:spPr>
      </p:sp>
      <p:sp>
        <p:nvSpPr>
          <p:cNvPr id="287" name="Figure 3 plot object 286"/>
          <p:cNvSpPr>
            <a:spLocks noGrp="1"/>
          </p:cNvSpPr>
          <p:nvPr/>
        </p:nvSpPr>
        <p:spPr>
          <a:xfrm>
            <a:off x="6159761" y="10047747"/>
            <a:ext cx="20" cy="440445"/>
          </a:xfrm>
          <a:custGeom>
            <a:avLst/>
            <a:gdLst/>
            <a:ahLst/>
            <a:cxnLst/>
            <a:pathLst>
              <a:path w="20" h="440445">
                <a:moveTo>
                  <a:pt x="0" y="440445"/>
                </a:moveTo>
                <a:lnTo>
                  <a:pt x="0" y="0"/>
                </a:lnTo>
              </a:path>
            </a:pathLst>
          </a:custGeom>
          <a:noFill/>
          <a:ln w="19765">
            <a:solidFill>
              <a:srgbClr val="19847B"/>
            </a:solidFill>
            <a:prstDash val="solid"/>
          </a:ln>
        </p:spPr>
      </p:sp>
      <p:sp>
        <p:nvSpPr>
          <p:cNvPr id="288" name="Figure 3 plot object 287"/>
          <p:cNvSpPr>
            <a:spLocks noGrp="1"/>
          </p:cNvSpPr>
          <p:nvPr/>
        </p:nvSpPr>
        <p:spPr>
          <a:xfrm>
            <a:off x="6830058" y="9977276"/>
            <a:ext cx="20" cy="510917"/>
          </a:xfrm>
          <a:custGeom>
            <a:avLst/>
            <a:gdLst/>
            <a:ahLst/>
            <a:cxnLst/>
            <a:pathLst>
              <a:path w="20" h="510917">
                <a:moveTo>
                  <a:pt x="0" y="510917"/>
                </a:moveTo>
                <a:lnTo>
                  <a:pt x="0" y="0"/>
                </a:lnTo>
              </a:path>
            </a:pathLst>
          </a:custGeom>
          <a:noFill/>
          <a:ln w="19765">
            <a:solidFill>
              <a:srgbClr val="19847B"/>
            </a:solidFill>
            <a:prstDash val="solid"/>
          </a:ln>
        </p:spPr>
      </p:sp>
      <p:sp>
        <p:nvSpPr>
          <p:cNvPr id="289" name="Figure 3 plot object 288"/>
          <p:cNvSpPr>
            <a:spLocks noGrp="1"/>
          </p:cNvSpPr>
          <p:nvPr/>
        </p:nvSpPr>
        <p:spPr>
          <a:xfrm>
            <a:off x="7500356" y="10082983"/>
            <a:ext cx="20" cy="405210"/>
          </a:xfrm>
          <a:custGeom>
            <a:avLst/>
            <a:gdLst/>
            <a:ahLst/>
            <a:cxnLst/>
            <a:pathLst>
              <a:path w="20" h="405210">
                <a:moveTo>
                  <a:pt x="0" y="405210"/>
                </a:moveTo>
                <a:lnTo>
                  <a:pt x="0" y="0"/>
                </a:lnTo>
              </a:path>
            </a:pathLst>
          </a:custGeom>
          <a:noFill/>
          <a:ln w="19765">
            <a:solidFill>
              <a:srgbClr val="19847B"/>
            </a:solidFill>
            <a:prstDash val="solid"/>
          </a:ln>
        </p:spPr>
      </p:sp>
      <p:sp>
        <p:nvSpPr>
          <p:cNvPr id="290" name="Figure 3 plot object 289"/>
          <p:cNvSpPr>
            <a:spLocks noGrp="1"/>
          </p:cNvSpPr>
          <p:nvPr/>
        </p:nvSpPr>
        <p:spPr>
          <a:xfrm>
            <a:off x="8170653" y="9994894"/>
            <a:ext cx="20" cy="493299"/>
          </a:xfrm>
          <a:custGeom>
            <a:avLst/>
            <a:gdLst/>
            <a:ahLst/>
            <a:cxnLst/>
            <a:pathLst>
              <a:path w="20" h="493299">
                <a:moveTo>
                  <a:pt x="0" y="493299"/>
                </a:moveTo>
                <a:lnTo>
                  <a:pt x="0" y="0"/>
                </a:lnTo>
              </a:path>
            </a:pathLst>
          </a:custGeom>
          <a:noFill/>
          <a:ln w="19765">
            <a:solidFill>
              <a:srgbClr val="19847B"/>
            </a:solidFill>
            <a:prstDash val="solid"/>
          </a:ln>
        </p:spPr>
      </p:sp>
      <p:sp>
        <p:nvSpPr>
          <p:cNvPr id="291" name="Figure 3 plot object 290"/>
          <p:cNvSpPr>
            <a:spLocks noGrp="1"/>
          </p:cNvSpPr>
          <p:nvPr/>
        </p:nvSpPr>
        <p:spPr>
          <a:xfrm>
            <a:off x="8840950" y="10118218"/>
            <a:ext cx="20" cy="369974"/>
          </a:xfrm>
          <a:custGeom>
            <a:avLst/>
            <a:gdLst/>
            <a:ahLst/>
            <a:cxnLst/>
            <a:pathLst>
              <a:path w="20" h="369974">
                <a:moveTo>
                  <a:pt x="0" y="369974"/>
                </a:moveTo>
                <a:lnTo>
                  <a:pt x="0" y="0"/>
                </a:lnTo>
              </a:path>
            </a:pathLst>
          </a:custGeom>
          <a:noFill/>
          <a:ln w="19765">
            <a:solidFill>
              <a:srgbClr val="19847B"/>
            </a:solidFill>
            <a:prstDash val="solid"/>
          </a:ln>
        </p:spPr>
      </p:sp>
      <p:sp>
        <p:nvSpPr>
          <p:cNvPr id="292" name="Figure 3 plot object 291"/>
          <p:cNvSpPr>
            <a:spLocks noGrp="1"/>
          </p:cNvSpPr>
          <p:nvPr/>
        </p:nvSpPr>
        <p:spPr>
          <a:xfrm>
            <a:off x="9511247" y="10065365"/>
            <a:ext cx="20" cy="422828"/>
          </a:xfrm>
          <a:custGeom>
            <a:avLst/>
            <a:gdLst/>
            <a:ahLst/>
            <a:cxnLst/>
            <a:pathLst>
              <a:path w="20" h="422828">
                <a:moveTo>
                  <a:pt x="0" y="422828"/>
                </a:moveTo>
                <a:lnTo>
                  <a:pt x="0" y="0"/>
                </a:lnTo>
              </a:path>
            </a:pathLst>
          </a:custGeom>
          <a:noFill/>
          <a:ln w="19765">
            <a:solidFill>
              <a:srgbClr val="19847B"/>
            </a:solidFill>
            <a:prstDash val="solid"/>
          </a:ln>
        </p:spPr>
      </p:sp>
      <p:sp>
        <p:nvSpPr>
          <p:cNvPr id="293" name="Figure 3 plot object 292"/>
          <p:cNvSpPr>
            <a:spLocks noGrp="1"/>
          </p:cNvSpPr>
          <p:nvPr/>
        </p:nvSpPr>
        <p:spPr>
          <a:xfrm>
            <a:off x="10181545" y="9853951"/>
            <a:ext cx="20" cy="563770"/>
          </a:xfrm>
          <a:custGeom>
            <a:avLst/>
            <a:gdLst/>
            <a:ahLst/>
            <a:cxnLst/>
            <a:pathLst>
              <a:path w="20" h="563770">
                <a:moveTo>
                  <a:pt x="0" y="563770"/>
                </a:moveTo>
                <a:lnTo>
                  <a:pt x="0" y="0"/>
                </a:lnTo>
              </a:path>
            </a:pathLst>
          </a:custGeom>
          <a:noFill/>
          <a:ln w="19765">
            <a:solidFill>
              <a:srgbClr val="19847B"/>
            </a:solidFill>
            <a:prstDash val="solid"/>
          </a:ln>
        </p:spPr>
      </p:sp>
      <p:sp>
        <p:nvSpPr>
          <p:cNvPr id="294" name="Figure 3 plot object 293"/>
          <p:cNvSpPr>
            <a:spLocks noGrp="1"/>
          </p:cNvSpPr>
          <p:nvPr/>
        </p:nvSpPr>
        <p:spPr>
          <a:xfrm>
            <a:off x="10851842" y="9290181"/>
            <a:ext cx="20" cy="510917"/>
          </a:xfrm>
          <a:custGeom>
            <a:avLst/>
            <a:gdLst/>
            <a:ahLst/>
            <a:cxnLst/>
            <a:pathLst>
              <a:path w="20" h="510917">
                <a:moveTo>
                  <a:pt x="0" y="510917"/>
                </a:moveTo>
                <a:lnTo>
                  <a:pt x="0" y="0"/>
                </a:lnTo>
              </a:path>
            </a:pathLst>
          </a:custGeom>
          <a:noFill/>
          <a:ln w="19765">
            <a:solidFill>
              <a:srgbClr val="19847B"/>
            </a:solidFill>
            <a:prstDash val="solid"/>
          </a:ln>
        </p:spPr>
      </p:sp>
      <p:sp>
        <p:nvSpPr>
          <p:cNvPr id="295" name="Figure 3 plot object 294"/>
          <p:cNvSpPr>
            <a:spLocks noGrp="1"/>
          </p:cNvSpPr>
          <p:nvPr/>
        </p:nvSpPr>
        <p:spPr>
          <a:xfrm>
            <a:off x="3439042" y="10488192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296" name="Figure 3 plot object 295"/>
          <p:cNvSpPr>
            <a:spLocks noGrp="1"/>
          </p:cNvSpPr>
          <p:nvPr/>
        </p:nvSpPr>
        <p:spPr>
          <a:xfrm>
            <a:off x="4109340" y="10417721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297" name="Figure 3 plot object 296"/>
          <p:cNvSpPr>
            <a:spLocks noGrp="1"/>
          </p:cNvSpPr>
          <p:nvPr/>
        </p:nvSpPr>
        <p:spPr>
          <a:xfrm>
            <a:off x="4779637" y="10347250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298" name="Figure 3 plot object 297"/>
          <p:cNvSpPr>
            <a:spLocks noGrp="1"/>
          </p:cNvSpPr>
          <p:nvPr/>
        </p:nvSpPr>
        <p:spPr>
          <a:xfrm>
            <a:off x="5449934" y="9730626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299" name="Figure 3 plot object 298"/>
          <p:cNvSpPr>
            <a:spLocks noGrp="1"/>
          </p:cNvSpPr>
          <p:nvPr/>
        </p:nvSpPr>
        <p:spPr>
          <a:xfrm>
            <a:off x="6120231" y="10488192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300" name="Figure 3 plot object 299"/>
          <p:cNvSpPr>
            <a:spLocks noGrp="1"/>
          </p:cNvSpPr>
          <p:nvPr/>
        </p:nvSpPr>
        <p:spPr>
          <a:xfrm>
            <a:off x="6790529" y="10488192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301" name="Figure 3 plot object 300"/>
          <p:cNvSpPr>
            <a:spLocks noGrp="1"/>
          </p:cNvSpPr>
          <p:nvPr/>
        </p:nvSpPr>
        <p:spPr>
          <a:xfrm>
            <a:off x="7460826" y="10488192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302" name="Figure 3 plot object 301"/>
          <p:cNvSpPr>
            <a:spLocks noGrp="1"/>
          </p:cNvSpPr>
          <p:nvPr/>
        </p:nvSpPr>
        <p:spPr>
          <a:xfrm>
            <a:off x="8131123" y="10488192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303" name="Figure 3 plot object 302"/>
          <p:cNvSpPr>
            <a:spLocks noGrp="1"/>
          </p:cNvSpPr>
          <p:nvPr/>
        </p:nvSpPr>
        <p:spPr>
          <a:xfrm>
            <a:off x="8801420" y="10488192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304" name="Figure 3 plot object 303"/>
          <p:cNvSpPr>
            <a:spLocks noGrp="1"/>
          </p:cNvSpPr>
          <p:nvPr/>
        </p:nvSpPr>
        <p:spPr>
          <a:xfrm>
            <a:off x="9471718" y="10488192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305" name="Figure 3 plot object 304"/>
          <p:cNvSpPr>
            <a:spLocks noGrp="1"/>
          </p:cNvSpPr>
          <p:nvPr/>
        </p:nvSpPr>
        <p:spPr>
          <a:xfrm>
            <a:off x="10142015" y="10417721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306" name="Figure 3 plot object 305"/>
          <p:cNvSpPr>
            <a:spLocks noGrp="1"/>
          </p:cNvSpPr>
          <p:nvPr/>
        </p:nvSpPr>
        <p:spPr>
          <a:xfrm>
            <a:off x="10812312" y="9801098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307" name="Figure 3 plot object 306"/>
          <p:cNvSpPr>
            <a:spLocks noGrp="1"/>
          </p:cNvSpPr>
          <p:nvPr/>
        </p:nvSpPr>
        <p:spPr>
          <a:xfrm>
            <a:off x="3439042" y="10171072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308" name="Figure 3 plot object 307"/>
          <p:cNvSpPr>
            <a:spLocks noGrp="1"/>
          </p:cNvSpPr>
          <p:nvPr/>
        </p:nvSpPr>
        <p:spPr>
          <a:xfrm>
            <a:off x="4109340" y="9642537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309" name="Figure 3 plot object 308"/>
          <p:cNvSpPr>
            <a:spLocks noGrp="1"/>
          </p:cNvSpPr>
          <p:nvPr/>
        </p:nvSpPr>
        <p:spPr>
          <a:xfrm>
            <a:off x="4779637" y="9713008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310" name="Figure 3 plot object 309"/>
          <p:cNvSpPr>
            <a:spLocks noGrp="1"/>
          </p:cNvSpPr>
          <p:nvPr/>
        </p:nvSpPr>
        <p:spPr>
          <a:xfrm>
            <a:off x="5449934" y="9290181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311" name="Figure 3 plot object 310"/>
          <p:cNvSpPr>
            <a:spLocks noGrp="1"/>
          </p:cNvSpPr>
          <p:nvPr/>
        </p:nvSpPr>
        <p:spPr>
          <a:xfrm>
            <a:off x="6120231" y="10047747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312" name="Figure 3 plot object 311"/>
          <p:cNvSpPr>
            <a:spLocks noGrp="1"/>
          </p:cNvSpPr>
          <p:nvPr/>
        </p:nvSpPr>
        <p:spPr>
          <a:xfrm>
            <a:off x="6790529" y="9977276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313" name="Figure 3 plot object 312"/>
          <p:cNvSpPr>
            <a:spLocks noGrp="1"/>
          </p:cNvSpPr>
          <p:nvPr/>
        </p:nvSpPr>
        <p:spPr>
          <a:xfrm>
            <a:off x="7460826" y="10082983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314" name="Figure 3 plot object 313"/>
          <p:cNvSpPr>
            <a:spLocks noGrp="1"/>
          </p:cNvSpPr>
          <p:nvPr/>
        </p:nvSpPr>
        <p:spPr>
          <a:xfrm>
            <a:off x="8131123" y="9994894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315" name="Figure 3 plot object 314"/>
          <p:cNvSpPr>
            <a:spLocks noGrp="1"/>
          </p:cNvSpPr>
          <p:nvPr/>
        </p:nvSpPr>
        <p:spPr>
          <a:xfrm>
            <a:off x="8801420" y="10118218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316" name="Figure 3 plot object 315"/>
          <p:cNvSpPr>
            <a:spLocks noGrp="1"/>
          </p:cNvSpPr>
          <p:nvPr/>
        </p:nvSpPr>
        <p:spPr>
          <a:xfrm>
            <a:off x="9471718" y="10065365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317" name="Figure 3 plot object 316"/>
          <p:cNvSpPr>
            <a:spLocks noGrp="1"/>
          </p:cNvSpPr>
          <p:nvPr/>
        </p:nvSpPr>
        <p:spPr>
          <a:xfrm>
            <a:off x="10142015" y="9853951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318" name="Figure 3 plot object 317"/>
          <p:cNvSpPr>
            <a:spLocks noGrp="1"/>
          </p:cNvSpPr>
          <p:nvPr/>
        </p:nvSpPr>
        <p:spPr>
          <a:xfrm>
            <a:off x="10812312" y="9290181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319" name="MAE 0.229; coverage 5/12"/>
          <p:cNvSpPr>
            <a:spLocks noGrp="1"/>
          </p:cNvSpPr>
          <p:nvPr/>
        </p:nvSpPr>
        <p:spPr>
          <a:xfrm>
            <a:off x="9738096" y="8812231"/>
            <a:ext cx="1673225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MAE 0.229; coverage 5/12</a:t>
            </a:r>
            <a:endParaRPr sz="12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20" name="Figure 3 plot object 319"/>
          <p:cNvSpPr>
            <a:spLocks noGrp="1"/>
          </p:cNvSpPr>
          <p:nvPr/>
        </p:nvSpPr>
        <p:spPr>
          <a:xfrm>
            <a:off x="3445960" y="10367491"/>
            <a:ext cx="65224" cy="65224"/>
          </a:xfrm>
          <a:custGeom>
            <a:avLst/>
            <a:gdLst/>
            <a:ahLst/>
            <a:cxnLst/>
            <a:pathLst>
              <a:path w="65224" h="65224">
                <a:moveTo>
                  <a:pt x="32612" y="65224"/>
                </a:moveTo>
                <a:cubicBezTo>
                  <a:pt x="41261" y="65224"/>
                  <a:pt x="49557" y="61788"/>
                  <a:pt x="55672" y="55672"/>
                </a:cubicBezTo>
                <a:cubicBezTo>
                  <a:pt x="61788" y="49557"/>
                  <a:pt x="65224" y="41261"/>
                  <a:pt x="65224" y="32612"/>
                </a:cubicBezTo>
                <a:cubicBezTo>
                  <a:pt x="65224" y="23963"/>
                  <a:pt x="61788" y="15667"/>
                  <a:pt x="55672" y="9552"/>
                </a:cubicBezTo>
                <a:cubicBezTo>
                  <a:pt x="49557" y="3436"/>
                  <a:pt x="41261" y="0"/>
                  <a:pt x="32612" y="0"/>
                </a:cubicBezTo>
                <a:cubicBezTo>
                  <a:pt x="23963" y="0"/>
                  <a:pt x="15667" y="3436"/>
                  <a:pt x="9552" y="9552"/>
                </a:cubicBezTo>
                <a:cubicBezTo>
                  <a:pt x="3436" y="15667"/>
                  <a:pt x="0" y="23963"/>
                  <a:pt x="0" y="32612"/>
                </a:cubicBezTo>
                <a:cubicBezTo>
                  <a:pt x="0" y="41261"/>
                  <a:pt x="3436" y="49557"/>
                  <a:pt x="9552" y="55672"/>
                </a:cubicBezTo>
                <a:cubicBezTo>
                  <a:pt x="15667" y="61788"/>
                  <a:pt x="23963" y="65224"/>
                  <a:pt x="32612" y="65224"/>
                </a:cubicBez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321" name="Figure 3 plot object 320"/>
          <p:cNvSpPr>
            <a:spLocks noGrp="1"/>
          </p:cNvSpPr>
          <p:nvPr/>
        </p:nvSpPr>
        <p:spPr>
          <a:xfrm>
            <a:off x="4116257" y="10050371"/>
            <a:ext cx="65224" cy="65224"/>
          </a:xfrm>
          <a:custGeom>
            <a:avLst/>
            <a:gdLst/>
            <a:ahLst/>
            <a:cxnLst/>
            <a:pathLst>
              <a:path w="65224" h="65224">
                <a:moveTo>
                  <a:pt x="32612" y="65224"/>
                </a:moveTo>
                <a:cubicBezTo>
                  <a:pt x="41261" y="65224"/>
                  <a:pt x="49557" y="61788"/>
                  <a:pt x="55672" y="55672"/>
                </a:cubicBezTo>
                <a:cubicBezTo>
                  <a:pt x="61788" y="49557"/>
                  <a:pt x="65224" y="41261"/>
                  <a:pt x="65224" y="32612"/>
                </a:cubicBezTo>
                <a:cubicBezTo>
                  <a:pt x="65224" y="23963"/>
                  <a:pt x="61788" y="15667"/>
                  <a:pt x="55672" y="9552"/>
                </a:cubicBezTo>
                <a:cubicBezTo>
                  <a:pt x="49557" y="3436"/>
                  <a:pt x="41261" y="0"/>
                  <a:pt x="32612" y="0"/>
                </a:cubicBezTo>
                <a:cubicBezTo>
                  <a:pt x="23963" y="0"/>
                  <a:pt x="15667" y="3436"/>
                  <a:pt x="9552" y="9552"/>
                </a:cubicBezTo>
                <a:cubicBezTo>
                  <a:pt x="3436" y="15667"/>
                  <a:pt x="0" y="23963"/>
                  <a:pt x="0" y="32612"/>
                </a:cubicBezTo>
                <a:cubicBezTo>
                  <a:pt x="0" y="41261"/>
                  <a:pt x="3436" y="49557"/>
                  <a:pt x="9552" y="55672"/>
                </a:cubicBezTo>
                <a:cubicBezTo>
                  <a:pt x="15667" y="61788"/>
                  <a:pt x="23963" y="65224"/>
                  <a:pt x="32612" y="65224"/>
                </a:cubicBez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322" name="Figure 3 plot object 321"/>
          <p:cNvSpPr>
            <a:spLocks noGrp="1"/>
          </p:cNvSpPr>
          <p:nvPr/>
        </p:nvSpPr>
        <p:spPr>
          <a:xfrm>
            <a:off x="4786555" y="10015135"/>
            <a:ext cx="65224" cy="65224"/>
          </a:xfrm>
          <a:custGeom>
            <a:avLst/>
            <a:gdLst/>
            <a:ahLst/>
            <a:cxnLst/>
            <a:pathLst>
              <a:path w="65224" h="65224">
                <a:moveTo>
                  <a:pt x="32612" y="65224"/>
                </a:moveTo>
                <a:cubicBezTo>
                  <a:pt x="41261" y="65224"/>
                  <a:pt x="49557" y="61788"/>
                  <a:pt x="55672" y="55672"/>
                </a:cubicBezTo>
                <a:cubicBezTo>
                  <a:pt x="61788" y="49557"/>
                  <a:pt x="65224" y="41261"/>
                  <a:pt x="65224" y="32612"/>
                </a:cubicBezTo>
                <a:cubicBezTo>
                  <a:pt x="65224" y="23963"/>
                  <a:pt x="61788" y="15667"/>
                  <a:pt x="55672" y="9552"/>
                </a:cubicBezTo>
                <a:cubicBezTo>
                  <a:pt x="49557" y="3436"/>
                  <a:pt x="41261" y="0"/>
                  <a:pt x="32612" y="0"/>
                </a:cubicBezTo>
                <a:cubicBezTo>
                  <a:pt x="23963" y="0"/>
                  <a:pt x="15667" y="3436"/>
                  <a:pt x="9552" y="9552"/>
                </a:cubicBezTo>
                <a:cubicBezTo>
                  <a:pt x="3436" y="15667"/>
                  <a:pt x="0" y="23963"/>
                  <a:pt x="0" y="32612"/>
                </a:cubicBezTo>
                <a:cubicBezTo>
                  <a:pt x="0" y="41261"/>
                  <a:pt x="3436" y="49557"/>
                  <a:pt x="9552" y="55672"/>
                </a:cubicBezTo>
                <a:cubicBezTo>
                  <a:pt x="15667" y="61788"/>
                  <a:pt x="23963" y="65224"/>
                  <a:pt x="32612" y="65224"/>
                </a:cubicBez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323" name="Figure 3 plot object 322"/>
          <p:cNvSpPr>
            <a:spLocks noGrp="1"/>
          </p:cNvSpPr>
          <p:nvPr/>
        </p:nvSpPr>
        <p:spPr>
          <a:xfrm>
            <a:off x="5456852" y="9451365"/>
            <a:ext cx="65224" cy="65224"/>
          </a:xfrm>
          <a:custGeom>
            <a:avLst/>
            <a:gdLst/>
            <a:ahLst/>
            <a:cxnLst/>
            <a:pathLst>
              <a:path w="65224" h="65224">
                <a:moveTo>
                  <a:pt x="32612" y="65224"/>
                </a:moveTo>
                <a:cubicBezTo>
                  <a:pt x="41261" y="65224"/>
                  <a:pt x="49557" y="61788"/>
                  <a:pt x="55672" y="55672"/>
                </a:cubicBezTo>
                <a:cubicBezTo>
                  <a:pt x="61788" y="49557"/>
                  <a:pt x="65224" y="41261"/>
                  <a:pt x="65224" y="32612"/>
                </a:cubicBezTo>
                <a:cubicBezTo>
                  <a:pt x="65224" y="23963"/>
                  <a:pt x="61788" y="15667"/>
                  <a:pt x="55672" y="9552"/>
                </a:cubicBezTo>
                <a:cubicBezTo>
                  <a:pt x="49557" y="3436"/>
                  <a:pt x="41261" y="0"/>
                  <a:pt x="32612" y="0"/>
                </a:cubicBezTo>
                <a:cubicBezTo>
                  <a:pt x="23963" y="0"/>
                  <a:pt x="15667" y="3436"/>
                  <a:pt x="9552" y="9552"/>
                </a:cubicBezTo>
                <a:cubicBezTo>
                  <a:pt x="3436" y="15667"/>
                  <a:pt x="0" y="23963"/>
                  <a:pt x="0" y="32612"/>
                </a:cubicBezTo>
                <a:cubicBezTo>
                  <a:pt x="0" y="41261"/>
                  <a:pt x="3436" y="49557"/>
                  <a:pt x="9552" y="55672"/>
                </a:cubicBezTo>
                <a:cubicBezTo>
                  <a:pt x="15667" y="61788"/>
                  <a:pt x="23963" y="65224"/>
                  <a:pt x="32612" y="65224"/>
                </a:cubicBez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324" name="Figure 3 plot object 323"/>
          <p:cNvSpPr>
            <a:spLocks noGrp="1"/>
          </p:cNvSpPr>
          <p:nvPr/>
        </p:nvSpPr>
        <p:spPr>
          <a:xfrm>
            <a:off x="6127149" y="10314638"/>
            <a:ext cx="65224" cy="65224"/>
          </a:xfrm>
          <a:custGeom>
            <a:avLst/>
            <a:gdLst/>
            <a:ahLst/>
            <a:cxnLst/>
            <a:pathLst>
              <a:path w="65224" h="65224">
                <a:moveTo>
                  <a:pt x="32612" y="65224"/>
                </a:moveTo>
                <a:cubicBezTo>
                  <a:pt x="41261" y="65224"/>
                  <a:pt x="49557" y="61788"/>
                  <a:pt x="55672" y="55672"/>
                </a:cubicBezTo>
                <a:cubicBezTo>
                  <a:pt x="61788" y="49557"/>
                  <a:pt x="65224" y="41261"/>
                  <a:pt x="65224" y="32612"/>
                </a:cubicBezTo>
                <a:cubicBezTo>
                  <a:pt x="65224" y="23963"/>
                  <a:pt x="61788" y="15667"/>
                  <a:pt x="55672" y="9552"/>
                </a:cubicBezTo>
                <a:cubicBezTo>
                  <a:pt x="49557" y="3436"/>
                  <a:pt x="41261" y="0"/>
                  <a:pt x="32612" y="0"/>
                </a:cubicBezTo>
                <a:cubicBezTo>
                  <a:pt x="23963" y="0"/>
                  <a:pt x="15667" y="3436"/>
                  <a:pt x="9552" y="9552"/>
                </a:cubicBezTo>
                <a:cubicBezTo>
                  <a:pt x="3436" y="15667"/>
                  <a:pt x="0" y="23963"/>
                  <a:pt x="0" y="32612"/>
                </a:cubicBezTo>
                <a:cubicBezTo>
                  <a:pt x="0" y="41261"/>
                  <a:pt x="3436" y="49557"/>
                  <a:pt x="9552" y="55672"/>
                </a:cubicBezTo>
                <a:cubicBezTo>
                  <a:pt x="15667" y="61788"/>
                  <a:pt x="23963" y="65224"/>
                  <a:pt x="32612" y="65224"/>
                </a:cubicBez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325" name="Figure 3 plot object 324"/>
          <p:cNvSpPr>
            <a:spLocks noGrp="1"/>
          </p:cNvSpPr>
          <p:nvPr/>
        </p:nvSpPr>
        <p:spPr>
          <a:xfrm>
            <a:off x="6797446" y="10279402"/>
            <a:ext cx="65224" cy="65224"/>
          </a:xfrm>
          <a:custGeom>
            <a:avLst/>
            <a:gdLst/>
            <a:ahLst/>
            <a:cxnLst/>
            <a:pathLst>
              <a:path w="65224" h="65224">
                <a:moveTo>
                  <a:pt x="32612" y="65224"/>
                </a:moveTo>
                <a:cubicBezTo>
                  <a:pt x="41261" y="65224"/>
                  <a:pt x="49557" y="61788"/>
                  <a:pt x="55672" y="55672"/>
                </a:cubicBezTo>
                <a:cubicBezTo>
                  <a:pt x="61788" y="49557"/>
                  <a:pt x="65224" y="41261"/>
                  <a:pt x="65224" y="32612"/>
                </a:cubicBezTo>
                <a:cubicBezTo>
                  <a:pt x="65224" y="23963"/>
                  <a:pt x="61788" y="15667"/>
                  <a:pt x="55672" y="9552"/>
                </a:cubicBezTo>
                <a:cubicBezTo>
                  <a:pt x="49557" y="3436"/>
                  <a:pt x="41261" y="0"/>
                  <a:pt x="32612" y="0"/>
                </a:cubicBezTo>
                <a:cubicBezTo>
                  <a:pt x="23963" y="0"/>
                  <a:pt x="15667" y="3436"/>
                  <a:pt x="9552" y="9552"/>
                </a:cubicBezTo>
                <a:cubicBezTo>
                  <a:pt x="3436" y="15667"/>
                  <a:pt x="0" y="23963"/>
                  <a:pt x="0" y="32612"/>
                </a:cubicBezTo>
                <a:cubicBezTo>
                  <a:pt x="0" y="41261"/>
                  <a:pt x="3436" y="49557"/>
                  <a:pt x="9552" y="55672"/>
                </a:cubicBezTo>
                <a:cubicBezTo>
                  <a:pt x="15667" y="61788"/>
                  <a:pt x="23963" y="65224"/>
                  <a:pt x="32612" y="65224"/>
                </a:cubicBez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326" name="Figure 3 plot object 325"/>
          <p:cNvSpPr>
            <a:spLocks noGrp="1"/>
          </p:cNvSpPr>
          <p:nvPr/>
        </p:nvSpPr>
        <p:spPr>
          <a:xfrm>
            <a:off x="7467744" y="10332256"/>
            <a:ext cx="65224" cy="65224"/>
          </a:xfrm>
          <a:custGeom>
            <a:avLst/>
            <a:gdLst/>
            <a:ahLst/>
            <a:cxnLst/>
            <a:pathLst>
              <a:path w="65224" h="65224">
                <a:moveTo>
                  <a:pt x="32612" y="65224"/>
                </a:moveTo>
                <a:cubicBezTo>
                  <a:pt x="41261" y="65224"/>
                  <a:pt x="49557" y="61788"/>
                  <a:pt x="55672" y="55672"/>
                </a:cubicBezTo>
                <a:cubicBezTo>
                  <a:pt x="61788" y="49557"/>
                  <a:pt x="65224" y="41261"/>
                  <a:pt x="65224" y="32612"/>
                </a:cubicBezTo>
                <a:cubicBezTo>
                  <a:pt x="65224" y="23963"/>
                  <a:pt x="61788" y="15667"/>
                  <a:pt x="55672" y="9552"/>
                </a:cubicBezTo>
                <a:cubicBezTo>
                  <a:pt x="49557" y="3436"/>
                  <a:pt x="41261" y="0"/>
                  <a:pt x="32612" y="0"/>
                </a:cubicBezTo>
                <a:cubicBezTo>
                  <a:pt x="23963" y="0"/>
                  <a:pt x="15667" y="3436"/>
                  <a:pt x="9552" y="9552"/>
                </a:cubicBezTo>
                <a:cubicBezTo>
                  <a:pt x="3436" y="15667"/>
                  <a:pt x="0" y="23963"/>
                  <a:pt x="0" y="32612"/>
                </a:cubicBezTo>
                <a:cubicBezTo>
                  <a:pt x="0" y="41261"/>
                  <a:pt x="3436" y="49557"/>
                  <a:pt x="9552" y="55672"/>
                </a:cubicBezTo>
                <a:cubicBezTo>
                  <a:pt x="15667" y="61788"/>
                  <a:pt x="23963" y="65224"/>
                  <a:pt x="32612" y="65224"/>
                </a:cubicBez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327" name="Figure 3 plot object 326"/>
          <p:cNvSpPr>
            <a:spLocks noGrp="1"/>
          </p:cNvSpPr>
          <p:nvPr/>
        </p:nvSpPr>
        <p:spPr>
          <a:xfrm>
            <a:off x="8138041" y="10297020"/>
            <a:ext cx="65224" cy="65224"/>
          </a:xfrm>
          <a:custGeom>
            <a:avLst/>
            <a:gdLst/>
            <a:ahLst/>
            <a:cxnLst/>
            <a:pathLst>
              <a:path w="65224" h="65224">
                <a:moveTo>
                  <a:pt x="32612" y="65224"/>
                </a:moveTo>
                <a:cubicBezTo>
                  <a:pt x="41261" y="65224"/>
                  <a:pt x="49557" y="61788"/>
                  <a:pt x="55672" y="55672"/>
                </a:cubicBezTo>
                <a:cubicBezTo>
                  <a:pt x="61788" y="49557"/>
                  <a:pt x="65224" y="41261"/>
                  <a:pt x="65224" y="32612"/>
                </a:cubicBezTo>
                <a:cubicBezTo>
                  <a:pt x="65224" y="23963"/>
                  <a:pt x="61788" y="15667"/>
                  <a:pt x="55672" y="9552"/>
                </a:cubicBezTo>
                <a:cubicBezTo>
                  <a:pt x="49557" y="3436"/>
                  <a:pt x="41261" y="0"/>
                  <a:pt x="32612" y="0"/>
                </a:cubicBezTo>
                <a:cubicBezTo>
                  <a:pt x="23963" y="0"/>
                  <a:pt x="15667" y="3436"/>
                  <a:pt x="9552" y="9552"/>
                </a:cubicBezTo>
                <a:cubicBezTo>
                  <a:pt x="3436" y="15667"/>
                  <a:pt x="0" y="23963"/>
                  <a:pt x="0" y="32612"/>
                </a:cubicBezTo>
                <a:cubicBezTo>
                  <a:pt x="0" y="41261"/>
                  <a:pt x="3436" y="49557"/>
                  <a:pt x="9552" y="55672"/>
                </a:cubicBezTo>
                <a:cubicBezTo>
                  <a:pt x="15667" y="61788"/>
                  <a:pt x="23963" y="65224"/>
                  <a:pt x="32612" y="65224"/>
                </a:cubicBez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328" name="Figure 3 plot object 327"/>
          <p:cNvSpPr>
            <a:spLocks noGrp="1"/>
          </p:cNvSpPr>
          <p:nvPr/>
        </p:nvSpPr>
        <p:spPr>
          <a:xfrm>
            <a:off x="8808338" y="10349873"/>
            <a:ext cx="65224" cy="65224"/>
          </a:xfrm>
          <a:custGeom>
            <a:avLst/>
            <a:gdLst/>
            <a:ahLst/>
            <a:cxnLst/>
            <a:pathLst>
              <a:path w="65224" h="65224">
                <a:moveTo>
                  <a:pt x="32612" y="65224"/>
                </a:moveTo>
                <a:cubicBezTo>
                  <a:pt x="41261" y="65224"/>
                  <a:pt x="49557" y="61788"/>
                  <a:pt x="55672" y="55672"/>
                </a:cubicBezTo>
                <a:cubicBezTo>
                  <a:pt x="61788" y="49557"/>
                  <a:pt x="65224" y="41261"/>
                  <a:pt x="65224" y="32612"/>
                </a:cubicBezTo>
                <a:cubicBezTo>
                  <a:pt x="65224" y="23963"/>
                  <a:pt x="61788" y="15667"/>
                  <a:pt x="55672" y="9552"/>
                </a:cubicBezTo>
                <a:cubicBezTo>
                  <a:pt x="49557" y="3436"/>
                  <a:pt x="41261" y="0"/>
                  <a:pt x="32612" y="0"/>
                </a:cubicBezTo>
                <a:cubicBezTo>
                  <a:pt x="23963" y="0"/>
                  <a:pt x="15667" y="3436"/>
                  <a:pt x="9552" y="9552"/>
                </a:cubicBezTo>
                <a:cubicBezTo>
                  <a:pt x="3436" y="15667"/>
                  <a:pt x="0" y="23963"/>
                  <a:pt x="0" y="32612"/>
                </a:cubicBezTo>
                <a:cubicBezTo>
                  <a:pt x="0" y="41261"/>
                  <a:pt x="3436" y="49557"/>
                  <a:pt x="9552" y="55672"/>
                </a:cubicBezTo>
                <a:cubicBezTo>
                  <a:pt x="15667" y="61788"/>
                  <a:pt x="23963" y="65224"/>
                  <a:pt x="32612" y="65224"/>
                </a:cubicBez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329" name="Figure 3 plot object 328"/>
          <p:cNvSpPr>
            <a:spLocks noGrp="1"/>
          </p:cNvSpPr>
          <p:nvPr/>
        </p:nvSpPr>
        <p:spPr>
          <a:xfrm>
            <a:off x="9478635" y="10332256"/>
            <a:ext cx="65224" cy="65224"/>
          </a:xfrm>
          <a:custGeom>
            <a:avLst/>
            <a:gdLst/>
            <a:ahLst/>
            <a:cxnLst/>
            <a:pathLst>
              <a:path w="65224" h="65224">
                <a:moveTo>
                  <a:pt x="32612" y="65224"/>
                </a:moveTo>
                <a:cubicBezTo>
                  <a:pt x="41261" y="65224"/>
                  <a:pt x="49557" y="61788"/>
                  <a:pt x="55672" y="55672"/>
                </a:cubicBezTo>
                <a:cubicBezTo>
                  <a:pt x="61788" y="49557"/>
                  <a:pt x="65224" y="41261"/>
                  <a:pt x="65224" y="32612"/>
                </a:cubicBezTo>
                <a:cubicBezTo>
                  <a:pt x="65224" y="23963"/>
                  <a:pt x="61788" y="15667"/>
                  <a:pt x="55672" y="9552"/>
                </a:cubicBezTo>
                <a:cubicBezTo>
                  <a:pt x="49557" y="3436"/>
                  <a:pt x="41261" y="0"/>
                  <a:pt x="32612" y="0"/>
                </a:cubicBezTo>
                <a:cubicBezTo>
                  <a:pt x="23963" y="0"/>
                  <a:pt x="15667" y="3436"/>
                  <a:pt x="9552" y="9552"/>
                </a:cubicBezTo>
                <a:cubicBezTo>
                  <a:pt x="3436" y="15667"/>
                  <a:pt x="0" y="23963"/>
                  <a:pt x="0" y="32612"/>
                </a:cubicBezTo>
                <a:cubicBezTo>
                  <a:pt x="0" y="41261"/>
                  <a:pt x="3436" y="49557"/>
                  <a:pt x="9552" y="55672"/>
                </a:cubicBezTo>
                <a:cubicBezTo>
                  <a:pt x="15667" y="61788"/>
                  <a:pt x="23963" y="65224"/>
                  <a:pt x="32612" y="65224"/>
                </a:cubicBez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330" name="Figure 3 plot object 329"/>
          <p:cNvSpPr>
            <a:spLocks noGrp="1"/>
          </p:cNvSpPr>
          <p:nvPr/>
        </p:nvSpPr>
        <p:spPr>
          <a:xfrm>
            <a:off x="10148933" y="10156077"/>
            <a:ext cx="65224" cy="65224"/>
          </a:xfrm>
          <a:custGeom>
            <a:avLst/>
            <a:gdLst/>
            <a:ahLst/>
            <a:cxnLst/>
            <a:pathLst>
              <a:path w="65224" h="65224">
                <a:moveTo>
                  <a:pt x="32612" y="65224"/>
                </a:moveTo>
                <a:cubicBezTo>
                  <a:pt x="41261" y="65224"/>
                  <a:pt x="49557" y="61788"/>
                  <a:pt x="55672" y="55672"/>
                </a:cubicBezTo>
                <a:cubicBezTo>
                  <a:pt x="61788" y="49557"/>
                  <a:pt x="65224" y="41261"/>
                  <a:pt x="65224" y="32612"/>
                </a:cubicBezTo>
                <a:cubicBezTo>
                  <a:pt x="65224" y="23963"/>
                  <a:pt x="61788" y="15667"/>
                  <a:pt x="55672" y="9552"/>
                </a:cubicBezTo>
                <a:cubicBezTo>
                  <a:pt x="49557" y="3436"/>
                  <a:pt x="41261" y="0"/>
                  <a:pt x="32612" y="0"/>
                </a:cubicBezTo>
                <a:cubicBezTo>
                  <a:pt x="23963" y="0"/>
                  <a:pt x="15667" y="3436"/>
                  <a:pt x="9552" y="9552"/>
                </a:cubicBezTo>
                <a:cubicBezTo>
                  <a:pt x="3436" y="15667"/>
                  <a:pt x="0" y="23963"/>
                  <a:pt x="0" y="32612"/>
                </a:cubicBezTo>
                <a:cubicBezTo>
                  <a:pt x="0" y="41261"/>
                  <a:pt x="3436" y="49557"/>
                  <a:pt x="9552" y="55672"/>
                </a:cubicBezTo>
                <a:cubicBezTo>
                  <a:pt x="15667" y="61788"/>
                  <a:pt x="23963" y="65224"/>
                  <a:pt x="32612" y="65224"/>
                </a:cubicBez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331" name="Figure 3 plot object 330"/>
          <p:cNvSpPr>
            <a:spLocks noGrp="1"/>
          </p:cNvSpPr>
          <p:nvPr/>
        </p:nvSpPr>
        <p:spPr>
          <a:xfrm>
            <a:off x="10819230" y="9486600"/>
            <a:ext cx="65224" cy="65224"/>
          </a:xfrm>
          <a:custGeom>
            <a:avLst/>
            <a:gdLst/>
            <a:ahLst/>
            <a:cxnLst/>
            <a:pathLst>
              <a:path w="65224" h="65224">
                <a:moveTo>
                  <a:pt x="32612" y="65224"/>
                </a:moveTo>
                <a:cubicBezTo>
                  <a:pt x="41261" y="65224"/>
                  <a:pt x="49557" y="61788"/>
                  <a:pt x="55672" y="55672"/>
                </a:cubicBezTo>
                <a:cubicBezTo>
                  <a:pt x="61788" y="49557"/>
                  <a:pt x="65224" y="41261"/>
                  <a:pt x="65224" y="32612"/>
                </a:cubicBezTo>
                <a:cubicBezTo>
                  <a:pt x="65224" y="23963"/>
                  <a:pt x="61788" y="15667"/>
                  <a:pt x="55672" y="9552"/>
                </a:cubicBezTo>
                <a:cubicBezTo>
                  <a:pt x="49557" y="3436"/>
                  <a:pt x="41261" y="0"/>
                  <a:pt x="32612" y="0"/>
                </a:cubicBezTo>
                <a:cubicBezTo>
                  <a:pt x="23963" y="0"/>
                  <a:pt x="15667" y="3436"/>
                  <a:pt x="9552" y="9552"/>
                </a:cubicBezTo>
                <a:cubicBezTo>
                  <a:pt x="3436" y="15667"/>
                  <a:pt x="0" y="23963"/>
                  <a:pt x="0" y="32612"/>
                </a:cubicBezTo>
                <a:cubicBezTo>
                  <a:pt x="0" y="41261"/>
                  <a:pt x="3436" y="49557"/>
                  <a:pt x="9552" y="55672"/>
                </a:cubicBezTo>
                <a:cubicBezTo>
                  <a:pt x="15667" y="61788"/>
                  <a:pt x="23963" y="65224"/>
                  <a:pt x="32612" y="65224"/>
                </a:cubicBez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332" name="Figure 3 plot object 331"/>
          <p:cNvSpPr>
            <a:spLocks noGrp="1"/>
          </p:cNvSpPr>
          <p:nvPr/>
        </p:nvSpPr>
        <p:spPr>
          <a:xfrm>
            <a:off x="3555538" y="10380264"/>
            <a:ext cx="100782" cy="100782"/>
          </a:xfrm>
          <a:custGeom>
            <a:avLst/>
            <a:gdLst/>
            <a:ahLst/>
            <a:cxnLst/>
            <a:pathLst>
              <a:path w="100782" h="100782">
                <a:moveTo>
                  <a:pt x="50391" y="100782"/>
                </a:moveTo>
                <a:lnTo>
                  <a:pt x="100782" y="50391"/>
                </a:lnTo>
                <a:lnTo>
                  <a:pt x="50391" y="0"/>
                </a:lnTo>
                <a:lnTo>
                  <a:pt x="0" y="50391"/>
                </a:lnTo>
                <a:close/>
              </a:path>
            </a:pathLst>
          </a:custGeom>
          <a:solidFill>
            <a:srgbClr val="AF542D"/>
          </a:solidFill>
          <a:ln w="19765">
            <a:solidFill>
              <a:srgbClr val="AF542D"/>
            </a:solidFill>
            <a:prstDash val="solid"/>
          </a:ln>
        </p:spPr>
      </p:sp>
      <p:sp>
        <p:nvSpPr>
          <p:cNvPr id="333" name="Figure 3 plot object 332"/>
          <p:cNvSpPr>
            <a:spLocks noGrp="1"/>
          </p:cNvSpPr>
          <p:nvPr/>
        </p:nvSpPr>
        <p:spPr>
          <a:xfrm>
            <a:off x="4225835" y="9822074"/>
            <a:ext cx="100782" cy="100782"/>
          </a:xfrm>
          <a:custGeom>
            <a:avLst/>
            <a:gdLst/>
            <a:ahLst/>
            <a:cxnLst/>
            <a:pathLst>
              <a:path w="100782" h="100782">
                <a:moveTo>
                  <a:pt x="50391" y="100782"/>
                </a:moveTo>
                <a:lnTo>
                  <a:pt x="100782" y="50391"/>
                </a:lnTo>
                <a:lnTo>
                  <a:pt x="50391" y="0"/>
                </a:lnTo>
                <a:lnTo>
                  <a:pt x="0" y="50391"/>
                </a:lnTo>
                <a:close/>
              </a:path>
            </a:pathLst>
          </a:custGeom>
          <a:solidFill>
            <a:srgbClr val="AF542D"/>
          </a:solidFill>
          <a:ln w="19765">
            <a:solidFill>
              <a:srgbClr val="AF542D"/>
            </a:solidFill>
            <a:prstDash val="solid"/>
          </a:ln>
        </p:spPr>
      </p:sp>
      <p:sp>
        <p:nvSpPr>
          <p:cNvPr id="334" name="Figure 3 plot object 333"/>
          <p:cNvSpPr>
            <a:spLocks noGrp="1"/>
          </p:cNvSpPr>
          <p:nvPr/>
        </p:nvSpPr>
        <p:spPr>
          <a:xfrm>
            <a:off x="4896132" y="9805348"/>
            <a:ext cx="100782" cy="100782"/>
          </a:xfrm>
          <a:custGeom>
            <a:avLst/>
            <a:gdLst/>
            <a:ahLst/>
            <a:cxnLst/>
            <a:pathLst>
              <a:path w="100782" h="100782">
                <a:moveTo>
                  <a:pt x="50391" y="100782"/>
                </a:moveTo>
                <a:lnTo>
                  <a:pt x="100782" y="50391"/>
                </a:lnTo>
                <a:lnTo>
                  <a:pt x="50391" y="0"/>
                </a:lnTo>
                <a:lnTo>
                  <a:pt x="0" y="50391"/>
                </a:lnTo>
                <a:close/>
              </a:path>
            </a:pathLst>
          </a:custGeom>
          <a:solidFill>
            <a:srgbClr val="AF542D"/>
          </a:solidFill>
          <a:ln w="19765">
            <a:solidFill>
              <a:srgbClr val="AF542D"/>
            </a:solidFill>
            <a:prstDash val="solid"/>
          </a:ln>
        </p:spPr>
      </p:sp>
      <p:sp>
        <p:nvSpPr>
          <p:cNvPr id="335" name="Figure 3 plot object 334"/>
          <p:cNvSpPr>
            <a:spLocks noGrp="1"/>
          </p:cNvSpPr>
          <p:nvPr/>
        </p:nvSpPr>
        <p:spPr>
          <a:xfrm>
            <a:off x="5566430" y="9430040"/>
            <a:ext cx="100782" cy="100782"/>
          </a:xfrm>
          <a:custGeom>
            <a:avLst/>
            <a:gdLst/>
            <a:ahLst/>
            <a:cxnLst/>
            <a:pathLst>
              <a:path w="100782" h="100782">
                <a:moveTo>
                  <a:pt x="50391" y="100782"/>
                </a:moveTo>
                <a:lnTo>
                  <a:pt x="100782" y="50391"/>
                </a:lnTo>
                <a:lnTo>
                  <a:pt x="50391" y="0"/>
                </a:lnTo>
                <a:lnTo>
                  <a:pt x="0" y="50391"/>
                </a:lnTo>
                <a:close/>
              </a:path>
            </a:pathLst>
          </a:custGeom>
          <a:solidFill>
            <a:srgbClr val="AF542D"/>
          </a:solidFill>
          <a:ln w="19765">
            <a:solidFill>
              <a:srgbClr val="AF542D"/>
            </a:solidFill>
            <a:prstDash val="solid"/>
          </a:ln>
        </p:spPr>
      </p:sp>
      <p:sp>
        <p:nvSpPr>
          <p:cNvPr id="336" name="Figure 3 plot object 335"/>
          <p:cNvSpPr>
            <a:spLocks noGrp="1"/>
          </p:cNvSpPr>
          <p:nvPr/>
        </p:nvSpPr>
        <p:spPr>
          <a:xfrm>
            <a:off x="6236727" y="9799404"/>
            <a:ext cx="100782" cy="100782"/>
          </a:xfrm>
          <a:custGeom>
            <a:avLst/>
            <a:gdLst/>
            <a:ahLst/>
            <a:cxnLst/>
            <a:pathLst>
              <a:path w="100782" h="100782">
                <a:moveTo>
                  <a:pt x="50391" y="100782"/>
                </a:moveTo>
                <a:lnTo>
                  <a:pt x="100782" y="50391"/>
                </a:lnTo>
                <a:lnTo>
                  <a:pt x="50391" y="0"/>
                </a:lnTo>
                <a:lnTo>
                  <a:pt x="0" y="50391"/>
                </a:lnTo>
                <a:close/>
              </a:path>
            </a:pathLst>
          </a:custGeom>
          <a:solidFill>
            <a:srgbClr val="AF542D"/>
          </a:solidFill>
          <a:ln w="19765">
            <a:solidFill>
              <a:srgbClr val="AF542D"/>
            </a:solidFill>
            <a:prstDash val="solid"/>
          </a:ln>
        </p:spPr>
      </p:sp>
      <p:sp>
        <p:nvSpPr>
          <p:cNvPr id="337" name="Figure 3 plot object 336"/>
          <p:cNvSpPr>
            <a:spLocks noGrp="1"/>
          </p:cNvSpPr>
          <p:nvPr/>
        </p:nvSpPr>
        <p:spPr>
          <a:xfrm>
            <a:off x="6907024" y="9332109"/>
            <a:ext cx="100782" cy="100782"/>
          </a:xfrm>
          <a:custGeom>
            <a:avLst/>
            <a:gdLst/>
            <a:ahLst/>
            <a:cxnLst/>
            <a:pathLst>
              <a:path w="100782" h="100782">
                <a:moveTo>
                  <a:pt x="50391" y="100782"/>
                </a:moveTo>
                <a:lnTo>
                  <a:pt x="100782" y="50391"/>
                </a:lnTo>
                <a:lnTo>
                  <a:pt x="50391" y="0"/>
                </a:lnTo>
                <a:lnTo>
                  <a:pt x="0" y="50391"/>
                </a:lnTo>
                <a:close/>
              </a:path>
            </a:pathLst>
          </a:custGeom>
          <a:solidFill>
            <a:srgbClr val="AF542D"/>
          </a:solidFill>
          <a:ln w="19765">
            <a:solidFill>
              <a:srgbClr val="AF542D"/>
            </a:solidFill>
            <a:prstDash val="solid"/>
          </a:ln>
        </p:spPr>
      </p:sp>
      <p:sp>
        <p:nvSpPr>
          <p:cNvPr id="338" name="Figure 3 plot object 337"/>
          <p:cNvSpPr>
            <a:spLocks noGrp="1"/>
          </p:cNvSpPr>
          <p:nvPr/>
        </p:nvSpPr>
        <p:spPr>
          <a:xfrm>
            <a:off x="7577321" y="9824960"/>
            <a:ext cx="100782" cy="100782"/>
          </a:xfrm>
          <a:custGeom>
            <a:avLst/>
            <a:gdLst/>
            <a:ahLst/>
            <a:cxnLst/>
            <a:pathLst>
              <a:path w="100782" h="100782">
                <a:moveTo>
                  <a:pt x="50391" y="100782"/>
                </a:moveTo>
                <a:lnTo>
                  <a:pt x="100782" y="50391"/>
                </a:lnTo>
                <a:lnTo>
                  <a:pt x="50391" y="0"/>
                </a:lnTo>
                <a:lnTo>
                  <a:pt x="0" y="50391"/>
                </a:lnTo>
                <a:close/>
              </a:path>
            </a:pathLst>
          </a:custGeom>
          <a:solidFill>
            <a:srgbClr val="AF542D"/>
          </a:solidFill>
          <a:ln w="19765">
            <a:solidFill>
              <a:srgbClr val="AF542D"/>
            </a:solidFill>
            <a:prstDash val="solid"/>
          </a:ln>
        </p:spPr>
      </p:sp>
      <p:sp>
        <p:nvSpPr>
          <p:cNvPr id="339" name="Figure 3 plot object 338"/>
          <p:cNvSpPr>
            <a:spLocks noGrp="1"/>
          </p:cNvSpPr>
          <p:nvPr/>
        </p:nvSpPr>
        <p:spPr>
          <a:xfrm>
            <a:off x="8247619" y="9481233"/>
            <a:ext cx="100782" cy="100782"/>
          </a:xfrm>
          <a:custGeom>
            <a:avLst/>
            <a:gdLst/>
            <a:ahLst/>
            <a:cxnLst/>
            <a:pathLst>
              <a:path w="100782" h="100782">
                <a:moveTo>
                  <a:pt x="50391" y="100782"/>
                </a:moveTo>
                <a:lnTo>
                  <a:pt x="100782" y="50391"/>
                </a:lnTo>
                <a:lnTo>
                  <a:pt x="50391" y="0"/>
                </a:lnTo>
                <a:lnTo>
                  <a:pt x="0" y="50391"/>
                </a:lnTo>
                <a:close/>
              </a:path>
            </a:pathLst>
          </a:custGeom>
          <a:solidFill>
            <a:srgbClr val="AF542D"/>
          </a:solidFill>
          <a:ln w="19765">
            <a:solidFill>
              <a:srgbClr val="AF542D"/>
            </a:solidFill>
            <a:prstDash val="solid"/>
          </a:ln>
        </p:spPr>
      </p:sp>
      <p:sp>
        <p:nvSpPr>
          <p:cNvPr id="340" name="Figure 3 plot object 339"/>
          <p:cNvSpPr>
            <a:spLocks noGrp="1"/>
          </p:cNvSpPr>
          <p:nvPr/>
        </p:nvSpPr>
        <p:spPr>
          <a:xfrm>
            <a:off x="8917916" y="9930011"/>
            <a:ext cx="100782" cy="100782"/>
          </a:xfrm>
          <a:custGeom>
            <a:avLst/>
            <a:gdLst/>
            <a:ahLst/>
            <a:cxnLst/>
            <a:pathLst>
              <a:path w="100782" h="100782">
                <a:moveTo>
                  <a:pt x="50391" y="100782"/>
                </a:moveTo>
                <a:lnTo>
                  <a:pt x="100782" y="50391"/>
                </a:lnTo>
                <a:lnTo>
                  <a:pt x="50391" y="0"/>
                </a:lnTo>
                <a:lnTo>
                  <a:pt x="0" y="50391"/>
                </a:lnTo>
                <a:close/>
              </a:path>
            </a:pathLst>
          </a:custGeom>
          <a:solidFill>
            <a:srgbClr val="AF542D"/>
          </a:solidFill>
          <a:ln w="19765">
            <a:solidFill>
              <a:srgbClr val="AF542D"/>
            </a:solidFill>
            <a:prstDash val="solid"/>
          </a:ln>
        </p:spPr>
      </p:sp>
      <p:sp>
        <p:nvSpPr>
          <p:cNvPr id="341" name="Figure 3 plot object 340"/>
          <p:cNvSpPr>
            <a:spLocks noGrp="1"/>
          </p:cNvSpPr>
          <p:nvPr/>
        </p:nvSpPr>
        <p:spPr>
          <a:xfrm>
            <a:off x="9588213" y="9566819"/>
            <a:ext cx="100782" cy="100782"/>
          </a:xfrm>
          <a:custGeom>
            <a:avLst/>
            <a:gdLst/>
            <a:ahLst/>
            <a:cxnLst/>
            <a:pathLst>
              <a:path w="100782" h="100782">
                <a:moveTo>
                  <a:pt x="50391" y="100782"/>
                </a:moveTo>
                <a:lnTo>
                  <a:pt x="100782" y="50391"/>
                </a:lnTo>
                <a:lnTo>
                  <a:pt x="50391" y="0"/>
                </a:lnTo>
                <a:lnTo>
                  <a:pt x="0" y="50391"/>
                </a:lnTo>
                <a:close/>
              </a:path>
            </a:pathLst>
          </a:custGeom>
          <a:solidFill>
            <a:srgbClr val="AF542D"/>
          </a:solidFill>
          <a:ln w="19765">
            <a:solidFill>
              <a:srgbClr val="AF542D"/>
            </a:solidFill>
            <a:prstDash val="solid"/>
          </a:ln>
        </p:spPr>
      </p:sp>
      <p:sp>
        <p:nvSpPr>
          <p:cNvPr id="342" name="Figure 3 plot object 341"/>
          <p:cNvSpPr>
            <a:spLocks noGrp="1"/>
          </p:cNvSpPr>
          <p:nvPr/>
        </p:nvSpPr>
        <p:spPr>
          <a:xfrm>
            <a:off x="10258510" y="9950755"/>
            <a:ext cx="100782" cy="100782"/>
          </a:xfrm>
          <a:custGeom>
            <a:avLst/>
            <a:gdLst/>
            <a:ahLst/>
            <a:cxnLst/>
            <a:pathLst>
              <a:path w="100782" h="100782">
                <a:moveTo>
                  <a:pt x="50391" y="100782"/>
                </a:moveTo>
                <a:lnTo>
                  <a:pt x="100782" y="50391"/>
                </a:lnTo>
                <a:lnTo>
                  <a:pt x="50391" y="0"/>
                </a:lnTo>
                <a:lnTo>
                  <a:pt x="0" y="50391"/>
                </a:lnTo>
                <a:close/>
              </a:path>
            </a:pathLst>
          </a:custGeom>
          <a:solidFill>
            <a:srgbClr val="AF542D"/>
          </a:solidFill>
          <a:ln w="19765">
            <a:solidFill>
              <a:srgbClr val="AF542D"/>
            </a:solidFill>
            <a:prstDash val="solid"/>
          </a:ln>
        </p:spPr>
      </p:sp>
      <p:sp>
        <p:nvSpPr>
          <p:cNvPr id="343" name="Figure 3 plot object 342"/>
          <p:cNvSpPr>
            <a:spLocks noGrp="1"/>
          </p:cNvSpPr>
          <p:nvPr/>
        </p:nvSpPr>
        <p:spPr>
          <a:xfrm>
            <a:off x="10928808" y="9830196"/>
            <a:ext cx="100782" cy="100782"/>
          </a:xfrm>
          <a:custGeom>
            <a:avLst/>
            <a:gdLst/>
            <a:ahLst/>
            <a:cxnLst/>
            <a:pathLst>
              <a:path w="100782" h="100782">
                <a:moveTo>
                  <a:pt x="50391" y="100782"/>
                </a:moveTo>
                <a:lnTo>
                  <a:pt x="100782" y="50391"/>
                </a:lnTo>
                <a:lnTo>
                  <a:pt x="50391" y="0"/>
                </a:lnTo>
                <a:lnTo>
                  <a:pt x="0" y="50391"/>
                </a:lnTo>
                <a:close/>
              </a:path>
            </a:pathLst>
          </a:custGeom>
          <a:solidFill>
            <a:srgbClr val="AF542D"/>
          </a:solidFill>
          <a:ln w="19765">
            <a:solidFill>
              <a:srgbClr val="AF542D"/>
            </a:solidFill>
            <a:prstDash val="solid"/>
          </a:ln>
        </p:spPr>
      </p:sp>
      <p:sp>
        <p:nvSpPr>
          <p:cNvPr id="344" name="Figure 3 plot object 343"/>
          <p:cNvSpPr>
            <a:spLocks noGrp="1"/>
          </p:cNvSpPr>
          <p:nvPr/>
        </p:nvSpPr>
        <p:spPr>
          <a:xfrm>
            <a:off x="3108705" y="8900552"/>
            <a:ext cx="188162" cy="20"/>
          </a:xfrm>
          <a:custGeom>
            <a:avLst/>
            <a:gdLst/>
            <a:ahLst/>
            <a:cxnLst/>
            <a:pathLst>
              <a:path w="188162" h="20">
                <a:moveTo>
                  <a:pt x="0" y="0"/>
                </a:moveTo>
                <a:lnTo>
                  <a:pt x="94081" y="0"/>
                </a:lnTo>
                <a:lnTo>
                  <a:pt x="188162" y="0"/>
                </a:lnTo>
              </a:path>
            </a:pathLst>
          </a:custGeom>
          <a:noFill/>
          <a:ln w="29647">
            <a:solidFill>
              <a:srgbClr val="19847B"/>
            </a:solidFill>
            <a:prstDash val="solid"/>
          </a:ln>
        </p:spPr>
      </p:sp>
      <p:sp>
        <p:nvSpPr>
          <p:cNvPr id="345" name="Figure 3 plot object 344"/>
          <p:cNvSpPr>
            <a:spLocks noGrp="1"/>
          </p:cNvSpPr>
          <p:nvPr/>
        </p:nvSpPr>
        <p:spPr>
          <a:xfrm>
            <a:off x="3173138" y="8870905"/>
            <a:ext cx="59295" cy="59295"/>
          </a:xfrm>
          <a:custGeom>
            <a:avLst/>
            <a:gdLst/>
            <a:ahLst/>
            <a:cxnLst/>
            <a:pathLst>
              <a:path w="59295" h="59295">
                <a:moveTo>
                  <a:pt x="29647" y="59295"/>
                </a:moveTo>
                <a:cubicBezTo>
                  <a:pt x="37510" y="59295"/>
                  <a:pt x="45052" y="56171"/>
                  <a:pt x="50611" y="50611"/>
                </a:cubicBezTo>
                <a:cubicBezTo>
                  <a:pt x="56171" y="45052"/>
                  <a:pt x="59295" y="37510"/>
                  <a:pt x="59295" y="29647"/>
                </a:cubicBezTo>
                <a:cubicBezTo>
                  <a:pt x="59295" y="21785"/>
                  <a:pt x="56171" y="14243"/>
                  <a:pt x="50611" y="8684"/>
                </a:cubicBezTo>
                <a:cubicBezTo>
                  <a:pt x="45052" y="3124"/>
                  <a:pt x="37510" y="0"/>
                  <a:pt x="29647" y="0"/>
                </a:cubicBezTo>
                <a:cubicBezTo>
                  <a:pt x="21785" y="0"/>
                  <a:pt x="14243" y="3124"/>
                  <a:pt x="8684" y="8684"/>
                </a:cubicBezTo>
                <a:cubicBezTo>
                  <a:pt x="3124" y="14243"/>
                  <a:pt x="0" y="21785"/>
                  <a:pt x="0" y="29647"/>
                </a:cubicBezTo>
                <a:cubicBezTo>
                  <a:pt x="0" y="37510"/>
                  <a:pt x="3124" y="45052"/>
                  <a:pt x="8684" y="50611"/>
                </a:cubicBezTo>
                <a:cubicBezTo>
                  <a:pt x="14243" y="56171"/>
                  <a:pt x="21785" y="59295"/>
                  <a:pt x="29647" y="59295"/>
                </a:cubicBez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346" name="Forecast + 80% interval"/>
          <p:cNvSpPr>
            <a:spLocks noGrp="1"/>
          </p:cNvSpPr>
          <p:nvPr/>
        </p:nvSpPr>
        <p:spPr>
          <a:xfrm>
            <a:off x="3404388" y="8823943"/>
            <a:ext cx="1475740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Forecast + 80% interval</a:t>
            </a:r>
            <a:endParaRPr sz="12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47" name="Figure 3 plot object 346"/>
          <p:cNvSpPr>
            <a:spLocks noGrp="1"/>
          </p:cNvSpPr>
          <p:nvPr/>
        </p:nvSpPr>
        <p:spPr>
          <a:xfrm>
            <a:off x="5046803" y="8858624"/>
            <a:ext cx="83855" cy="83855"/>
          </a:xfrm>
          <a:custGeom>
            <a:avLst/>
            <a:gdLst/>
            <a:ahLst/>
            <a:cxnLst/>
            <a:pathLst>
              <a:path w="83855" h="83855">
                <a:moveTo>
                  <a:pt x="41928" y="83855"/>
                </a:moveTo>
                <a:lnTo>
                  <a:pt x="83855" y="41928"/>
                </a:lnTo>
                <a:lnTo>
                  <a:pt x="41928" y="0"/>
                </a:lnTo>
                <a:lnTo>
                  <a:pt x="0" y="41928"/>
                </a:lnTo>
                <a:close/>
              </a:path>
            </a:pathLst>
          </a:custGeom>
          <a:solidFill>
            <a:srgbClr val="AF542D"/>
          </a:solidFill>
          <a:ln w="19765">
            <a:solidFill>
              <a:srgbClr val="AF542D"/>
            </a:solidFill>
            <a:prstDash val="solid"/>
          </a:ln>
        </p:spPr>
      </p:sp>
      <p:sp>
        <p:nvSpPr>
          <p:cNvPr id="348" name="Withheld reference"/>
          <p:cNvSpPr>
            <a:spLocks noGrp="1"/>
          </p:cNvSpPr>
          <p:nvPr/>
        </p:nvSpPr>
        <p:spPr>
          <a:xfrm>
            <a:off x="5290332" y="8823943"/>
            <a:ext cx="1196271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Withheld reference</a:t>
            </a:r>
            <a:endParaRPr sz="12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49" name="a"/>
          <p:cNvSpPr>
            <a:spLocks noGrp="1"/>
          </p:cNvSpPr>
          <p:nvPr/>
        </p:nvSpPr>
        <p:spPr>
          <a:xfrm>
            <a:off x="2493536" y="431467"/>
            <a:ext cx="210002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</a:t>
            </a:r>
            <a:endParaRPr sz="2000" b="1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50" name="Electrochemistry"/>
          <p:cNvSpPr>
            <a:spLocks noGrp="1"/>
          </p:cNvSpPr>
          <p:nvPr/>
        </p:nvSpPr>
        <p:spPr>
          <a:xfrm>
            <a:off x="2769187" y="439539"/>
            <a:ext cx="1684655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Electrochemistry</a:t>
            </a:r>
            <a:endParaRPr sz="1800" b="1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51" name="b"/>
          <p:cNvSpPr>
            <a:spLocks noGrp="1"/>
          </p:cNvSpPr>
          <p:nvPr/>
        </p:nvSpPr>
        <p:spPr>
          <a:xfrm>
            <a:off x="7271475" y="431467"/>
            <a:ext cx="217414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</a:t>
            </a:r>
            <a:endParaRPr sz="2000" b="1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52" name="Reaction processing"/>
          <p:cNvSpPr>
            <a:spLocks noGrp="1"/>
          </p:cNvSpPr>
          <p:nvPr/>
        </p:nvSpPr>
        <p:spPr>
          <a:xfrm>
            <a:off x="7547126" y="439539"/>
            <a:ext cx="1957705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Reaction processing</a:t>
            </a:r>
            <a:endParaRPr sz="1800" b="1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53" name="c"/>
          <p:cNvSpPr>
            <a:spLocks noGrp="1"/>
          </p:cNvSpPr>
          <p:nvPr/>
        </p:nvSpPr>
        <p:spPr>
          <a:xfrm>
            <a:off x="2493536" y="4206516"/>
            <a:ext cx="207531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</a:t>
            </a:r>
            <a:endParaRPr sz="2000" b="1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54" name="Two independent 12-batch research paths"/>
          <p:cNvSpPr>
            <a:spLocks noGrp="1"/>
          </p:cNvSpPr>
          <p:nvPr/>
        </p:nvSpPr>
        <p:spPr>
          <a:xfrm>
            <a:off x="2769187" y="4215059"/>
            <a:ext cx="4076065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Two independent 12-batch research paths</a:t>
            </a:r>
            <a:endParaRPr sz="1800" b="1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55" name="d"/>
          <p:cNvSpPr>
            <a:spLocks noGrp="1"/>
          </p:cNvSpPr>
          <p:nvPr/>
        </p:nvSpPr>
        <p:spPr>
          <a:xfrm>
            <a:off x="2485281" y="8090938"/>
            <a:ext cx="21988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d</a:t>
            </a:r>
            <a:endParaRPr sz="2000" b="1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56" name="The optimization agent's subsequent predictions"/>
          <p:cNvSpPr>
            <a:spLocks noGrp="1"/>
          </p:cNvSpPr>
          <p:nvPr/>
        </p:nvSpPr>
        <p:spPr>
          <a:xfrm>
            <a:off x="2769187" y="8091391"/>
            <a:ext cx="4719955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The optimization agent's subsequent predictions</a:t>
            </a:r>
            <a:endParaRPr sz="1800" b="1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58" name="Later public Q rationale (condensed): poor cross-pairs suggest material incompatibility."/>
          <p:cNvSpPr>
            <a:spLocks noGrp="1"/>
          </p:cNvSpPr>
          <p:nvPr/>
        </p:nvSpPr>
        <p:spPr>
          <a:xfrm>
            <a:off x="2769187" y="8450319"/>
            <a:ext cx="6229985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Later public Q rationale (condensed): poor cross-pairs suggest material incompatibility.</a:t>
            </a:r>
            <a:endParaRPr sz="14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59" name="Highlighted conditions: +0.8 V, 100 mA, 7,200 s. All queries use 0.012 mol in 0.025 L."/>
          <p:cNvSpPr>
            <a:spLocks noGrp="1"/>
          </p:cNvSpPr>
          <p:nvPr/>
        </p:nvSpPr>
        <p:spPr>
          <a:xfrm>
            <a:off x="3136721" y="10881333"/>
            <a:ext cx="5331460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Highlighted conditions: +0.8 V, 100 mA, 7,200 s. All queries use 0.012 mol in 0.025 L.</a:t>
            </a:r>
            <a:endParaRPr sz="12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60" name="Figure 3 plot object 359"/>
          <p:cNvSpPr>
            <a:spLocks noGrp="1"/>
          </p:cNvSpPr>
          <p:nvPr/>
        </p:nvSpPr>
        <p:spPr>
          <a:xfrm>
            <a:off x="8646454" y="3966034"/>
            <a:ext cx="79060" cy="79060"/>
          </a:xfrm>
          <a:custGeom>
            <a:avLst/>
            <a:gdLst/>
            <a:ahLst/>
            <a:cxnLst/>
            <a:pathLst>
              <a:path w="79060" h="79060">
                <a:moveTo>
                  <a:pt x="39530" y="79060"/>
                </a:moveTo>
                <a:cubicBezTo>
                  <a:pt x="50013" y="79060"/>
                  <a:pt x="60069" y="74894"/>
                  <a:pt x="67482" y="67482"/>
                </a:cubicBezTo>
                <a:cubicBezTo>
                  <a:pt x="74894" y="60069"/>
                  <a:pt x="79060" y="50013"/>
                  <a:pt x="79060" y="39530"/>
                </a:cubicBezTo>
                <a:cubicBezTo>
                  <a:pt x="79060" y="29046"/>
                  <a:pt x="74894" y="18991"/>
                  <a:pt x="67482" y="11578"/>
                </a:cubicBezTo>
                <a:cubicBezTo>
                  <a:pt x="60069" y="4165"/>
                  <a:pt x="50013" y="0"/>
                  <a:pt x="39530" y="0"/>
                </a:cubicBezTo>
                <a:cubicBezTo>
                  <a:pt x="29046" y="0"/>
                  <a:pt x="18991" y="4165"/>
                  <a:pt x="11578" y="11578"/>
                </a:cubicBezTo>
                <a:cubicBezTo>
                  <a:pt x="4165" y="18991"/>
                  <a:pt x="0" y="29046"/>
                  <a:pt x="0" y="39530"/>
                </a:cubicBezTo>
                <a:cubicBezTo>
                  <a:pt x="0" y="50013"/>
                  <a:pt x="4165" y="60069"/>
                  <a:pt x="11578" y="67482"/>
                </a:cubicBezTo>
                <a:cubicBezTo>
                  <a:pt x="18991" y="74894"/>
                  <a:pt x="29046" y="79060"/>
                  <a:pt x="39530" y="79060"/>
                </a:cubicBezTo>
                <a:close/>
              </a:path>
            </a:pathLst>
          </a:custGeom>
          <a:solidFill>
            <a:srgbClr val="637482"/>
          </a:solidFill>
          <a:ln w="19765">
            <a:solidFill>
              <a:srgbClr val="637482"/>
            </a:solidFill>
            <a:prstDash val="solid"/>
          </a:ln>
        </p:spPr>
      </p:sp>
      <p:sp>
        <p:nvSpPr>
          <p:cNvPr id="361" name="Opaque"/>
          <p:cNvSpPr>
            <a:spLocks noGrp="1"/>
          </p:cNvSpPr>
          <p:nvPr/>
        </p:nvSpPr>
        <p:spPr>
          <a:xfrm>
            <a:off x="8874146" y="3914843"/>
            <a:ext cx="54155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Opaque</a:t>
            </a:r>
            <a:endParaRPr sz="12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62" name="Figure 3 plot object 361"/>
          <p:cNvSpPr>
            <a:spLocks noGrp="1"/>
          </p:cNvSpPr>
          <p:nvPr/>
        </p:nvSpPr>
        <p:spPr>
          <a:xfrm>
            <a:off x="9595097" y="3966034"/>
            <a:ext cx="79060" cy="79060"/>
          </a:xfrm>
          <a:custGeom>
            <a:avLst/>
            <a:gdLst/>
            <a:ahLst/>
            <a:cxnLst/>
            <a:pathLst>
              <a:path w="79060" h="79060">
                <a:moveTo>
                  <a:pt x="39530" y="79060"/>
                </a:moveTo>
                <a:cubicBezTo>
                  <a:pt x="50013" y="79060"/>
                  <a:pt x="60069" y="74894"/>
                  <a:pt x="67482" y="67482"/>
                </a:cubicBezTo>
                <a:cubicBezTo>
                  <a:pt x="74894" y="60069"/>
                  <a:pt x="79060" y="50013"/>
                  <a:pt x="79060" y="39530"/>
                </a:cubicBezTo>
                <a:cubicBezTo>
                  <a:pt x="79060" y="29046"/>
                  <a:pt x="74894" y="18991"/>
                  <a:pt x="67482" y="11578"/>
                </a:cubicBezTo>
                <a:cubicBezTo>
                  <a:pt x="60069" y="4165"/>
                  <a:pt x="50013" y="0"/>
                  <a:pt x="39530" y="0"/>
                </a:cubicBezTo>
                <a:cubicBezTo>
                  <a:pt x="29046" y="0"/>
                  <a:pt x="18991" y="4165"/>
                  <a:pt x="11578" y="11578"/>
                </a:cubicBezTo>
                <a:cubicBezTo>
                  <a:pt x="4165" y="18991"/>
                  <a:pt x="0" y="29046"/>
                  <a:pt x="0" y="39530"/>
                </a:cubicBezTo>
                <a:cubicBezTo>
                  <a:pt x="0" y="50013"/>
                  <a:pt x="4165" y="60069"/>
                  <a:pt x="11578" y="67482"/>
                </a:cubicBezTo>
                <a:cubicBezTo>
                  <a:pt x="18991" y="74894"/>
                  <a:pt x="29046" y="79060"/>
                  <a:pt x="39530" y="79060"/>
                </a:cubicBezTo>
                <a:close/>
              </a:path>
            </a:pathLst>
          </a:custGeom>
          <a:solidFill>
            <a:srgbClr val="277F8A"/>
          </a:solidFill>
          <a:ln w="19765">
            <a:solidFill>
              <a:srgbClr val="277F8A"/>
            </a:solidFill>
            <a:prstDash val="solid"/>
          </a:ln>
        </p:spPr>
      </p:sp>
      <p:sp>
        <p:nvSpPr>
          <p:cNvPr id="363" name="Aligned"/>
          <p:cNvSpPr>
            <a:spLocks noGrp="1"/>
          </p:cNvSpPr>
          <p:nvPr/>
        </p:nvSpPr>
        <p:spPr>
          <a:xfrm>
            <a:off x="9822788" y="3914843"/>
            <a:ext cx="516852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Aligned</a:t>
            </a:r>
            <a:endParaRPr sz="12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64" name="Figure 3 plot object 363"/>
          <p:cNvSpPr>
            <a:spLocks noGrp="1"/>
          </p:cNvSpPr>
          <p:nvPr/>
        </p:nvSpPr>
        <p:spPr>
          <a:xfrm>
            <a:off x="10513835" y="3966034"/>
            <a:ext cx="79060" cy="79060"/>
          </a:xfrm>
          <a:custGeom>
            <a:avLst/>
            <a:gdLst/>
            <a:ahLst/>
            <a:cxnLst/>
            <a:pathLst>
              <a:path w="79060" h="79060">
                <a:moveTo>
                  <a:pt x="39530" y="79060"/>
                </a:moveTo>
                <a:cubicBezTo>
                  <a:pt x="50013" y="79060"/>
                  <a:pt x="60069" y="74894"/>
                  <a:pt x="67482" y="67482"/>
                </a:cubicBezTo>
                <a:cubicBezTo>
                  <a:pt x="74894" y="60069"/>
                  <a:pt x="79060" y="50013"/>
                  <a:pt x="79060" y="39530"/>
                </a:cubicBezTo>
                <a:cubicBezTo>
                  <a:pt x="79060" y="29046"/>
                  <a:pt x="74894" y="18991"/>
                  <a:pt x="67482" y="11578"/>
                </a:cubicBezTo>
                <a:cubicBezTo>
                  <a:pt x="60069" y="4165"/>
                  <a:pt x="50013" y="0"/>
                  <a:pt x="39530" y="0"/>
                </a:cubicBezTo>
                <a:cubicBezTo>
                  <a:pt x="29046" y="0"/>
                  <a:pt x="18991" y="4165"/>
                  <a:pt x="11578" y="11578"/>
                </a:cubicBezTo>
                <a:cubicBezTo>
                  <a:pt x="4165" y="18991"/>
                  <a:pt x="0" y="29046"/>
                  <a:pt x="0" y="39530"/>
                </a:cubicBezTo>
                <a:cubicBezTo>
                  <a:pt x="0" y="50013"/>
                  <a:pt x="4165" y="60069"/>
                  <a:pt x="11578" y="67482"/>
                </a:cubicBezTo>
                <a:cubicBezTo>
                  <a:pt x="18991" y="74894"/>
                  <a:pt x="29046" y="79060"/>
                  <a:pt x="39530" y="79060"/>
                </a:cubicBezTo>
                <a:close/>
              </a:path>
            </a:pathLst>
          </a:custGeom>
          <a:solidFill>
            <a:srgbClr val="BC7850"/>
          </a:solidFill>
          <a:ln w="19765">
            <a:solidFill>
              <a:srgbClr val="BC7850"/>
            </a:solidFill>
            <a:prstDash val="solid"/>
          </a:ln>
        </p:spPr>
      </p:sp>
      <p:sp>
        <p:nvSpPr>
          <p:cNvPr id="365" name="MisIndexed"/>
          <p:cNvSpPr>
            <a:spLocks noGrp="1"/>
          </p:cNvSpPr>
          <p:nvPr/>
        </p:nvSpPr>
        <p:spPr>
          <a:xfrm>
            <a:off x="10741525" y="3914843"/>
            <a:ext cx="754031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MisIndexed</a:t>
            </a:r>
            <a:endParaRPr sz="12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68" name="quadrant-prediction-only"/>
          <p:cNvSpPr>
            <a:spLocks noGrp="1"/>
          </p:cNvSpPr>
          <p:nvPr/>
        </p:nvSpPr>
        <p:spPr>
          <a:xfrm>
            <a:off x="3257550" y="904875"/>
            <a:ext cx="1657350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Better prediction only</a:t>
            </a:r>
            <a:endParaRPr sz="1200" b="0">
              <a:solidFill>
                <a:srgbClr val="1616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69" name="quadrant-prediction-only-count"/>
          <p:cNvSpPr>
            <a:spLocks noGrp="1"/>
          </p:cNvSpPr>
          <p:nvPr/>
        </p:nvSpPr>
        <p:spPr>
          <a:xfrm>
            <a:off x="3257550" y="1066800"/>
            <a:ext cx="704850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1/30</a:t>
            </a:r>
            <a:endParaRPr sz="1200" b="0">
              <a:solidFill>
                <a:srgbClr val="1616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70" name="quadrant-better-both"/>
          <p:cNvSpPr>
            <a:spLocks noGrp="1"/>
          </p:cNvSpPr>
          <p:nvPr/>
        </p:nvSpPr>
        <p:spPr>
          <a:xfrm>
            <a:off x="5362575" y="723900"/>
            <a:ext cx="1266825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r">
              <a:def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Better on both</a:t>
            </a:r>
            <a:endParaRPr sz="1200" b="0">
              <a:solidFill>
                <a:srgbClr val="1616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71" name="quadrant-better-both-count"/>
          <p:cNvSpPr>
            <a:spLocks noGrp="1"/>
          </p:cNvSpPr>
          <p:nvPr/>
        </p:nvSpPr>
        <p:spPr>
          <a:xfrm>
            <a:off x="5915025" y="885825"/>
            <a:ext cx="714375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r">
              <a:def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13/30</a:t>
            </a:r>
            <a:endParaRPr sz="1200" b="0">
              <a:solidFill>
                <a:srgbClr val="1616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72" name="quadrant-worse-both"/>
          <p:cNvSpPr>
            <a:spLocks noGrp="1"/>
          </p:cNvSpPr>
          <p:nvPr/>
        </p:nvSpPr>
        <p:spPr>
          <a:xfrm>
            <a:off x="3257550" y="2933700"/>
            <a:ext cx="1323975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Worse on both</a:t>
            </a:r>
            <a:endParaRPr sz="1200" b="0">
              <a:solidFill>
                <a:srgbClr val="1616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73" name="quadrant-worse-both-count"/>
          <p:cNvSpPr>
            <a:spLocks noGrp="1"/>
          </p:cNvSpPr>
          <p:nvPr/>
        </p:nvSpPr>
        <p:spPr>
          <a:xfrm>
            <a:off x="3257550" y="3095625"/>
            <a:ext cx="704850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3/30</a:t>
            </a:r>
            <a:endParaRPr sz="1200" b="0">
              <a:solidFill>
                <a:srgbClr val="1616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74" name="quadrant-retest-only"/>
          <p:cNvSpPr>
            <a:spLocks noGrp="1"/>
          </p:cNvSpPr>
          <p:nvPr/>
        </p:nvSpPr>
        <p:spPr>
          <a:xfrm>
            <a:off x="5248275" y="2933700"/>
            <a:ext cx="1381125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r">
              <a:def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Better retest only</a:t>
            </a:r>
            <a:endParaRPr sz="1200" b="0">
              <a:solidFill>
                <a:srgbClr val="1616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75" name="quadrant-retest-only-count"/>
          <p:cNvSpPr>
            <a:spLocks noGrp="1"/>
          </p:cNvSpPr>
          <p:nvPr/>
        </p:nvSpPr>
        <p:spPr>
          <a:xfrm>
            <a:off x="5915025" y="3095625"/>
            <a:ext cx="714375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r">
              <a:def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13/30</a:t>
            </a:r>
            <a:endParaRPr sz="1200" b="0">
              <a:solidFill>
                <a:srgbClr val="1616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76" name="quadrant-prediction-only"/>
          <p:cNvSpPr>
            <a:spLocks noGrp="1"/>
          </p:cNvSpPr>
          <p:nvPr/>
        </p:nvSpPr>
        <p:spPr>
          <a:xfrm>
            <a:off x="8039100" y="904875"/>
            <a:ext cx="1657350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Better prediction only</a:t>
            </a:r>
            <a:endParaRPr sz="1200" b="0">
              <a:solidFill>
                <a:srgbClr val="1616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77" name="quadrant-prediction-only-count"/>
          <p:cNvSpPr>
            <a:spLocks noGrp="1"/>
          </p:cNvSpPr>
          <p:nvPr/>
        </p:nvSpPr>
        <p:spPr>
          <a:xfrm>
            <a:off x="8039100" y="1066800"/>
            <a:ext cx="704850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4/30</a:t>
            </a:r>
            <a:endParaRPr sz="1200" b="0">
              <a:solidFill>
                <a:srgbClr val="1616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78" name="quadrant-better-both"/>
          <p:cNvSpPr>
            <a:spLocks noGrp="1"/>
          </p:cNvSpPr>
          <p:nvPr/>
        </p:nvSpPr>
        <p:spPr>
          <a:xfrm>
            <a:off x="10010775" y="723900"/>
            <a:ext cx="1266825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r">
              <a:def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Better on both</a:t>
            </a:r>
            <a:endParaRPr sz="1200" b="0">
              <a:solidFill>
                <a:srgbClr val="1616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79" name="quadrant-better-both-count"/>
          <p:cNvSpPr>
            <a:spLocks noGrp="1"/>
          </p:cNvSpPr>
          <p:nvPr/>
        </p:nvSpPr>
        <p:spPr>
          <a:xfrm>
            <a:off x="10563225" y="885825"/>
            <a:ext cx="714375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r">
              <a:def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4/30</a:t>
            </a:r>
            <a:endParaRPr sz="1200" b="0">
              <a:solidFill>
                <a:srgbClr val="1616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80" name="quadrant-worse-both"/>
          <p:cNvSpPr>
            <a:spLocks noGrp="1"/>
          </p:cNvSpPr>
          <p:nvPr/>
        </p:nvSpPr>
        <p:spPr>
          <a:xfrm>
            <a:off x="8039100" y="2933700"/>
            <a:ext cx="1323975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Worse on both</a:t>
            </a:r>
            <a:endParaRPr sz="1200" b="0">
              <a:solidFill>
                <a:srgbClr val="1616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81" name="quadrant-worse-both-count"/>
          <p:cNvSpPr>
            <a:spLocks noGrp="1"/>
          </p:cNvSpPr>
          <p:nvPr/>
        </p:nvSpPr>
        <p:spPr>
          <a:xfrm>
            <a:off x="8039100" y="3095625"/>
            <a:ext cx="704850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17/30</a:t>
            </a:r>
            <a:endParaRPr sz="1200" b="0">
              <a:solidFill>
                <a:srgbClr val="1616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82" name="quadrant-retest-only"/>
          <p:cNvSpPr>
            <a:spLocks noGrp="1"/>
          </p:cNvSpPr>
          <p:nvPr/>
        </p:nvSpPr>
        <p:spPr>
          <a:xfrm>
            <a:off x="9896475" y="2933700"/>
            <a:ext cx="1381125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r">
              <a:def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Better retest only</a:t>
            </a:r>
            <a:endParaRPr sz="1200" b="0">
              <a:solidFill>
                <a:srgbClr val="1616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83" name="quadrant-retest-only-count"/>
          <p:cNvSpPr>
            <a:spLocks noGrp="1"/>
          </p:cNvSpPr>
          <p:nvPr/>
        </p:nvSpPr>
        <p:spPr>
          <a:xfrm>
            <a:off x="10563225" y="3095625"/>
            <a:ext cx="714375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r">
              <a:def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5/30</a:t>
            </a:r>
            <a:endParaRPr sz="1200" b="0">
              <a:solidFill>
                <a:srgbClr val="1616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84" name="example-callout"/>
          <p:cNvSpPr>
            <a:spLocks noGrp="1"/>
          </p:cNvSpPr>
          <p:nvPr/>
        </p:nvSpPr>
        <p:spPr>
          <a:xfrm>
            <a:off x="3895725" y="2695575"/>
            <a:ext cx="1057275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0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Example in c–d</a:t>
            </a:r>
            <a:endParaRPr sz="1200" b="0">
              <a:solidFill>
                <a:srgbClr val="1616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85" name="example-leader"/>
          <p:cNvSpPr>
            <a:spLocks noGrp="1"/>
          </p:cNvSpPr>
          <p:nvPr/>
        </p:nvSpPr>
        <p:spPr>
          <a:xfrm>
            <a:off x="4819650" y="2733675"/>
            <a:ext cx="152400" cy="66675"/>
          </a:xfrm>
          <a:custGeom>
            <a:avLst/>
            <a:gdLst/>
            <a:ahLst/>
            <a:cxnLst/>
            <a:pathLst>
              <a:path w="152400" h="66675">
                <a:moveTo>
                  <a:pt x="0" y="66675"/>
                </a:moveTo>
                <a:lnTo>
                  <a:pt x="152400" y="0"/>
                </a:lnTo>
              </a:path>
            </a:pathLst>
          </a:custGeom>
          <a:noFill/>
          <a:ln w="6668">
            <a:solidFill>
              <a:srgbClr val="434343"/>
            </a:solidFill>
          </a:ln>
        </p:spPr>
      </p:sp>
      <p:sp>
        <p:nvSpPr>
          <p:cNvPr id="387" name="arm-legend-label"/>
          <p:cNvSpPr>
            <a:spLocks noGrp="1"/>
          </p:cNvSpPr>
          <p:nvPr/>
        </p:nvSpPr>
        <p:spPr>
          <a:xfrm>
            <a:off x="7773035" y="3910314"/>
            <a:ext cx="8667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Information:</a:t>
            </a:r>
            <a:endParaRPr sz="1200" b="0">
              <a:solidFill>
                <a:srgbClr val="1616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Figure 3 plot object 359"/>
          <p:cNvSpPr>
            <a:spLocks noGrp="1"/>
          </p:cNvSpPr>
          <p:nvPr/>
        </p:nvSpPr>
        <p:spPr>
          <a:xfrm>
            <a:off x="3889034" y="3966034"/>
            <a:ext cx="79060" cy="79060"/>
          </a:xfrm>
          <a:custGeom>
            <a:avLst/>
            <a:gdLst/>
            <a:ahLst/>
            <a:cxnLst/>
            <a:pathLst>
              <a:path w="79060" h="79060">
                <a:moveTo>
                  <a:pt x="39530" y="79060"/>
                </a:moveTo>
                <a:cubicBezTo>
                  <a:pt x="50013" y="79060"/>
                  <a:pt x="60069" y="74894"/>
                  <a:pt x="67482" y="67482"/>
                </a:cubicBezTo>
                <a:cubicBezTo>
                  <a:pt x="74894" y="60069"/>
                  <a:pt x="79060" y="50013"/>
                  <a:pt x="79060" y="39530"/>
                </a:cubicBezTo>
                <a:cubicBezTo>
                  <a:pt x="79060" y="29046"/>
                  <a:pt x="74894" y="18991"/>
                  <a:pt x="67482" y="11578"/>
                </a:cubicBezTo>
                <a:cubicBezTo>
                  <a:pt x="60069" y="4165"/>
                  <a:pt x="50013" y="0"/>
                  <a:pt x="39530" y="0"/>
                </a:cubicBezTo>
                <a:cubicBezTo>
                  <a:pt x="29046" y="0"/>
                  <a:pt x="18991" y="4165"/>
                  <a:pt x="11578" y="11578"/>
                </a:cubicBezTo>
                <a:cubicBezTo>
                  <a:pt x="4165" y="18991"/>
                  <a:pt x="0" y="29046"/>
                  <a:pt x="0" y="39530"/>
                </a:cubicBezTo>
                <a:cubicBezTo>
                  <a:pt x="0" y="50013"/>
                  <a:pt x="4165" y="60069"/>
                  <a:pt x="11578" y="67482"/>
                </a:cubicBezTo>
                <a:cubicBezTo>
                  <a:pt x="18991" y="74894"/>
                  <a:pt x="29046" y="79060"/>
                  <a:pt x="39530" y="79060"/>
                </a:cubicBezTo>
                <a:close/>
              </a:path>
            </a:pathLst>
          </a:custGeom>
          <a:solidFill>
            <a:srgbClr val="637482"/>
          </a:solidFill>
          <a:ln w="19765">
            <a:solidFill>
              <a:srgbClr val="637482"/>
            </a:solidFill>
            <a:prstDash val="solid"/>
          </a:ln>
        </p:spPr>
      </p:sp>
      <p:sp>
        <p:nvSpPr>
          <p:cNvPr id="29" name="Opaque"/>
          <p:cNvSpPr>
            <a:spLocks noGrp="1"/>
          </p:cNvSpPr>
          <p:nvPr/>
        </p:nvSpPr>
        <p:spPr>
          <a:xfrm>
            <a:off x="4116726" y="3914843"/>
            <a:ext cx="54155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Opaque</a:t>
            </a:r>
            <a:endParaRPr sz="12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1" name="Figure 3 plot object 361"/>
          <p:cNvSpPr>
            <a:spLocks noGrp="1"/>
          </p:cNvSpPr>
          <p:nvPr/>
        </p:nvSpPr>
        <p:spPr>
          <a:xfrm>
            <a:off x="4837677" y="3966034"/>
            <a:ext cx="79060" cy="79060"/>
          </a:xfrm>
          <a:custGeom>
            <a:avLst/>
            <a:gdLst/>
            <a:ahLst/>
            <a:cxnLst/>
            <a:pathLst>
              <a:path w="79060" h="79060">
                <a:moveTo>
                  <a:pt x="39530" y="79060"/>
                </a:moveTo>
                <a:cubicBezTo>
                  <a:pt x="50013" y="79060"/>
                  <a:pt x="60069" y="74894"/>
                  <a:pt x="67482" y="67482"/>
                </a:cubicBezTo>
                <a:cubicBezTo>
                  <a:pt x="74894" y="60069"/>
                  <a:pt x="79060" y="50013"/>
                  <a:pt x="79060" y="39530"/>
                </a:cubicBezTo>
                <a:cubicBezTo>
                  <a:pt x="79060" y="29046"/>
                  <a:pt x="74894" y="18991"/>
                  <a:pt x="67482" y="11578"/>
                </a:cubicBezTo>
                <a:cubicBezTo>
                  <a:pt x="60069" y="4165"/>
                  <a:pt x="50013" y="0"/>
                  <a:pt x="39530" y="0"/>
                </a:cubicBezTo>
                <a:cubicBezTo>
                  <a:pt x="29046" y="0"/>
                  <a:pt x="18991" y="4165"/>
                  <a:pt x="11578" y="11578"/>
                </a:cubicBezTo>
                <a:cubicBezTo>
                  <a:pt x="4165" y="18991"/>
                  <a:pt x="0" y="29046"/>
                  <a:pt x="0" y="39530"/>
                </a:cubicBezTo>
                <a:cubicBezTo>
                  <a:pt x="0" y="50013"/>
                  <a:pt x="4165" y="60069"/>
                  <a:pt x="11578" y="67482"/>
                </a:cubicBezTo>
                <a:cubicBezTo>
                  <a:pt x="18991" y="74894"/>
                  <a:pt x="29046" y="79060"/>
                  <a:pt x="39530" y="79060"/>
                </a:cubicBezTo>
                <a:close/>
              </a:path>
            </a:pathLst>
          </a:custGeom>
          <a:solidFill>
            <a:srgbClr val="277F8A"/>
          </a:solidFill>
          <a:ln w="19765">
            <a:solidFill>
              <a:srgbClr val="277F8A"/>
            </a:solidFill>
            <a:prstDash val="solid"/>
          </a:ln>
        </p:spPr>
      </p:sp>
      <p:sp>
        <p:nvSpPr>
          <p:cNvPr id="32" name="Aligned"/>
          <p:cNvSpPr>
            <a:spLocks noGrp="1"/>
          </p:cNvSpPr>
          <p:nvPr/>
        </p:nvSpPr>
        <p:spPr>
          <a:xfrm>
            <a:off x="5065368" y="3914843"/>
            <a:ext cx="516852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Aligned</a:t>
            </a:r>
            <a:endParaRPr sz="12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4" name="Figure 3 plot object 363"/>
          <p:cNvSpPr>
            <a:spLocks noGrp="1"/>
          </p:cNvSpPr>
          <p:nvPr/>
        </p:nvSpPr>
        <p:spPr>
          <a:xfrm>
            <a:off x="5756415" y="3966034"/>
            <a:ext cx="79060" cy="79060"/>
          </a:xfrm>
          <a:custGeom>
            <a:avLst/>
            <a:gdLst/>
            <a:ahLst/>
            <a:cxnLst/>
            <a:pathLst>
              <a:path w="79060" h="79060">
                <a:moveTo>
                  <a:pt x="39530" y="79060"/>
                </a:moveTo>
                <a:cubicBezTo>
                  <a:pt x="50013" y="79060"/>
                  <a:pt x="60069" y="74894"/>
                  <a:pt x="67482" y="67482"/>
                </a:cubicBezTo>
                <a:cubicBezTo>
                  <a:pt x="74894" y="60069"/>
                  <a:pt x="79060" y="50013"/>
                  <a:pt x="79060" y="39530"/>
                </a:cubicBezTo>
                <a:cubicBezTo>
                  <a:pt x="79060" y="29046"/>
                  <a:pt x="74894" y="18991"/>
                  <a:pt x="67482" y="11578"/>
                </a:cubicBezTo>
                <a:cubicBezTo>
                  <a:pt x="60069" y="4165"/>
                  <a:pt x="50013" y="0"/>
                  <a:pt x="39530" y="0"/>
                </a:cubicBezTo>
                <a:cubicBezTo>
                  <a:pt x="29046" y="0"/>
                  <a:pt x="18991" y="4165"/>
                  <a:pt x="11578" y="11578"/>
                </a:cubicBezTo>
                <a:cubicBezTo>
                  <a:pt x="4165" y="18991"/>
                  <a:pt x="0" y="29046"/>
                  <a:pt x="0" y="39530"/>
                </a:cubicBezTo>
                <a:cubicBezTo>
                  <a:pt x="0" y="50013"/>
                  <a:pt x="4165" y="60069"/>
                  <a:pt x="11578" y="67482"/>
                </a:cubicBezTo>
                <a:cubicBezTo>
                  <a:pt x="18991" y="74894"/>
                  <a:pt x="29046" y="79060"/>
                  <a:pt x="39530" y="79060"/>
                </a:cubicBezTo>
                <a:close/>
              </a:path>
            </a:pathLst>
          </a:custGeom>
          <a:solidFill>
            <a:srgbClr val="BC7850"/>
          </a:solidFill>
          <a:ln w="19765">
            <a:solidFill>
              <a:srgbClr val="BC7850"/>
            </a:solidFill>
            <a:prstDash val="solid"/>
          </a:ln>
        </p:spPr>
      </p:sp>
      <p:sp>
        <p:nvSpPr>
          <p:cNvPr id="35" name="MisIndexed"/>
          <p:cNvSpPr>
            <a:spLocks noGrp="1"/>
          </p:cNvSpPr>
          <p:nvPr/>
        </p:nvSpPr>
        <p:spPr>
          <a:xfrm>
            <a:off x="5984106" y="3914843"/>
            <a:ext cx="754031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MisIndexed</a:t>
            </a:r>
            <a:endParaRPr sz="12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7" name="arm-legend-label"/>
          <p:cNvSpPr>
            <a:spLocks noGrp="1"/>
          </p:cNvSpPr>
          <p:nvPr/>
        </p:nvSpPr>
        <p:spPr>
          <a:xfrm>
            <a:off x="3015615" y="3910314"/>
            <a:ext cx="8667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Information:</a:t>
            </a:r>
            <a:endParaRPr sz="1200" b="0">
              <a:solidFill>
                <a:srgbClr val="1616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5" name="矩形 234"/>
          <p:cNvSpPr>
            <a:spLocks noGrp="1"/>
          </p:cNvSpPr>
          <p:nvPr/>
        </p:nvSpPr>
        <p:spPr>
          <a:xfrm>
            <a:off x="568960" y="1099820"/>
            <a:ext cx="28956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00" b="1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</a:t>
            </a:r>
            <a:endParaRPr sz="2000" b="1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795655" y="1127125"/>
            <a:ext cx="366458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Electrochemistry Discovery</a:t>
            </a:r>
            <a:endParaRPr sz="1800" b="1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49325" y="1483042"/>
            <a:ext cx="3348355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6A737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6A737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Score MAE</a:t>
            </a:r>
            <a:endParaRPr sz="1600" b="0">
              <a:solidFill>
                <a:srgbClr val="6A737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582420" y="2197100"/>
            <a:ext cx="1583690" cy="635"/>
          </a:xfrm>
          <a:prstGeom prst="line">
            <a:avLst/>
          </a:prstGeom>
          <a:noFill/>
          <a:ln w="19050">
            <a:solidFill>
              <a:srgbClr val="D7DDE1"/>
            </a:solidFill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1501140" y="2115185"/>
            <a:ext cx="163195" cy="163195"/>
          </a:xfrm>
          <a:prstGeom prst="ellipse">
            <a:avLst/>
          </a:prstGeom>
          <a:solidFill>
            <a:srgbClr val="416B92"/>
          </a:solidFill>
          <a:ln w="9525">
            <a:solidFill>
              <a:srgbClr val="416B92"/>
            </a:solidFill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3084830" y="2115185"/>
            <a:ext cx="163195" cy="1631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75690" y="1779588"/>
            <a:ext cx="1013460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12 batches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659380" y="1779588"/>
            <a:ext cx="1013460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24 batches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30605" y="2341880"/>
            <a:ext cx="110426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416B9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416B92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0.1738</a:t>
            </a:r>
            <a:endParaRPr sz="1600" b="0">
              <a:solidFill>
                <a:srgbClr val="416B92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614295" y="2341880"/>
            <a:ext cx="110426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77F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77F8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0.1122</a:t>
            </a:r>
            <a:endParaRPr sz="1600" b="0">
              <a:solidFill>
                <a:srgbClr val="277F8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872230" y="2035175"/>
            <a:ext cx="63373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00" b="1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11/15</a:t>
            </a:r>
            <a:endParaRPr sz="1800" b="1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772535" y="2286000"/>
            <a:ext cx="832485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6A737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6A737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improved</a:t>
            </a:r>
            <a:endParaRPr sz="1600" b="0">
              <a:solidFill>
                <a:srgbClr val="6A737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2559685" y="2893695"/>
            <a:ext cx="635" cy="1230630"/>
          </a:xfrm>
          <a:prstGeom prst="line">
            <a:avLst/>
          </a:prstGeom>
          <a:noFill/>
          <a:ln w="11430">
            <a:solidFill>
              <a:srgbClr val="6A737B"/>
            </a:solidFill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1538605" y="3196590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1894205" y="3604260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2211070" y="3061335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2421255" y="3739515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2611120" y="346837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19" name="椭圆 18"/>
          <p:cNvSpPr>
            <a:spLocks noGrp="1"/>
          </p:cNvSpPr>
          <p:nvPr/>
        </p:nvSpPr>
        <p:spPr>
          <a:xfrm>
            <a:off x="2642870" y="333248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20" name="椭圆 19"/>
          <p:cNvSpPr>
            <a:spLocks noGrp="1"/>
          </p:cNvSpPr>
          <p:nvPr/>
        </p:nvSpPr>
        <p:spPr>
          <a:xfrm>
            <a:off x="2679065" y="387540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21" name="椭圆 20"/>
          <p:cNvSpPr>
            <a:spLocks noGrp="1"/>
          </p:cNvSpPr>
          <p:nvPr/>
        </p:nvSpPr>
        <p:spPr>
          <a:xfrm>
            <a:off x="2869565" y="360426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22" name="椭圆 21"/>
          <p:cNvSpPr>
            <a:spLocks noGrp="1"/>
          </p:cNvSpPr>
          <p:nvPr/>
        </p:nvSpPr>
        <p:spPr>
          <a:xfrm>
            <a:off x="3075305" y="319659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23" name="椭圆 22"/>
          <p:cNvSpPr>
            <a:spLocks noGrp="1"/>
          </p:cNvSpPr>
          <p:nvPr/>
        </p:nvSpPr>
        <p:spPr>
          <a:xfrm>
            <a:off x="3296285" y="373951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24" name="椭圆 23"/>
          <p:cNvSpPr>
            <a:spLocks noGrp="1"/>
          </p:cNvSpPr>
          <p:nvPr/>
        </p:nvSpPr>
        <p:spPr>
          <a:xfrm>
            <a:off x="3376295" y="306133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25" name="椭圆 24"/>
          <p:cNvSpPr>
            <a:spLocks noGrp="1"/>
          </p:cNvSpPr>
          <p:nvPr/>
        </p:nvSpPr>
        <p:spPr>
          <a:xfrm>
            <a:off x="3498850" y="346837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26" name="椭圆 25"/>
          <p:cNvSpPr>
            <a:spLocks noGrp="1"/>
          </p:cNvSpPr>
          <p:nvPr/>
        </p:nvSpPr>
        <p:spPr>
          <a:xfrm>
            <a:off x="3527425" y="387540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27" name="椭圆 26"/>
          <p:cNvSpPr>
            <a:spLocks noGrp="1"/>
          </p:cNvSpPr>
          <p:nvPr/>
        </p:nvSpPr>
        <p:spPr>
          <a:xfrm>
            <a:off x="3586480" y="333248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28" name="椭圆 27"/>
          <p:cNvSpPr>
            <a:spLocks noGrp="1"/>
          </p:cNvSpPr>
          <p:nvPr/>
        </p:nvSpPr>
        <p:spPr>
          <a:xfrm>
            <a:off x="3713480" y="346837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29" name="菱形 28"/>
          <p:cNvSpPr>
            <a:spLocks noGrp="1"/>
          </p:cNvSpPr>
          <p:nvPr/>
        </p:nvSpPr>
        <p:spPr>
          <a:xfrm>
            <a:off x="2865120" y="3463925"/>
            <a:ext cx="108585" cy="108585"/>
          </a:xfrm>
          <a:prstGeom prst="diamond">
            <a:avLst/>
          </a:prstGeom>
          <a:solidFill>
            <a:srgbClr val="24292D"/>
          </a:solidFill>
          <a:ln w="9525">
            <a:solidFill>
              <a:srgbClr val="24292D"/>
            </a:solidFill>
          </a:ln>
        </p:spPr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795655" y="4260215"/>
            <a:ext cx="3529330" cy="635"/>
          </a:xfrm>
          <a:prstGeom prst="line">
            <a:avLst/>
          </a:prstGeom>
          <a:noFill/>
          <a:ln w="12383">
            <a:solidFill>
              <a:srgbClr val="24292D"/>
            </a:solidFill>
          </a:ln>
        </p:spPr>
      </p:sp>
      <p:sp>
        <p:nvSpPr>
          <p:cNvPr id="31" name="直接连接符 30"/>
          <p:cNvSpPr>
            <a:spLocks noGrp="1"/>
          </p:cNvSpPr>
          <p:nvPr/>
        </p:nvSpPr>
        <p:spPr>
          <a:xfrm>
            <a:off x="840740" y="4260215"/>
            <a:ext cx="635" cy="72390"/>
          </a:xfrm>
          <a:prstGeom prst="line">
            <a:avLst/>
          </a:prstGeom>
          <a:noFill/>
          <a:ln w="9525">
            <a:solidFill>
              <a:srgbClr val="24292D"/>
            </a:solidFill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496570" y="4368800"/>
            <a:ext cx="68770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-0.3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3" name="直接连接符 32"/>
          <p:cNvSpPr>
            <a:spLocks noGrp="1"/>
          </p:cNvSpPr>
          <p:nvPr/>
        </p:nvSpPr>
        <p:spPr>
          <a:xfrm>
            <a:off x="2559685" y="4260215"/>
            <a:ext cx="635" cy="72390"/>
          </a:xfrm>
          <a:prstGeom prst="line">
            <a:avLst/>
          </a:prstGeom>
          <a:noFill/>
          <a:ln w="9525">
            <a:solidFill>
              <a:srgbClr val="24292D"/>
            </a:solidFill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2216150" y="4368800"/>
            <a:ext cx="68770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4279265" y="4260215"/>
            <a:ext cx="635" cy="72390"/>
          </a:xfrm>
          <a:prstGeom prst="line">
            <a:avLst/>
          </a:prstGeom>
          <a:noFill/>
          <a:ln w="9525">
            <a:solidFill>
              <a:srgbClr val="24292D"/>
            </a:solidFill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3935095" y="4368800"/>
            <a:ext cx="68770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+0.3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77545" y="4640580"/>
            <a:ext cx="3764280" cy="3441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Prediction error reduction</a:t>
            </a:r>
            <a:endParaRPr sz="18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4867275" y="1099820"/>
            <a:ext cx="28956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00" b="1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</a:t>
            </a:r>
            <a:endParaRPr sz="2000" b="1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093335" y="1127125"/>
            <a:ext cx="366458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Electrochemistry Optimization</a:t>
            </a:r>
            <a:endParaRPr sz="1800" b="1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5247640" y="1483042"/>
            <a:ext cx="3348355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6A737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6A737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Score MAE</a:t>
            </a:r>
            <a:endParaRPr sz="1600" b="0">
              <a:solidFill>
                <a:srgbClr val="6A737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41" name="直接连接符 40"/>
          <p:cNvSpPr>
            <a:spLocks noGrp="1"/>
          </p:cNvSpPr>
          <p:nvPr/>
        </p:nvSpPr>
        <p:spPr>
          <a:xfrm>
            <a:off x="5880735" y="2197100"/>
            <a:ext cx="1583690" cy="635"/>
          </a:xfrm>
          <a:prstGeom prst="line">
            <a:avLst/>
          </a:prstGeom>
          <a:noFill/>
          <a:ln w="19050">
            <a:solidFill>
              <a:srgbClr val="D7DDE1"/>
            </a:solidFill>
          </a:ln>
        </p:spPr>
      </p:sp>
      <p:sp>
        <p:nvSpPr>
          <p:cNvPr id="42" name="椭圆 41"/>
          <p:cNvSpPr>
            <a:spLocks noGrp="1"/>
          </p:cNvSpPr>
          <p:nvPr/>
        </p:nvSpPr>
        <p:spPr>
          <a:xfrm>
            <a:off x="5799455" y="2115185"/>
            <a:ext cx="163195" cy="163195"/>
          </a:xfrm>
          <a:prstGeom prst="ellipse">
            <a:avLst/>
          </a:prstGeom>
          <a:solidFill>
            <a:srgbClr val="416B92"/>
          </a:solidFill>
          <a:ln w="9525">
            <a:solidFill>
              <a:srgbClr val="416B92"/>
            </a:solidFill>
          </a:ln>
        </p:spPr>
      </p:sp>
      <p:sp>
        <p:nvSpPr>
          <p:cNvPr id="43" name="椭圆 42"/>
          <p:cNvSpPr>
            <a:spLocks noGrp="1"/>
          </p:cNvSpPr>
          <p:nvPr/>
        </p:nvSpPr>
        <p:spPr>
          <a:xfrm>
            <a:off x="7383145" y="2115185"/>
            <a:ext cx="163195" cy="1631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5374005" y="1779588"/>
            <a:ext cx="1013460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12 batches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6957695" y="1779588"/>
            <a:ext cx="1013460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24 batches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5328920" y="2341880"/>
            <a:ext cx="110426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416B9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416B92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0.1781</a:t>
            </a:r>
            <a:endParaRPr sz="1600" b="0">
              <a:solidFill>
                <a:srgbClr val="416B92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6912610" y="2341880"/>
            <a:ext cx="110426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77F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77F8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0.1082</a:t>
            </a:r>
            <a:endParaRPr sz="1600" b="0">
              <a:solidFill>
                <a:srgbClr val="277F8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8169910" y="2035175"/>
            <a:ext cx="63373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00" b="1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12/15</a:t>
            </a:r>
            <a:endParaRPr sz="1800" b="1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8070850" y="2286000"/>
            <a:ext cx="832485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6A737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6A737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improved</a:t>
            </a:r>
            <a:endParaRPr sz="1600" b="0">
              <a:solidFill>
                <a:srgbClr val="6A737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0" name="直接连接符 49"/>
          <p:cNvSpPr>
            <a:spLocks noGrp="1"/>
          </p:cNvSpPr>
          <p:nvPr/>
        </p:nvSpPr>
        <p:spPr>
          <a:xfrm>
            <a:off x="6858000" y="2893695"/>
            <a:ext cx="635" cy="1230630"/>
          </a:xfrm>
          <a:prstGeom prst="line">
            <a:avLst/>
          </a:prstGeom>
          <a:noFill/>
          <a:ln w="11430">
            <a:solidFill>
              <a:srgbClr val="6A737B"/>
            </a:solidFill>
          </a:ln>
        </p:spPr>
      </p:sp>
      <p:sp>
        <p:nvSpPr>
          <p:cNvPr id="51" name="椭圆 50"/>
          <p:cNvSpPr>
            <a:spLocks noGrp="1"/>
          </p:cNvSpPr>
          <p:nvPr/>
        </p:nvSpPr>
        <p:spPr>
          <a:xfrm>
            <a:off x="6109335" y="3196590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52" name="椭圆 51"/>
          <p:cNvSpPr>
            <a:spLocks noGrp="1"/>
          </p:cNvSpPr>
          <p:nvPr/>
        </p:nvSpPr>
        <p:spPr>
          <a:xfrm>
            <a:off x="6660515" y="3604260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53" name="椭圆 52"/>
          <p:cNvSpPr>
            <a:spLocks noGrp="1"/>
          </p:cNvSpPr>
          <p:nvPr/>
        </p:nvSpPr>
        <p:spPr>
          <a:xfrm>
            <a:off x="6776085" y="3061335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54" name="椭圆 53"/>
          <p:cNvSpPr>
            <a:spLocks noGrp="1"/>
          </p:cNvSpPr>
          <p:nvPr/>
        </p:nvSpPr>
        <p:spPr>
          <a:xfrm>
            <a:off x="6983095" y="373951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55" name="椭圆 54"/>
          <p:cNvSpPr>
            <a:spLocks noGrp="1"/>
          </p:cNvSpPr>
          <p:nvPr/>
        </p:nvSpPr>
        <p:spPr>
          <a:xfrm>
            <a:off x="7018020" y="346837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56" name="椭圆 55"/>
          <p:cNvSpPr>
            <a:spLocks noGrp="1"/>
          </p:cNvSpPr>
          <p:nvPr/>
        </p:nvSpPr>
        <p:spPr>
          <a:xfrm>
            <a:off x="7058025" y="333248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57" name="椭圆 56"/>
          <p:cNvSpPr>
            <a:spLocks noGrp="1"/>
          </p:cNvSpPr>
          <p:nvPr/>
        </p:nvSpPr>
        <p:spPr>
          <a:xfrm>
            <a:off x="7167880" y="387540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58" name="椭圆 57"/>
          <p:cNvSpPr>
            <a:spLocks noGrp="1"/>
          </p:cNvSpPr>
          <p:nvPr/>
        </p:nvSpPr>
        <p:spPr>
          <a:xfrm>
            <a:off x="7272020" y="360426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59" name="椭圆 58"/>
          <p:cNvSpPr>
            <a:spLocks noGrp="1"/>
          </p:cNvSpPr>
          <p:nvPr/>
        </p:nvSpPr>
        <p:spPr>
          <a:xfrm>
            <a:off x="7291070" y="319659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60" name="椭圆 59"/>
          <p:cNvSpPr>
            <a:spLocks noGrp="1"/>
          </p:cNvSpPr>
          <p:nvPr/>
        </p:nvSpPr>
        <p:spPr>
          <a:xfrm>
            <a:off x="7416165" y="373951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61" name="椭圆 60"/>
          <p:cNvSpPr>
            <a:spLocks noGrp="1"/>
          </p:cNvSpPr>
          <p:nvPr/>
        </p:nvSpPr>
        <p:spPr>
          <a:xfrm>
            <a:off x="7447915" y="306133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62" name="椭圆 61"/>
          <p:cNvSpPr>
            <a:spLocks noGrp="1"/>
          </p:cNvSpPr>
          <p:nvPr/>
        </p:nvSpPr>
        <p:spPr>
          <a:xfrm>
            <a:off x="7480935" y="346837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63" name="椭圆 62"/>
          <p:cNvSpPr>
            <a:spLocks noGrp="1"/>
          </p:cNvSpPr>
          <p:nvPr/>
        </p:nvSpPr>
        <p:spPr>
          <a:xfrm>
            <a:off x="7734300" y="387540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64" name="椭圆 63"/>
          <p:cNvSpPr>
            <a:spLocks noGrp="1"/>
          </p:cNvSpPr>
          <p:nvPr/>
        </p:nvSpPr>
        <p:spPr>
          <a:xfrm>
            <a:off x="7835265" y="333248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65" name="椭圆 64"/>
          <p:cNvSpPr>
            <a:spLocks noGrp="1"/>
          </p:cNvSpPr>
          <p:nvPr/>
        </p:nvSpPr>
        <p:spPr>
          <a:xfrm>
            <a:off x="7884160" y="346837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66" name="菱形 65"/>
          <p:cNvSpPr>
            <a:spLocks noGrp="1"/>
          </p:cNvSpPr>
          <p:nvPr/>
        </p:nvSpPr>
        <p:spPr>
          <a:xfrm>
            <a:off x="7267575" y="3463925"/>
            <a:ext cx="108585" cy="108585"/>
          </a:xfrm>
          <a:prstGeom prst="diamond">
            <a:avLst/>
          </a:prstGeom>
          <a:solidFill>
            <a:srgbClr val="24292D"/>
          </a:solidFill>
          <a:ln w="9525">
            <a:solidFill>
              <a:srgbClr val="24292D"/>
            </a:solidFill>
          </a:ln>
        </p:spPr>
      </p:sp>
      <p:sp>
        <p:nvSpPr>
          <p:cNvPr id="67" name="直接连接符 66"/>
          <p:cNvSpPr>
            <a:spLocks noGrp="1"/>
          </p:cNvSpPr>
          <p:nvPr/>
        </p:nvSpPr>
        <p:spPr>
          <a:xfrm>
            <a:off x="5093335" y="4260215"/>
            <a:ext cx="3529330" cy="635"/>
          </a:xfrm>
          <a:prstGeom prst="line">
            <a:avLst/>
          </a:prstGeom>
          <a:noFill/>
          <a:ln w="12383">
            <a:solidFill>
              <a:srgbClr val="24292D"/>
            </a:solidFill>
          </a:ln>
        </p:spPr>
      </p:sp>
      <p:sp>
        <p:nvSpPr>
          <p:cNvPr id="68" name="直接连接符 67"/>
          <p:cNvSpPr>
            <a:spLocks noGrp="1"/>
          </p:cNvSpPr>
          <p:nvPr/>
        </p:nvSpPr>
        <p:spPr>
          <a:xfrm>
            <a:off x="5139055" y="4260215"/>
            <a:ext cx="635" cy="72390"/>
          </a:xfrm>
          <a:prstGeom prst="line">
            <a:avLst/>
          </a:prstGeom>
          <a:noFill/>
          <a:ln w="9525">
            <a:solidFill>
              <a:srgbClr val="24292D"/>
            </a:solidFill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4794885" y="4368800"/>
            <a:ext cx="68770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-0.3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0" name="直接连接符 69"/>
          <p:cNvSpPr>
            <a:spLocks noGrp="1"/>
          </p:cNvSpPr>
          <p:nvPr/>
        </p:nvSpPr>
        <p:spPr>
          <a:xfrm>
            <a:off x="6858000" y="4260215"/>
            <a:ext cx="635" cy="72390"/>
          </a:xfrm>
          <a:prstGeom prst="line">
            <a:avLst/>
          </a:prstGeom>
          <a:noFill/>
          <a:ln w="9525">
            <a:solidFill>
              <a:srgbClr val="24292D"/>
            </a:solidFill>
          </a:ln>
        </p:spPr>
      </p:sp>
      <p:sp>
        <p:nvSpPr>
          <p:cNvPr id="71" name="矩形 70"/>
          <p:cNvSpPr>
            <a:spLocks noGrp="1"/>
          </p:cNvSpPr>
          <p:nvPr/>
        </p:nvSpPr>
        <p:spPr>
          <a:xfrm>
            <a:off x="6514465" y="4368800"/>
            <a:ext cx="68770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2" name="直接连接符 71"/>
          <p:cNvSpPr>
            <a:spLocks noGrp="1"/>
          </p:cNvSpPr>
          <p:nvPr/>
        </p:nvSpPr>
        <p:spPr>
          <a:xfrm>
            <a:off x="8577580" y="4260215"/>
            <a:ext cx="635" cy="72390"/>
          </a:xfrm>
          <a:prstGeom prst="line">
            <a:avLst/>
          </a:prstGeom>
          <a:noFill/>
          <a:ln w="9525">
            <a:solidFill>
              <a:srgbClr val="24292D"/>
            </a:solidFill>
          </a:ln>
        </p:spPr>
      </p:sp>
      <p:sp>
        <p:nvSpPr>
          <p:cNvPr id="73" name="矩形 72"/>
          <p:cNvSpPr>
            <a:spLocks noGrp="1"/>
          </p:cNvSpPr>
          <p:nvPr/>
        </p:nvSpPr>
        <p:spPr>
          <a:xfrm>
            <a:off x="8233410" y="4368800"/>
            <a:ext cx="68770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+0.3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4975860" y="4640580"/>
            <a:ext cx="3764280" cy="3441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Prediction error reduction</a:t>
            </a:r>
            <a:endParaRPr sz="18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9165590" y="1099820"/>
            <a:ext cx="28956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00" b="1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</a:t>
            </a:r>
            <a:endParaRPr sz="2000" b="1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9391650" y="1127125"/>
            <a:ext cx="366458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Partitioning</a:t>
            </a:r>
            <a:endParaRPr sz="1800" b="1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9545320" y="1483042"/>
            <a:ext cx="3348355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6A737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6A737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Organic-fraction MAE</a:t>
            </a:r>
            <a:endParaRPr sz="1600" b="0">
              <a:solidFill>
                <a:srgbClr val="6A737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8" name="直接连接符 77"/>
          <p:cNvSpPr>
            <a:spLocks noGrp="1"/>
          </p:cNvSpPr>
          <p:nvPr/>
        </p:nvSpPr>
        <p:spPr>
          <a:xfrm>
            <a:off x="10179050" y="2197100"/>
            <a:ext cx="1583690" cy="635"/>
          </a:xfrm>
          <a:prstGeom prst="line">
            <a:avLst/>
          </a:prstGeom>
          <a:noFill/>
          <a:ln w="19050">
            <a:solidFill>
              <a:srgbClr val="D7DDE1"/>
            </a:solidFill>
          </a:ln>
        </p:spPr>
      </p:sp>
      <p:sp>
        <p:nvSpPr>
          <p:cNvPr id="79" name="椭圆 78"/>
          <p:cNvSpPr>
            <a:spLocks noGrp="1"/>
          </p:cNvSpPr>
          <p:nvPr/>
        </p:nvSpPr>
        <p:spPr>
          <a:xfrm>
            <a:off x="10097770" y="2115185"/>
            <a:ext cx="163195" cy="163195"/>
          </a:xfrm>
          <a:prstGeom prst="ellipse">
            <a:avLst/>
          </a:prstGeom>
          <a:solidFill>
            <a:srgbClr val="416B92"/>
          </a:solidFill>
          <a:ln w="9525">
            <a:solidFill>
              <a:srgbClr val="416B92"/>
            </a:solidFill>
          </a:ln>
        </p:spPr>
      </p:sp>
      <p:sp>
        <p:nvSpPr>
          <p:cNvPr id="80" name="椭圆 79"/>
          <p:cNvSpPr>
            <a:spLocks noGrp="1"/>
          </p:cNvSpPr>
          <p:nvPr/>
        </p:nvSpPr>
        <p:spPr>
          <a:xfrm>
            <a:off x="11680825" y="2115185"/>
            <a:ext cx="163195" cy="1631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81" name="矩形 80"/>
          <p:cNvSpPr>
            <a:spLocks noGrp="1"/>
          </p:cNvSpPr>
          <p:nvPr/>
        </p:nvSpPr>
        <p:spPr>
          <a:xfrm>
            <a:off x="9672320" y="1779588"/>
            <a:ext cx="1013460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12 batches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11256010" y="1779588"/>
            <a:ext cx="1013460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24 batches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9627235" y="2341880"/>
            <a:ext cx="110426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416B9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416B92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0.0829</a:t>
            </a:r>
            <a:endParaRPr sz="1600" b="0">
              <a:solidFill>
                <a:srgbClr val="416B92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11210290" y="2341880"/>
            <a:ext cx="110426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77F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77F8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0.0238</a:t>
            </a:r>
            <a:endParaRPr sz="1600" b="0">
              <a:solidFill>
                <a:srgbClr val="277F8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12468225" y="2035175"/>
            <a:ext cx="63373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00" b="1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13/15</a:t>
            </a:r>
            <a:endParaRPr sz="1800" b="1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12368530" y="2286000"/>
            <a:ext cx="823595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6A737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6A737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improved</a:t>
            </a:r>
            <a:endParaRPr sz="1600" b="0">
              <a:solidFill>
                <a:srgbClr val="6A737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7" name="直接连接符 86"/>
          <p:cNvSpPr>
            <a:spLocks noGrp="1"/>
          </p:cNvSpPr>
          <p:nvPr/>
        </p:nvSpPr>
        <p:spPr>
          <a:xfrm>
            <a:off x="11156315" y="2893695"/>
            <a:ext cx="635" cy="1230630"/>
          </a:xfrm>
          <a:prstGeom prst="line">
            <a:avLst/>
          </a:prstGeom>
          <a:noFill/>
          <a:ln w="11430">
            <a:solidFill>
              <a:srgbClr val="6A737B"/>
            </a:solidFill>
          </a:ln>
        </p:spPr>
      </p:sp>
      <p:sp>
        <p:nvSpPr>
          <p:cNvPr id="88" name="椭圆 87"/>
          <p:cNvSpPr>
            <a:spLocks noGrp="1"/>
          </p:cNvSpPr>
          <p:nvPr/>
        </p:nvSpPr>
        <p:spPr>
          <a:xfrm>
            <a:off x="10812145" y="3196590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89" name="椭圆 88"/>
          <p:cNvSpPr>
            <a:spLocks noGrp="1"/>
          </p:cNvSpPr>
          <p:nvPr/>
        </p:nvSpPr>
        <p:spPr>
          <a:xfrm>
            <a:off x="11092815" y="3604260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90" name="椭圆 89"/>
          <p:cNvSpPr>
            <a:spLocks noGrp="1"/>
          </p:cNvSpPr>
          <p:nvPr/>
        </p:nvSpPr>
        <p:spPr>
          <a:xfrm>
            <a:off x="11123930" y="306133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91" name="椭圆 90"/>
          <p:cNvSpPr>
            <a:spLocks noGrp="1"/>
          </p:cNvSpPr>
          <p:nvPr/>
        </p:nvSpPr>
        <p:spPr>
          <a:xfrm>
            <a:off x="11163935" y="373951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92" name="椭圆 91"/>
          <p:cNvSpPr>
            <a:spLocks noGrp="1"/>
          </p:cNvSpPr>
          <p:nvPr/>
        </p:nvSpPr>
        <p:spPr>
          <a:xfrm>
            <a:off x="11370945" y="346837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93" name="椭圆 92"/>
          <p:cNvSpPr>
            <a:spLocks noGrp="1"/>
          </p:cNvSpPr>
          <p:nvPr/>
        </p:nvSpPr>
        <p:spPr>
          <a:xfrm>
            <a:off x="11374755" y="333248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94" name="椭圆 93"/>
          <p:cNvSpPr>
            <a:spLocks noGrp="1"/>
          </p:cNvSpPr>
          <p:nvPr/>
        </p:nvSpPr>
        <p:spPr>
          <a:xfrm>
            <a:off x="11410950" y="387540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95" name="椭圆 94"/>
          <p:cNvSpPr>
            <a:spLocks noGrp="1"/>
          </p:cNvSpPr>
          <p:nvPr/>
        </p:nvSpPr>
        <p:spPr>
          <a:xfrm>
            <a:off x="11436985" y="360426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96" name="椭圆 95"/>
          <p:cNvSpPr>
            <a:spLocks noGrp="1"/>
          </p:cNvSpPr>
          <p:nvPr/>
        </p:nvSpPr>
        <p:spPr>
          <a:xfrm>
            <a:off x="11623675" y="319659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97" name="椭圆 96"/>
          <p:cNvSpPr>
            <a:spLocks noGrp="1"/>
          </p:cNvSpPr>
          <p:nvPr/>
        </p:nvSpPr>
        <p:spPr>
          <a:xfrm>
            <a:off x="11722100" y="373951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98" name="椭圆 97"/>
          <p:cNvSpPr>
            <a:spLocks noGrp="1"/>
          </p:cNvSpPr>
          <p:nvPr/>
        </p:nvSpPr>
        <p:spPr>
          <a:xfrm>
            <a:off x="11778615" y="306133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99" name="椭圆 98"/>
          <p:cNvSpPr>
            <a:spLocks noGrp="1"/>
          </p:cNvSpPr>
          <p:nvPr/>
        </p:nvSpPr>
        <p:spPr>
          <a:xfrm>
            <a:off x="11975465" y="346837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100" name="椭圆 99"/>
          <p:cNvSpPr>
            <a:spLocks noGrp="1"/>
          </p:cNvSpPr>
          <p:nvPr/>
        </p:nvSpPr>
        <p:spPr>
          <a:xfrm>
            <a:off x="12060555" y="387540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101" name="椭圆 100"/>
          <p:cNvSpPr>
            <a:spLocks noGrp="1"/>
          </p:cNvSpPr>
          <p:nvPr/>
        </p:nvSpPr>
        <p:spPr>
          <a:xfrm>
            <a:off x="12603480" y="333248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102" name="椭圆 101"/>
          <p:cNvSpPr>
            <a:spLocks noGrp="1"/>
          </p:cNvSpPr>
          <p:nvPr/>
        </p:nvSpPr>
        <p:spPr>
          <a:xfrm>
            <a:off x="12668885" y="346837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103" name="菱形 102"/>
          <p:cNvSpPr>
            <a:spLocks noGrp="1"/>
          </p:cNvSpPr>
          <p:nvPr/>
        </p:nvSpPr>
        <p:spPr>
          <a:xfrm>
            <a:off x="11432540" y="3463925"/>
            <a:ext cx="108585" cy="108585"/>
          </a:xfrm>
          <a:prstGeom prst="diamond">
            <a:avLst/>
          </a:prstGeom>
          <a:solidFill>
            <a:srgbClr val="24292D"/>
          </a:solidFill>
          <a:ln w="9525">
            <a:solidFill>
              <a:srgbClr val="24292D"/>
            </a:solidFill>
          </a:ln>
        </p:spPr>
      </p:sp>
      <p:sp>
        <p:nvSpPr>
          <p:cNvPr id="104" name="直接连接符 103"/>
          <p:cNvSpPr>
            <a:spLocks noGrp="1"/>
          </p:cNvSpPr>
          <p:nvPr/>
        </p:nvSpPr>
        <p:spPr>
          <a:xfrm>
            <a:off x="9391650" y="4260215"/>
            <a:ext cx="3529330" cy="635"/>
          </a:xfrm>
          <a:prstGeom prst="line">
            <a:avLst/>
          </a:prstGeom>
          <a:noFill/>
          <a:ln w="12383">
            <a:solidFill>
              <a:srgbClr val="24292D"/>
            </a:solidFill>
          </a:ln>
        </p:spPr>
      </p:sp>
      <p:sp>
        <p:nvSpPr>
          <p:cNvPr id="105" name="直接连接符 104"/>
          <p:cNvSpPr>
            <a:spLocks noGrp="1"/>
          </p:cNvSpPr>
          <p:nvPr/>
        </p:nvSpPr>
        <p:spPr>
          <a:xfrm>
            <a:off x="9436735" y="4260215"/>
            <a:ext cx="635" cy="72390"/>
          </a:xfrm>
          <a:prstGeom prst="line">
            <a:avLst/>
          </a:prstGeom>
          <a:noFill/>
          <a:ln w="9525">
            <a:solidFill>
              <a:srgbClr val="24292D"/>
            </a:solidFill>
          </a:ln>
        </p:spPr>
      </p:sp>
      <p:sp>
        <p:nvSpPr>
          <p:cNvPr id="106" name="矩形 105"/>
          <p:cNvSpPr>
            <a:spLocks noGrp="1"/>
          </p:cNvSpPr>
          <p:nvPr/>
        </p:nvSpPr>
        <p:spPr>
          <a:xfrm>
            <a:off x="9093200" y="4368800"/>
            <a:ext cx="68770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-0.2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7" name="直接连接符 106"/>
          <p:cNvSpPr>
            <a:spLocks noGrp="1"/>
          </p:cNvSpPr>
          <p:nvPr/>
        </p:nvSpPr>
        <p:spPr>
          <a:xfrm>
            <a:off x="11156315" y="4260215"/>
            <a:ext cx="635" cy="72390"/>
          </a:xfrm>
          <a:prstGeom prst="line">
            <a:avLst/>
          </a:prstGeom>
          <a:noFill/>
          <a:ln w="9525">
            <a:solidFill>
              <a:srgbClr val="24292D"/>
            </a:solidFill>
          </a:ln>
        </p:spPr>
      </p:sp>
      <p:sp>
        <p:nvSpPr>
          <p:cNvPr id="108" name="矩形 107"/>
          <p:cNvSpPr>
            <a:spLocks noGrp="1"/>
          </p:cNvSpPr>
          <p:nvPr/>
        </p:nvSpPr>
        <p:spPr>
          <a:xfrm>
            <a:off x="10812145" y="4368800"/>
            <a:ext cx="68770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9" name="直接连接符 108"/>
          <p:cNvSpPr>
            <a:spLocks noGrp="1"/>
          </p:cNvSpPr>
          <p:nvPr/>
        </p:nvSpPr>
        <p:spPr>
          <a:xfrm>
            <a:off x="12875260" y="4260215"/>
            <a:ext cx="635" cy="72390"/>
          </a:xfrm>
          <a:prstGeom prst="line">
            <a:avLst/>
          </a:prstGeom>
          <a:noFill/>
          <a:ln w="9525">
            <a:solidFill>
              <a:srgbClr val="24292D"/>
            </a:solidFill>
          </a:ln>
        </p:spPr>
      </p:sp>
      <p:sp>
        <p:nvSpPr>
          <p:cNvPr id="110" name="矩形 109"/>
          <p:cNvSpPr>
            <a:spLocks noGrp="1"/>
          </p:cNvSpPr>
          <p:nvPr/>
        </p:nvSpPr>
        <p:spPr>
          <a:xfrm>
            <a:off x="12531725" y="4368800"/>
            <a:ext cx="660400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+0.2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1" name="矩形 110"/>
          <p:cNvSpPr>
            <a:spLocks noGrp="1"/>
          </p:cNvSpPr>
          <p:nvPr/>
        </p:nvSpPr>
        <p:spPr>
          <a:xfrm>
            <a:off x="9274175" y="4640580"/>
            <a:ext cx="3764280" cy="3441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Prediction error reduction</a:t>
            </a:r>
            <a:endParaRPr sz="18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2" name="矩形 111"/>
          <p:cNvSpPr>
            <a:spLocks noGrp="1"/>
          </p:cNvSpPr>
          <p:nvPr/>
        </p:nvSpPr>
        <p:spPr>
          <a:xfrm>
            <a:off x="568960" y="5247005"/>
            <a:ext cx="28956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00" b="1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d</a:t>
            </a:r>
            <a:endParaRPr sz="2000" b="1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3" name="矩形 112"/>
          <p:cNvSpPr>
            <a:spLocks noGrp="1"/>
          </p:cNvSpPr>
          <p:nvPr/>
        </p:nvSpPr>
        <p:spPr>
          <a:xfrm>
            <a:off x="795655" y="5274310"/>
            <a:ext cx="366458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Crystallization Recovery</a:t>
            </a:r>
            <a:endParaRPr sz="1800" b="1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4" name="矩形 113"/>
          <p:cNvSpPr>
            <a:spLocks noGrp="1"/>
          </p:cNvSpPr>
          <p:nvPr/>
        </p:nvSpPr>
        <p:spPr>
          <a:xfrm>
            <a:off x="949325" y="5630228"/>
            <a:ext cx="3348355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6A737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6A737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Recovery MAE</a:t>
            </a:r>
            <a:endParaRPr sz="1600" b="0">
              <a:solidFill>
                <a:srgbClr val="6A737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5" name="直接连接符 114"/>
          <p:cNvSpPr>
            <a:spLocks noGrp="1"/>
          </p:cNvSpPr>
          <p:nvPr/>
        </p:nvSpPr>
        <p:spPr>
          <a:xfrm>
            <a:off x="1582420" y="6343650"/>
            <a:ext cx="1583690" cy="635"/>
          </a:xfrm>
          <a:prstGeom prst="line">
            <a:avLst/>
          </a:prstGeom>
          <a:noFill/>
          <a:ln w="19050">
            <a:solidFill>
              <a:srgbClr val="D7DDE1"/>
            </a:solidFill>
          </a:ln>
        </p:spPr>
      </p:sp>
      <p:sp>
        <p:nvSpPr>
          <p:cNvPr id="116" name="椭圆 115"/>
          <p:cNvSpPr>
            <a:spLocks noGrp="1"/>
          </p:cNvSpPr>
          <p:nvPr/>
        </p:nvSpPr>
        <p:spPr>
          <a:xfrm>
            <a:off x="1501140" y="6262370"/>
            <a:ext cx="163195" cy="163195"/>
          </a:xfrm>
          <a:prstGeom prst="ellipse">
            <a:avLst/>
          </a:prstGeom>
          <a:solidFill>
            <a:srgbClr val="416B92"/>
          </a:solidFill>
          <a:ln w="9525">
            <a:solidFill>
              <a:srgbClr val="416B92"/>
            </a:solidFill>
          </a:ln>
        </p:spPr>
      </p:sp>
      <p:sp>
        <p:nvSpPr>
          <p:cNvPr id="117" name="椭圆 116"/>
          <p:cNvSpPr>
            <a:spLocks noGrp="1"/>
          </p:cNvSpPr>
          <p:nvPr/>
        </p:nvSpPr>
        <p:spPr>
          <a:xfrm>
            <a:off x="3084830" y="6262370"/>
            <a:ext cx="163195" cy="1631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118" name="矩形 117"/>
          <p:cNvSpPr>
            <a:spLocks noGrp="1"/>
          </p:cNvSpPr>
          <p:nvPr/>
        </p:nvSpPr>
        <p:spPr>
          <a:xfrm>
            <a:off x="1075690" y="5926772"/>
            <a:ext cx="1013460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12 batches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9" name="矩形 118"/>
          <p:cNvSpPr>
            <a:spLocks noGrp="1"/>
          </p:cNvSpPr>
          <p:nvPr/>
        </p:nvSpPr>
        <p:spPr>
          <a:xfrm>
            <a:off x="2659380" y="5926772"/>
            <a:ext cx="1013460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24 batches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20" name="矩形 119"/>
          <p:cNvSpPr>
            <a:spLocks noGrp="1"/>
          </p:cNvSpPr>
          <p:nvPr/>
        </p:nvSpPr>
        <p:spPr>
          <a:xfrm>
            <a:off x="1030605" y="6488430"/>
            <a:ext cx="110426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416B9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416B92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0.1043</a:t>
            </a:r>
            <a:endParaRPr sz="1600" b="0">
              <a:solidFill>
                <a:srgbClr val="416B92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21" name="矩形 120"/>
          <p:cNvSpPr>
            <a:spLocks noGrp="1"/>
          </p:cNvSpPr>
          <p:nvPr/>
        </p:nvSpPr>
        <p:spPr>
          <a:xfrm>
            <a:off x="2614295" y="6488430"/>
            <a:ext cx="110426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77F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77F8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0.0794</a:t>
            </a:r>
            <a:endParaRPr sz="1600" b="0">
              <a:solidFill>
                <a:srgbClr val="277F8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22" name="矩形 121"/>
          <p:cNvSpPr>
            <a:spLocks noGrp="1"/>
          </p:cNvSpPr>
          <p:nvPr/>
        </p:nvSpPr>
        <p:spPr>
          <a:xfrm>
            <a:off x="3872230" y="6182360"/>
            <a:ext cx="63373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00" b="1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8/15</a:t>
            </a:r>
            <a:endParaRPr sz="1800" b="1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23" name="矩形 122"/>
          <p:cNvSpPr>
            <a:spLocks noGrp="1"/>
          </p:cNvSpPr>
          <p:nvPr/>
        </p:nvSpPr>
        <p:spPr>
          <a:xfrm>
            <a:off x="3772535" y="6432550"/>
            <a:ext cx="832485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6A737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6A737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improved</a:t>
            </a:r>
            <a:endParaRPr sz="1600" b="0">
              <a:solidFill>
                <a:srgbClr val="6A737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24" name="直接连接符 123"/>
          <p:cNvSpPr>
            <a:spLocks noGrp="1"/>
          </p:cNvSpPr>
          <p:nvPr/>
        </p:nvSpPr>
        <p:spPr>
          <a:xfrm>
            <a:off x="2559685" y="7040880"/>
            <a:ext cx="635" cy="1230630"/>
          </a:xfrm>
          <a:prstGeom prst="line">
            <a:avLst/>
          </a:prstGeom>
          <a:noFill/>
          <a:ln w="11430">
            <a:solidFill>
              <a:srgbClr val="6A737B"/>
            </a:solidFill>
          </a:ln>
        </p:spPr>
      </p:sp>
      <p:sp>
        <p:nvSpPr>
          <p:cNvPr id="125" name="椭圆 124"/>
          <p:cNvSpPr>
            <a:spLocks noGrp="1"/>
          </p:cNvSpPr>
          <p:nvPr/>
        </p:nvSpPr>
        <p:spPr>
          <a:xfrm>
            <a:off x="2068195" y="7343775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126" name="椭圆 125"/>
          <p:cNvSpPr>
            <a:spLocks noGrp="1"/>
          </p:cNvSpPr>
          <p:nvPr/>
        </p:nvSpPr>
        <p:spPr>
          <a:xfrm>
            <a:off x="2173605" y="7750810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127" name="椭圆 126"/>
          <p:cNvSpPr>
            <a:spLocks noGrp="1"/>
          </p:cNvSpPr>
          <p:nvPr/>
        </p:nvSpPr>
        <p:spPr>
          <a:xfrm>
            <a:off x="2264410" y="7207885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128" name="椭圆 127"/>
          <p:cNvSpPr>
            <a:spLocks noGrp="1"/>
          </p:cNvSpPr>
          <p:nvPr/>
        </p:nvSpPr>
        <p:spPr>
          <a:xfrm>
            <a:off x="2363470" y="7886700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129" name="椭圆 128"/>
          <p:cNvSpPr>
            <a:spLocks noGrp="1"/>
          </p:cNvSpPr>
          <p:nvPr/>
        </p:nvSpPr>
        <p:spPr>
          <a:xfrm>
            <a:off x="2429510" y="7614920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130" name="椭圆 129"/>
          <p:cNvSpPr>
            <a:spLocks noGrp="1"/>
          </p:cNvSpPr>
          <p:nvPr/>
        </p:nvSpPr>
        <p:spPr>
          <a:xfrm>
            <a:off x="2457450" y="7479665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131" name="椭圆 130"/>
          <p:cNvSpPr>
            <a:spLocks noGrp="1"/>
          </p:cNvSpPr>
          <p:nvPr/>
        </p:nvSpPr>
        <p:spPr>
          <a:xfrm>
            <a:off x="2477135" y="8022590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132" name="椭圆 131"/>
          <p:cNvSpPr>
            <a:spLocks noGrp="1"/>
          </p:cNvSpPr>
          <p:nvPr/>
        </p:nvSpPr>
        <p:spPr>
          <a:xfrm>
            <a:off x="2534285" y="775081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133" name="椭圆 132"/>
          <p:cNvSpPr>
            <a:spLocks noGrp="1"/>
          </p:cNvSpPr>
          <p:nvPr/>
        </p:nvSpPr>
        <p:spPr>
          <a:xfrm>
            <a:off x="2540000" y="734377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134" name="椭圆 133"/>
          <p:cNvSpPr>
            <a:spLocks noGrp="1"/>
          </p:cNvSpPr>
          <p:nvPr/>
        </p:nvSpPr>
        <p:spPr>
          <a:xfrm>
            <a:off x="2577465" y="788670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135" name="椭圆 134"/>
          <p:cNvSpPr>
            <a:spLocks noGrp="1"/>
          </p:cNvSpPr>
          <p:nvPr/>
        </p:nvSpPr>
        <p:spPr>
          <a:xfrm>
            <a:off x="2830830" y="720788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136" name="椭圆 135"/>
          <p:cNvSpPr>
            <a:spLocks noGrp="1"/>
          </p:cNvSpPr>
          <p:nvPr/>
        </p:nvSpPr>
        <p:spPr>
          <a:xfrm>
            <a:off x="2910205" y="761492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137" name="椭圆 136"/>
          <p:cNvSpPr>
            <a:spLocks noGrp="1"/>
          </p:cNvSpPr>
          <p:nvPr/>
        </p:nvSpPr>
        <p:spPr>
          <a:xfrm>
            <a:off x="3000375" y="802259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138" name="椭圆 137"/>
          <p:cNvSpPr>
            <a:spLocks noGrp="1"/>
          </p:cNvSpPr>
          <p:nvPr/>
        </p:nvSpPr>
        <p:spPr>
          <a:xfrm>
            <a:off x="3141980" y="747966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139" name="直接连接符 138"/>
          <p:cNvSpPr>
            <a:spLocks noGrp="1"/>
          </p:cNvSpPr>
          <p:nvPr/>
        </p:nvSpPr>
        <p:spPr>
          <a:xfrm>
            <a:off x="4019550" y="7606030"/>
            <a:ext cx="117475" cy="117475"/>
          </a:xfrm>
          <a:prstGeom prst="line">
            <a:avLst/>
          </a:prstGeom>
          <a:noFill/>
          <a:ln w="19050">
            <a:solidFill>
              <a:srgbClr val="6A737B"/>
            </a:solidFill>
          </a:ln>
        </p:spPr>
      </p:sp>
      <p:sp>
        <p:nvSpPr>
          <p:cNvPr id="140" name="直接连接符 139"/>
          <p:cNvSpPr>
            <a:spLocks noGrp="1"/>
          </p:cNvSpPr>
          <p:nvPr/>
        </p:nvSpPr>
        <p:spPr>
          <a:xfrm flipV="1">
            <a:off x="4019550" y="7606030"/>
            <a:ext cx="117475" cy="117475"/>
          </a:xfrm>
          <a:prstGeom prst="line">
            <a:avLst/>
          </a:prstGeom>
          <a:noFill/>
          <a:ln w="19050">
            <a:solidFill>
              <a:srgbClr val="6A737B"/>
            </a:solidFill>
          </a:ln>
        </p:spPr>
      </p:sp>
      <p:sp>
        <p:nvSpPr>
          <p:cNvPr id="141" name="菱形 140"/>
          <p:cNvSpPr>
            <a:spLocks noGrp="1"/>
          </p:cNvSpPr>
          <p:nvPr/>
        </p:nvSpPr>
        <p:spPr>
          <a:xfrm>
            <a:off x="2529840" y="7610475"/>
            <a:ext cx="108585" cy="108585"/>
          </a:xfrm>
          <a:prstGeom prst="diamond">
            <a:avLst/>
          </a:prstGeom>
          <a:solidFill>
            <a:srgbClr val="24292D"/>
          </a:solidFill>
          <a:ln w="9525">
            <a:solidFill>
              <a:srgbClr val="24292D"/>
            </a:solidFill>
          </a:ln>
        </p:spPr>
      </p:sp>
      <p:sp>
        <p:nvSpPr>
          <p:cNvPr id="142" name="直接连接符 141"/>
          <p:cNvSpPr>
            <a:spLocks noGrp="1"/>
          </p:cNvSpPr>
          <p:nvPr/>
        </p:nvSpPr>
        <p:spPr>
          <a:xfrm>
            <a:off x="795655" y="8406765"/>
            <a:ext cx="3529330" cy="635"/>
          </a:xfrm>
          <a:prstGeom prst="line">
            <a:avLst/>
          </a:prstGeom>
          <a:noFill/>
          <a:ln w="12383">
            <a:solidFill>
              <a:srgbClr val="24292D"/>
            </a:solidFill>
          </a:ln>
        </p:spPr>
      </p:sp>
      <p:sp>
        <p:nvSpPr>
          <p:cNvPr id="143" name="直接连接符 142"/>
          <p:cNvSpPr>
            <a:spLocks noGrp="1"/>
          </p:cNvSpPr>
          <p:nvPr/>
        </p:nvSpPr>
        <p:spPr>
          <a:xfrm>
            <a:off x="840740" y="8406765"/>
            <a:ext cx="635" cy="72390"/>
          </a:xfrm>
          <a:prstGeom prst="line">
            <a:avLst/>
          </a:prstGeom>
          <a:noFill/>
          <a:ln w="9525">
            <a:solidFill>
              <a:srgbClr val="24292D"/>
            </a:solidFill>
          </a:ln>
        </p:spPr>
      </p:sp>
      <p:sp>
        <p:nvSpPr>
          <p:cNvPr id="144" name="矩形 143"/>
          <p:cNvSpPr>
            <a:spLocks noGrp="1"/>
          </p:cNvSpPr>
          <p:nvPr/>
        </p:nvSpPr>
        <p:spPr>
          <a:xfrm>
            <a:off x="496570" y="8515350"/>
            <a:ext cx="68770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-0.3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5" name="直接连接符 144"/>
          <p:cNvSpPr>
            <a:spLocks noGrp="1"/>
          </p:cNvSpPr>
          <p:nvPr/>
        </p:nvSpPr>
        <p:spPr>
          <a:xfrm>
            <a:off x="2559685" y="8406765"/>
            <a:ext cx="635" cy="72390"/>
          </a:xfrm>
          <a:prstGeom prst="line">
            <a:avLst/>
          </a:prstGeom>
          <a:noFill/>
          <a:ln w="9525">
            <a:solidFill>
              <a:srgbClr val="24292D"/>
            </a:solidFill>
          </a:ln>
        </p:spPr>
      </p:sp>
      <p:sp>
        <p:nvSpPr>
          <p:cNvPr id="146" name="矩形 145"/>
          <p:cNvSpPr>
            <a:spLocks noGrp="1"/>
          </p:cNvSpPr>
          <p:nvPr/>
        </p:nvSpPr>
        <p:spPr>
          <a:xfrm>
            <a:off x="2216150" y="8515350"/>
            <a:ext cx="68770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7" name="直接连接符 146"/>
          <p:cNvSpPr>
            <a:spLocks noGrp="1"/>
          </p:cNvSpPr>
          <p:nvPr/>
        </p:nvSpPr>
        <p:spPr>
          <a:xfrm>
            <a:off x="4279265" y="8406765"/>
            <a:ext cx="635" cy="72390"/>
          </a:xfrm>
          <a:prstGeom prst="line">
            <a:avLst/>
          </a:prstGeom>
          <a:noFill/>
          <a:ln w="9525">
            <a:solidFill>
              <a:srgbClr val="24292D"/>
            </a:solidFill>
          </a:ln>
        </p:spPr>
      </p:sp>
      <p:sp>
        <p:nvSpPr>
          <p:cNvPr id="148" name="矩形 147"/>
          <p:cNvSpPr>
            <a:spLocks noGrp="1"/>
          </p:cNvSpPr>
          <p:nvPr/>
        </p:nvSpPr>
        <p:spPr>
          <a:xfrm>
            <a:off x="3935095" y="8515350"/>
            <a:ext cx="68770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+0.3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9" name="矩形 148"/>
          <p:cNvSpPr>
            <a:spLocks noGrp="1"/>
          </p:cNvSpPr>
          <p:nvPr/>
        </p:nvSpPr>
        <p:spPr>
          <a:xfrm>
            <a:off x="677545" y="8787765"/>
            <a:ext cx="3764280" cy="3441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Prediction error reduction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0" name="矩形 149"/>
          <p:cNvSpPr>
            <a:spLocks noGrp="1"/>
          </p:cNvSpPr>
          <p:nvPr/>
        </p:nvSpPr>
        <p:spPr>
          <a:xfrm>
            <a:off x="4867275" y="5247005"/>
            <a:ext cx="28956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00" b="1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e</a:t>
            </a:r>
            <a:endParaRPr sz="2000" b="1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1" name="矩形 150"/>
          <p:cNvSpPr>
            <a:spLocks noGrp="1"/>
          </p:cNvSpPr>
          <p:nvPr/>
        </p:nvSpPr>
        <p:spPr>
          <a:xfrm>
            <a:off x="5036503" y="5274310"/>
            <a:ext cx="37782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Crystallization Fines interval coverage</a:t>
            </a:r>
            <a:endParaRPr sz="1800" b="1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2" name="矩形 151"/>
          <p:cNvSpPr>
            <a:spLocks noGrp="1"/>
          </p:cNvSpPr>
          <p:nvPr/>
        </p:nvSpPr>
        <p:spPr>
          <a:xfrm>
            <a:off x="5247640" y="5630228"/>
            <a:ext cx="3348355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6A737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6A737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Fines coverage (%)</a:t>
            </a:r>
            <a:endParaRPr sz="1600" b="0">
              <a:solidFill>
                <a:srgbClr val="6A737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3" name="直接连接符 152"/>
          <p:cNvSpPr>
            <a:spLocks noGrp="1"/>
          </p:cNvSpPr>
          <p:nvPr/>
        </p:nvSpPr>
        <p:spPr>
          <a:xfrm>
            <a:off x="5880735" y="6343650"/>
            <a:ext cx="1583690" cy="635"/>
          </a:xfrm>
          <a:prstGeom prst="line">
            <a:avLst/>
          </a:prstGeom>
          <a:noFill/>
          <a:ln w="19050">
            <a:solidFill>
              <a:srgbClr val="D7DDE1"/>
            </a:solidFill>
          </a:ln>
        </p:spPr>
      </p:sp>
      <p:sp>
        <p:nvSpPr>
          <p:cNvPr id="154" name="椭圆 153"/>
          <p:cNvSpPr>
            <a:spLocks noGrp="1"/>
          </p:cNvSpPr>
          <p:nvPr/>
        </p:nvSpPr>
        <p:spPr>
          <a:xfrm>
            <a:off x="5799455" y="6262370"/>
            <a:ext cx="163195" cy="163195"/>
          </a:xfrm>
          <a:prstGeom prst="ellipse">
            <a:avLst/>
          </a:prstGeom>
          <a:solidFill>
            <a:srgbClr val="416B92"/>
          </a:solidFill>
          <a:ln w="9525">
            <a:solidFill>
              <a:srgbClr val="416B92"/>
            </a:solidFill>
          </a:ln>
        </p:spPr>
      </p:sp>
      <p:sp>
        <p:nvSpPr>
          <p:cNvPr id="155" name="椭圆 154"/>
          <p:cNvSpPr>
            <a:spLocks noGrp="1"/>
          </p:cNvSpPr>
          <p:nvPr/>
        </p:nvSpPr>
        <p:spPr>
          <a:xfrm>
            <a:off x="7383145" y="6262370"/>
            <a:ext cx="163195" cy="1631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156" name="矩形 155"/>
          <p:cNvSpPr>
            <a:spLocks noGrp="1"/>
          </p:cNvSpPr>
          <p:nvPr/>
        </p:nvSpPr>
        <p:spPr>
          <a:xfrm>
            <a:off x="5374005" y="5926772"/>
            <a:ext cx="1013460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12 batches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7" name="矩形 156"/>
          <p:cNvSpPr>
            <a:spLocks noGrp="1"/>
          </p:cNvSpPr>
          <p:nvPr/>
        </p:nvSpPr>
        <p:spPr>
          <a:xfrm>
            <a:off x="6957695" y="5926772"/>
            <a:ext cx="1013460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24 batches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8" name="矩形 157"/>
          <p:cNvSpPr>
            <a:spLocks noGrp="1"/>
          </p:cNvSpPr>
          <p:nvPr/>
        </p:nvSpPr>
        <p:spPr>
          <a:xfrm>
            <a:off x="5328920" y="6488430"/>
            <a:ext cx="110426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416B9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416B92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35.6%</a:t>
            </a:r>
            <a:endParaRPr sz="1600" b="0">
              <a:solidFill>
                <a:srgbClr val="416B92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9" name="矩形 158"/>
          <p:cNvSpPr>
            <a:spLocks noGrp="1"/>
          </p:cNvSpPr>
          <p:nvPr/>
        </p:nvSpPr>
        <p:spPr>
          <a:xfrm>
            <a:off x="6912610" y="6488430"/>
            <a:ext cx="110426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77F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77F8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43.9%</a:t>
            </a:r>
            <a:endParaRPr sz="1600" b="0">
              <a:solidFill>
                <a:srgbClr val="277F8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60" name="矩形 159"/>
          <p:cNvSpPr>
            <a:spLocks noGrp="1"/>
          </p:cNvSpPr>
          <p:nvPr/>
        </p:nvSpPr>
        <p:spPr>
          <a:xfrm>
            <a:off x="8169910" y="6182360"/>
            <a:ext cx="63373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00" b="1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7/15</a:t>
            </a:r>
            <a:endParaRPr sz="1800" b="1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61" name="矩形 160"/>
          <p:cNvSpPr>
            <a:spLocks noGrp="1"/>
          </p:cNvSpPr>
          <p:nvPr/>
        </p:nvSpPr>
        <p:spPr>
          <a:xfrm>
            <a:off x="8070850" y="6432550"/>
            <a:ext cx="832485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6A737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6A737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improved</a:t>
            </a:r>
            <a:endParaRPr sz="1600" b="0">
              <a:solidFill>
                <a:srgbClr val="6A737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62" name="直接连接符 161"/>
          <p:cNvSpPr>
            <a:spLocks noGrp="1"/>
          </p:cNvSpPr>
          <p:nvPr/>
        </p:nvSpPr>
        <p:spPr>
          <a:xfrm>
            <a:off x="6858000" y="7040880"/>
            <a:ext cx="635" cy="1230630"/>
          </a:xfrm>
          <a:prstGeom prst="line">
            <a:avLst/>
          </a:prstGeom>
          <a:noFill/>
          <a:ln w="11430">
            <a:solidFill>
              <a:srgbClr val="6A737B"/>
            </a:solidFill>
          </a:ln>
        </p:spPr>
      </p:sp>
      <p:sp>
        <p:nvSpPr>
          <p:cNvPr id="163" name="椭圆 162"/>
          <p:cNvSpPr>
            <a:spLocks noGrp="1"/>
          </p:cNvSpPr>
          <p:nvPr/>
        </p:nvSpPr>
        <p:spPr>
          <a:xfrm>
            <a:off x="6235065" y="7343775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164" name="椭圆 163"/>
          <p:cNvSpPr>
            <a:spLocks noGrp="1"/>
          </p:cNvSpPr>
          <p:nvPr/>
        </p:nvSpPr>
        <p:spPr>
          <a:xfrm>
            <a:off x="6235065" y="7750810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165" name="椭圆 164"/>
          <p:cNvSpPr>
            <a:spLocks noGrp="1"/>
          </p:cNvSpPr>
          <p:nvPr/>
        </p:nvSpPr>
        <p:spPr>
          <a:xfrm>
            <a:off x="6521450" y="7207885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166" name="椭圆 165"/>
          <p:cNvSpPr>
            <a:spLocks noGrp="1"/>
          </p:cNvSpPr>
          <p:nvPr/>
        </p:nvSpPr>
        <p:spPr>
          <a:xfrm>
            <a:off x="6521450" y="7886700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167" name="椭圆 166"/>
          <p:cNvSpPr>
            <a:spLocks noGrp="1"/>
          </p:cNvSpPr>
          <p:nvPr/>
        </p:nvSpPr>
        <p:spPr>
          <a:xfrm>
            <a:off x="6808470" y="7614920"/>
            <a:ext cx="99695" cy="99695"/>
          </a:xfrm>
          <a:prstGeom prst="ellipse">
            <a:avLst/>
          </a:prstGeom>
          <a:solidFill>
            <a:srgbClr val="6A737B"/>
          </a:solidFill>
          <a:ln w="9525">
            <a:solidFill>
              <a:srgbClr val="6A737B"/>
            </a:solidFill>
          </a:ln>
        </p:spPr>
      </p:sp>
      <p:sp>
        <p:nvSpPr>
          <p:cNvPr id="168" name="椭圆 167"/>
          <p:cNvSpPr>
            <a:spLocks noGrp="1"/>
          </p:cNvSpPr>
          <p:nvPr/>
        </p:nvSpPr>
        <p:spPr>
          <a:xfrm>
            <a:off x="6808470" y="7479665"/>
            <a:ext cx="99695" cy="99695"/>
          </a:xfrm>
          <a:prstGeom prst="ellipse">
            <a:avLst/>
          </a:prstGeom>
          <a:solidFill>
            <a:srgbClr val="6A737B"/>
          </a:solidFill>
          <a:ln w="9525">
            <a:solidFill>
              <a:srgbClr val="6A737B"/>
            </a:solidFill>
          </a:ln>
        </p:spPr>
      </p:sp>
      <p:sp>
        <p:nvSpPr>
          <p:cNvPr id="169" name="椭圆 168"/>
          <p:cNvSpPr>
            <a:spLocks noGrp="1"/>
          </p:cNvSpPr>
          <p:nvPr/>
        </p:nvSpPr>
        <p:spPr>
          <a:xfrm>
            <a:off x="6808470" y="8022590"/>
            <a:ext cx="99695" cy="99695"/>
          </a:xfrm>
          <a:prstGeom prst="ellipse">
            <a:avLst/>
          </a:prstGeom>
          <a:solidFill>
            <a:srgbClr val="6A737B"/>
          </a:solidFill>
          <a:ln w="9525">
            <a:solidFill>
              <a:srgbClr val="6A737B"/>
            </a:solidFill>
          </a:ln>
        </p:spPr>
      </p:sp>
      <p:sp>
        <p:nvSpPr>
          <p:cNvPr id="170" name="椭圆 169"/>
          <p:cNvSpPr>
            <a:spLocks noGrp="1"/>
          </p:cNvSpPr>
          <p:nvPr/>
        </p:nvSpPr>
        <p:spPr>
          <a:xfrm>
            <a:off x="6808470" y="7750810"/>
            <a:ext cx="99695" cy="99695"/>
          </a:xfrm>
          <a:prstGeom prst="ellipse">
            <a:avLst/>
          </a:prstGeom>
          <a:solidFill>
            <a:srgbClr val="6A737B"/>
          </a:solidFill>
          <a:ln w="9525">
            <a:solidFill>
              <a:srgbClr val="6A737B"/>
            </a:solidFill>
          </a:ln>
        </p:spPr>
      </p:sp>
      <p:sp>
        <p:nvSpPr>
          <p:cNvPr id="171" name="椭圆 170"/>
          <p:cNvSpPr>
            <a:spLocks noGrp="1"/>
          </p:cNvSpPr>
          <p:nvPr/>
        </p:nvSpPr>
        <p:spPr>
          <a:xfrm>
            <a:off x="7094855" y="734377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172" name="椭圆 171"/>
          <p:cNvSpPr>
            <a:spLocks noGrp="1"/>
          </p:cNvSpPr>
          <p:nvPr/>
        </p:nvSpPr>
        <p:spPr>
          <a:xfrm>
            <a:off x="7094855" y="788670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173" name="椭圆 172"/>
          <p:cNvSpPr>
            <a:spLocks noGrp="1"/>
          </p:cNvSpPr>
          <p:nvPr/>
        </p:nvSpPr>
        <p:spPr>
          <a:xfrm>
            <a:off x="7381240" y="720788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174" name="椭圆 173"/>
          <p:cNvSpPr>
            <a:spLocks noGrp="1"/>
          </p:cNvSpPr>
          <p:nvPr/>
        </p:nvSpPr>
        <p:spPr>
          <a:xfrm>
            <a:off x="7381240" y="761492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175" name="椭圆 174"/>
          <p:cNvSpPr>
            <a:spLocks noGrp="1"/>
          </p:cNvSpPr>
          <p:nvPr/>
        </p:nvSpPr>
        <p:spPr>
          <a:xfrm>
            <a:off x="7954645" y="802259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176" name="椭圆 175"/>
          <p:cNvSpPr>
            <a:spLocks noGrp="1"/>
          </p:cNvSpPr>
          <p:nvPr/>
        </p:nvSpPr>
        <p:spPr>
          <a:xfrm>
            <a:off x="8241030" y="747966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177" name="直接连接符 176"/>
          <p:cNvSpPr>
            <a:spLocks noGrp="1"/>
          </p:cNvSpPr>
          <p:nvPr/>
        </p:nvSpPr>
        <p:spPr>
          <a:xfrm>
            <a:off x="8518525" y="7606030"/>
            <a:ext cx="117475" cy="117475"/>
          </a:xfrm>
          <a:prstGeom prst="line">
            <a:avLst/>
          </a:prstGeom>
          <a:noFill/>
          <a:ln w="19050">
            <a:solidFill>
              <a:srgbClr val="6A737B"/>
            </a:solidFill>
          </a:ln>
        </p:spPr>
      </p:sp>
      <p:sp>
        <p:nvSpPr>
          <p:cNvPr id="178" name="直接连接符 177"/>
          <p:cNvSpPr>
            <a:spLocks noGrp="1"/>
          </p:cNvSpPr>
          <p:nvPr/>
        </p:nvSpPr>
        <p:spPr>
          <a:xfrm flipV="1">
            <a:off x="8518525" y="7606030"/>
            <a:ext cx="117475" cy="117475"/>
          </a:xfrm>
          <a:prstGeom prst="line">
            <a:avLst/>
          </a:prstGeom>
          <a:noFill/>
          <a:ln w="19050">
            <a:solidFill>
              <a:srgbClr val="6A737B"/>
            </a:solidFill>
          </a:ln>
        </p:spPr>
      </p:sp>
      <p:sp>
        <p:nvSpPr>
          <p:cNvPr id="179" name="菱形 178"/>
          <p:cNvSpPr>
            <a:spLocks noGrp="1"/>
          </p:cNvSpPr>
          <p:nvPr/>
        </p:nvSpPr>
        <p:spPr>
          <a:xfrm>
            <a:off x="6804025" y="7610475"/>
            <a:ext cx="108585" cy="108585"/>
          </a:xfrm>
          <a:prstGeom prst="diamond">
            <a:avLst/>
          </a:prstGeom>
          <a:solidFill>
            <a:srgbClr val="24292D"/>
          </a:solidFill>
          <a:ln w="9525">
            <a:solidFill>
              <a:srgbClr val="24292D"/>
            </a:solidFill>
          </a:ln>
        </p:spPr>
      </p:sp>
      <p:sp>
        <p:nvSpPr>
          <p:cNvPr id="180" name="直接连接符 179"/>
          <p:cNvSpPr>
            <a:spLocks noGrp="1"/>
          </p:cNvSpPr>
          <p:nvPr/>
        </p:nvSpPr>
        <p:spPr>
          <a:xfrm>
            <a:off x="5093335" y="8406765"/>
            <a:ext cx="3529330" cy="635"/>
          </a:xfrm>
          <a:prstGeom prst="line">
            <a:avLst/>
          </a:prstGeom>
          <a:noFill/>
          <a:ln w="12383">
            <a:solidFill>
              <a:srgbClr val="24292D"/>
            </a:solidFill>
          </a:ln>
        </p:spPr>
      </p:sp>
      <p:sp>
        <p:nvSpPr>
          <p:cNvPr id="181" name="直接连接符 180"/>
          <p:cNvSpPr>
            <a:spLocks noGrp="1"/>
          </p:cNvSpPr>
          <p:nvPr/>
        </p:nvSpPr>
        <p:spPr>
          <a:xfrm>
            <a:off x="5139055" y="8406765"/>
            <a:ext cx="635" cy="72390"/>
          </a:xfrm>
          <a:prstGeom prst="line">
            <a:avLst/>
          </a:prstGeom>
          <a:noFill/>
          <a:ln w="9525">
            <a:solidFill>
              <a:srgbClr val="24292D"/>
            </a:solidFill>
          </a:ln>
        </p:spPr>
      </p:sp>
      <p:sp>
        <p:nvSpPr>
          <p:cNvPr id="182" name="矩形 181"/>
          <p:cNvSpPr>
            <a:spLocks noGrp="1"/>
          </p:cNvSpPr>
          <p:nvPr/>
        </p:nvSpPr>
        <p:spPr>
          <a:xfrm>
            <a:off x="4794885" y="8515350"/>
            <a:ext cx="68770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-50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83" name="直接连接符 182"/>
          <p:cNvSpPr>
            <a:spLocks noGrp="1"/>
          </p:cNvSpPr>
          <p:nvPr/>
        </p:nvSpPr>
        <p:spPr>
          <a:xfrm>
            <a:off x="6858000" y="8406765"/>
            <a:ext cx="635" cy="72390"/>
          </a:xfrm>
          <a:prstGeom prst="line">
            <a:avLst/>
          </a:prstGeom>
          <a:noFill/>
          <a:ln w="9525">
            <a:solidFill>
              <a:srgbClr val="24292D"/>
            </a:solidFill>
          </a:ln>
        </p:spPr>
      </p:sp>
      <p:sp>
        <p:nvSpPr>
          <p:cNvPr id="184" name="矩形 183"/>
          <p:cNvSpPr>
            <a:spLocks noGrp="1"/>
          </p:cNvSpPr>
          <p:nvPr/>
        </p:nvSpPr>
        <p:spPr>
          <a:xfrm>
            <a:off x="6514465" y="8515350"/>
            <a:ext cx="68770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85" name="直接连接符 184"/>
          <p:cNvSpPr>
            <a:spLocks noGrp="1"/>
          </p:cNvSpPr>
          <p:nvPr/>
        </p:nvSpPr>
        <p:spPr>
          <a:xfrm>
            <a:off x="8577580" y="8406765"/>
            <a:ext cx="635" cy="72390"/>
          </a:xfrm>
          <a:prstGeom prst="line">
            <a:avLst/>
          </a:prstGeom>
          <a:noFill/>
          <a:ln w="9525">
            <a:solidFill>
              <a:srgbClr val="24292D"/>
            </a:solidFill>
          </a:ln>
        </p:spPr>
      </p:sp>
      <p:sp>
        <p:nvSpPr>
          <p:cNvPr id="186" name="矩形 185"/>
          <p:cNvSpPr>
            <a:spLocks noGrp="1"/>
          </p:cNvSpPr>
          <p:nvPr/>
        </p:nvSpPr>
        <p:spPr>
          <a:xfrm>
            <a:off x="8233410" y="8515350"/>
            <a:ext cx="68770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+50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87" name="矩形 186"/>
          <p:cNvSpPr>
            <a:spLocks noGrp="1"/>
          </p:cNvSpPr>
          <p:nvPr/>
        </p:nvSpPr>
        <p:spPr>
          <a:xfrm>
            <a:off x="4975860" y="8787765"/>
            <a:ext cx="3764280" cy="3441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Coverage gain (percentage points)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88" name="矩形 187"/>
          <p:cNvSpPr>
            <a:spLocks noGrp="1"/>
          </p:cNvSpPr>
          <p:nvPr/>
        </p:nvSpPr>
        <p:spPr>
          <a:xfrm>
            <a:off x="9165590" y="5247005"/>
            <a:ext cx="28956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00" b="1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</a:t>
            </a:r>
            <a:endParaRPr sz="2000" b="1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89" name="矩形 188"/>
          <p:cNvSpPr>
            <a:spLocks noGrp="1"/>
          </p:cNvSpPr>
          <p:nvPr/>
        </p:nvSpPr>
        <p:spPr>
          <a:xfrm>
            <a:off x="9391650" y="5274310"/>
            <a:ext cx="366458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Crystallization Retested recovery</a:t>
            </a:r>
            <a:endParaRPr sz="1800" b="1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90" name="矩形 189"/>
          <p:cNvSpPr>
            <a:spLocks noGrp="1"/>
          </p:cNvSpPr>
          <p:nvPr/>
        </p:nvSpPr>
        <p:spPr>
          <a:xfrm>
            <a:off x="9545320" y="5630228"/>
            <a:ext cx="3348355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6A737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6A737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Retested recovery</a:t>
            </a:r>
            <a:endParaRPr sz="1600" b="0">
              <a:solidFill>
                <a:srgbClr val="6A737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91" name="直接连接符 190"/>
          <p:cNvSpPr>
            <a:spLocks noGrp="1"/>
          </p:cNvSpPr>
          <p:nvPr/>
        </p:nvSpPr>
        <p:spPr>
          <a:xfrm>
            <a:off x="10179050" y="6343650"/>
            <a:ext cx="1583690" cy="635"/>
          </a:xfrm>
          <a:prstGeom prst="line">
            <a:avLst/>
          </a:prstGeom>
          <a:noFill/>
          <a:ln w="19050">
            <a:solidFill>
              <a:srgbClr val="D7DDE1"/>
            </a:solidFill>
          </a:ln>
        </p:spPr>
      </p:sp>
      <p:sp>
        <p:nvSpPr>
          <p:cNvPr id="192" name="椭圆 191"/>
          <p:cNvSpPr>
            <a:spLocks noGrp="1"/>
          </p:cNvSpPr>
          <p:nvPr/>
        </p:nvSpPr>
        <p:spPr>
          <a:xfrm>
            <a:off x="10097770" y="6262370"/>
            <a:ext cx="163195" cy="163195"/>
          </a:xfrm>
          <a:prstGeom prst="ellipse">
            <a:avLst/>
          </a:prstGeom>
          <a:solidFill>
            <a:srgbClr val="416B92"/>
          </a:solidFill>
          <a:ln w="9525">
            <a:solidFill>
              <a:srgbClr val="416B92"/>
            </a:solidFill>
          </a:ln>
        </p:spPr>
      </p:sp>
      <p:sp>
        <p:nvSpPr>
          <p:cNvPr id="193" name="椭圆 192"/>
          <p:cNvSpPr>
            <a:spLocks noGrp="1"/>
          </p:cNvSpPr>
          <p:nvPr/>
        </p:nvSpPr>
        <p:spPr>
          <a:xfrm>
            <a:off x="11680825" y="6262370"/>
            <a:ext cx="163195" cy="1631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194" name="矩形 193"/>
          <p:cNvSpPr>
            <a:spLocks noGrp="1"/>
          </p:cNvSpPr>
          <p:nvPr/>
        </p:nvSpPr>
        <p:spPr>
          <a:xfrm>
            <a:off x="9672320" y="5926772"/>
            <a:ext cx="1013460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12 batches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95" name="矩形 194"/>
          <p:cNvSpPr>
            <a:spLocks noGrp="1"/>
          </p:cNvSpPr>
          <p:nvPr/>
        </p:nvSpPr>
        <p:spPr>
          <a:xfrm>
            <a:off x="11256010" y="5926772"/>
            <a:ext cx="1013460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24 batches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96" name="矩形 195"/>
          <p:cNvSpPr>
            <a:spLocks noGrp="1"/>
          </p:cNvSpPr>
          <p:nvPr/>
        </p:nvSpPr>
        <p:spPr>
          <a:xfrm>
            <a:off x="9627235" y="6488430"/>
            <a:ext cx="110426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416B9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416B92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42.1%</a:t>
            </a:r>
            <a:endParaRPr sz="1600" b="0">
              <a:solidFill>
                <a:srgbClr val="416B92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97" name="矩形 196"/>
          <p:cNvSpPr>
            <a:spLocks noGrp="1"/>
          </p:cNvSpPr>
          <p:nvPr/>
        </p:nvSpPr>
        <p:spPr>
          <a:xfrm>
            <a:off x="11210290" y="6488430"/>
            <a:ext cx="110426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77F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77F8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39.9%</a:t>
            </a:r>
            <a:endParaRPr sz="1600" b="0">
              <a:solidFill>
                <a:srgbClr val="277F8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98" name="矩形 197"/>
          <p:cNvSpPr>
            <a:spLocks noGrp="1"/>
          </p:cNvSpPr>
          <p:nvPr/>
        </p:nvSpPr>
        <p:spPr>
          <a:xfrm>
            <a:off x="12468225" y="6182360"/>
            <a:ext cx="63373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00" b="1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7/15</a:t>
            </a:r>
            <a:endParaRPr sz="1800" b="1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99" name="矩形 198"/>
          <p:cNvSpPr>
            <a:spLocks noGrp="1"/>
          </p:cNvSpPr>
          <p:nvPr/>
        </p:nvSpPr>
        <p:spPr>
          <a:xfrm>
            <a:off x="12368530" y="6432550"/>
            <a:ext cx="823595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6A737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6A737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improved</a:t>
            </a:r>
            <a:endParaRPr sz="1600" b="0">
              <a:solidFill>
                <a:srgbClr val="6A737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00" name="直接连接符 199"/>
          <p:cNvSpPr>
            <a:spLocks noGrp="1"/>
          </p:cNvSpPr>
          <p:nvPr/>
        </p:nvSpPr>
        <p:spPr>
          <a:xfrm>
            <a:off x="11156315" y="7040880"/>
            <a:ext cx="635" cy="1230630"/>
          </a:xfrm>
          <a:prstGeom prst="line">
            <a:avLst/>
          </a:prstGeom>
          <a:noFill/>
          <a:ln w="11430">
            <a:solidFill>
              <a:srgbClr val="6A737B"/>
            </a:solidFill>
          </a:ln>
        </p:spPr>
      </p:sp>
      <p:sp>
        <p:nvSpPr>
          <p:cNvPr id="201" name="椭圆 200"/>
          <p:cNvSpPr>
            <a:spLocks noGrp="1"/>
          </p:cNvSpPr>
          <p:nvPr/>
        </p:nvSpPr>
        <p:spPr>
          <a:xfrm>
            <a:off x="9815830" y="7343775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202" name="椭圆 201"/>
          <p:cNvSpPr>
            <a:spLocks noGrp="1"/>
          </p:cNvSpPr>
          <p:nvPr/>
        </p:nvSpPr>
        <p:spPr>
          <a:xfrm>
            <a:off x="9850120" y="7750810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203" name="椭圆 202"/>
          <p:cNvSpPr>
            <a:spLocks noGrp="1"/>
          </p:cNvSpPr>
          <p:nvPr/>
        </p:nvSpPr>
        <p:spPr>
          <a:xfrm>
            <a:off x="10469880" y="7207885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204" name="椭圆 203"/>
          <p:cNvSpPr>
            <a:spLocks noGrp="1"/>
          </p:cNvSpPr>
          <p:nvPr/>
        </p:nvSpPr>
        <p:spPr>
          <a:xfrm>
            <a:off x="10502265" y="7886700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205" name="椭圆 204"/>
          <p:cNvSpPr>
            <a:spLocks noGrp="1"/>
          </p:cNvSpPr>
          <p:nvPr/>
        </p:nvSpPr>
        <p:spPr>
          <a:xfrm>
            <a:off x="10633075" y="7614920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206" name="椭圆 205"/>
          <p:cNvSpPr>
            <a:spLocks noGrp="1"/>
          </p:cNvSpPr>
          <p:nvPr/>
        </p:nvSpPr>
        <p:spPr>
          <a:xfrm>
            <a:off x="10947400" y="7479665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207" name="椭圆 206"/>
          <p:cNvSpPr>
            <a:spLocks noGrp="1"/>
          </p:cNvSpPr>
          <p:nvPr/>
        </p:nvSpPr>
        <p:spPr>
          <a:xfrm>
            <a:off x="10957560" y="8022590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208" name="椭圆 207"/>
          <p:cNvSpPr>
            <a:spLocks noGrp="1"/>
          </p:cNvSpPr>
          <p:nvPr/>
        </p:nvSpPr>
        <p:spPr>
          <a:xfrm>
            <a:off x="11012805" y="7750810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209" name="椭圆 208"/>
          <p:cNvSpPr>
            <a:spLocks noGrp="1"/>
          </p:cNvSpPr>
          <p:nvPr/>
        </p:nvSpPr>
        <p:spPr>
          <a:xfrm>
            <a:off x="11155045" y="734377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210" name="椭圆 209"/>
          <p:cNvSpPr>
            <a:spLocks noGrp="1"/>
          </p:cNvSpPr>
          <p:nvPr/>
        </p:nvSpPr>
        <p:spPr>
          <a:xfrm>
            <a:off x="11189970" y="788670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211" name="椭圆 210"/>
          <p:cNvSpPr>
            <a:spLocks noGrp="1"/>
          </p:cNvSpPr>
          <p:nvPr/>
        </p:nvSpPr>
        <p:spPr>
          <a:xfrm>
            <a:off x="11224260" y="720788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212" name="椭圆 211"/>
          <p:cNvSpPr>
            <a:spLocks noGrp="1"/>
          </p:cNvSpPr>
          <p:nvPr/>
        </p:nvSpPr>
        <p:spPr>
          <a:xfrm>
            <a:off x="11297285" y="761492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213" name="椭圆 212"/>
          <p:cNvSpPr>
            <a:spLocks noGrp="1"/>
          </p:cNvSpPr>
          <p:nvPr/>
        </p:nvSpPr>
        <p:spPr>
          <a:xfrm>
            <a:off x="11327765" y="802259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214" name="椭圆 213"/>
          <p:cNvSpPr>
            <a:spLocks noGrp="1"/>
          </p:cNvSpPr>
          <p:nvPr/>
        </p:nvSpPr>
        <p:spPr>
          <a:xfrm>
            <a:off x="12622530" y="747966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215" name="直接连接符 214"/>
          <p:cNvSpPr>
            <a:spLocks noGrp="1"/>
          </p:cNvSpPr>
          <p:nvPr/>
        </p:nvSpPr>
        <p:spPr>
          <a:xfrm>
            <a:off x="12671425" y="7606030"/>
            <a:ext cx="117475" cy="117475"/>
          </a:xfrm>
          <a:prstGeom prst="line">
            <a:avLst/>
          </a:prstGeom>
          <a:noFill/>
          <a:ln w="19050">
            <a:solidFill>
              <a:srgbClr val="6A737B"/>
            </a:solidFill>
          </a:ln>
        </p:spPr>
      </p:sp>
      <p:sp>
        <p:nvSpPr>
          <p:cNvPr id="216" name="直接连接符 215"/>
          <p:cNvSpPr>
            <a:spLocks noGrp="1"/>
          </p:cNvSpPr>
          <p:nvPr/>
        </p:nvSpPr>
        <p:spPr>
          <a:xfrm flipV="1">
            <a:off x="12671425" y="7606030"/>
            <a:ext cx="117475" cy="117475"/>
          </a:xfrm>
          <a:prstGeom prst="line">
            <a:avLst/>
          </a:prstGeom>
          <a:noFill/>
          <a:ln w="19050">
            <a:solidFill>
              <a:srgbClr val="6A737B"/>
            </a:solidFill>
          </a:ln>
        </p:spPr>
      </p:sp>
      <p:sp>
        <p:nvSpPr>
          <p:cNvPr id="217" name="菱形 216"/>
          <p:cNvSpPr>
            <a:spLocks noGrp="1"/>
          </p:cNvSpPr>
          <p:nvPr/>
        </p:nvSpPr>
        <p:spPr>
          <a:xfrm>
            <a:off x="11008360" y="7610475"/>
            <a:ext cx="108585" cy="108585"/>
          </a:xfrm>
          <a:prstGeom prst="diamond">
            <a:avLst/>
          </a:prstGeom>
          <a:solidFill>
            <a:srgbClr val="24292D"/>
          </a:solidFill>
          <a:ln w="9525">
            <a:solidFill>
              <a:srgbClr val="24292D"/>
            </a:solidFill>
          </a:ln>
        </p:spPr>
      </p:sp>
      <p:sp>
        <p:nvSpPr>
          <p:cNvPr id="218" name="直接连接符 217"/>
          <p:cNvSpPr>
            <a:spLocks noGrp="1"/>
          </p:cNvSpPr>
          <p:nvPr/>
        </p:nvSpPr>
        <p:spPr>
          <a:xfrm>
            <a:off x="9391650" y="8406765"/>
            <a:ext cx="3529330" cy="635"/>
          </a:xfrm>
          <a:prstGeom prst="line">
            <a:avLst/>
          </a:prstGeom>
          <a:noFill/>
          <a:ln w="12383">
            <a:solidFill>
              <a:srgbClr val="24292D"/>
            </a:solidFill>
          </a:ln>
        </p:spPr>
      </p:sp>
      <p:sp>
        <p:nvSpPr>
          <p:cNvPr id="219" name="直接连接符 218"/>
          <p:cNvSpPr>
            <a:spLocks noGrp="1"/>
          </p:cNvSpPr>
          <p:nvPr/>
        </p:nvSpPr>
        <p:spPr>
          <a:xfrm>
            <a:off x="9436735" y="8406765"/>
            <a:ext cx="635" cy="72390"/>
          </a:xfrm>
          <a:prstGeom prst="line">
            <a:avLst/>
          </a:prstGeom>
          <a:noFill/>
          <a:ln w="9525">
            <a:solidFill>
              <a:srgbClr val="24292D"/>
            </a:solidFill>
          </a:ln>
        </p:spPr>
      </p:sp>
      <p:sp>
        <p:nvSpPr>
          <p:cNvPr id="220" name="矩形 219"/>
          <p:cNvSpPr>
            <a:spLocks noGrp="1"/>
          </p:cNvSpPr>
          <p:nvPr/>
        </p:nvSpPr>
        <p:spPr>
          <a:xfrm>
            <a:off x="9093200" y="8515350"/>
            <a:ext cx="68770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-0.6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21" name="直接连接符 220"/>
          <p:cNvSpPr>
            <a:spLocks noGrp="1"/>
          </p:cNvSpPr>
          <p:nvPr/>
        </p:nvSpPr>
        <p:spPr>
          <a:xfrm>
            <a:off x="11156315" y="8406765"/>
            <a:ext cx="635" cy="72390"/>
          </a:xfrm>
          <a:prstGeom prst="line">
            <a:avLst/>
          </a:prstGeom>
          <a:noFill/>
          <a:ln w="9525">
            <a:solidFill>
              <a:srgbClr val="24292D"/>
            </a:solidFill>
          </a:ln>
        </p:spPr>
      </p:sp>
      <p:sp>
        <p:nvSpPr>
          <p:cNvPr id="222" name="矩形 221"/>
          <p:cNvSpPr>
            <a:spLocks noGrp="1"/>
          </p:cNvSpPr>
          <p:nvPr/>
        </p:nvSpPr>
        <p:spPr>
          <a:xfrm>
            <a:off x="10812145" y="8515350"/>
            <a:ext cx="68770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23" name="直接连接符 222"/>
          <p:cNvSpPr>
            <a:spLocks noGrp="1"/>
          </p:cNvSpPr>
          <p:nvPr/>
        </p:nvSpPr>
        <p:spPr>
          <a:xfrm>
            <a:off x="12875260" y="8406765"/>
            <a:ext cx="635" cy="72390"/>
          </a:xfrm>
          <a:prstGeom prst="line">
            <a:avLst/>
          </a:prstGeom>
          <a:noFill/>
          <a:ln w="9525">
            <a:solidFill>
              <a:srgbClr val="24292D"/>
            </a:solidFill>
          </a:ln>
        </p:spPr>
      </p:sp>
      <p:sp>
        <p:nvSpPr>
          <p:cNvPr id="224" name="矩形 223"/>
          <p:cNvSpPr>
            <a:spLocks noGrp="1"/>
          </p:cNvSpPr>
          <p:nvPr/>
        </p:nvSpPr>
        <p:spPr>
          <a:xfrm>
            <a:off x="12531725" y="8515350"/>
            <a:ext cx="660400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+0.6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25" name="矩形 224"/>
          <p:cNvSpPr>
            <a:spLocks noGrp="1"/>
          </p:cNvSpPr>
          <p:nvPr/>
        </p:nvSpPr>
        <p:spPr>
          <a:xfrm>
            <a:off x="9274175" y="8787765"/>
            <a:ext cx="3764280" cy="3441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Recovery gain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26" name="椭圆 225"/>
          <p:cNvSpPr>
            <a:spLocks noGrp="1"/>
          </p:cNvSpPr>
          <p:nvPr/>
        </p:nvSpPr>
        <p:spPr>
          <a:xfrm>
            <a:off x="1772920" y="9539605"/>
            <a:ext cx="108585" cy="10858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227" name="矩形 226"/>
          <p:cNvSpPr>
            <a:spLocks noGrp="1"/>
          </p:cNvSpPr>
          <p:nvPr/>
        </p:nvSpPr>
        <p:spPr>
          <a:xfrm>
            <a:off x="1998980" y="9457690"/>
            <a:ext cx="1311910" cy="2806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Favorable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28" name="椭圆 227"/>
          <p:cNvSpPr>
            <a:spLocks noGrp="1"/>
          </p:cNvSpPr>
          <p:nvPr/>
        </p:nvSpPr>
        <p:spPr>
          <a:xfrm>
            <a:off x="4098290" y="9539605"/>
            <a:ext cx="108585" cy="10858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229" name="矩形 228"/>
          <p:cNvSpPr>
            <a:spLocks noGrp="1"/>
          </p:cNvSpPr>
          <p:nvPr/>
        </p:nvSpPr>
        <p:spPr>
          <a:xfrm>
            <a:off x="4324350" y="9457690"/>
            <a:ext cx="1447800" cy="2806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Unfavorable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30" name="直接连接符 229"/>
          <p:cNvSpPr>
            <a:spLocks noGrp="1"/>
          </p:cNvSpPr>
          <p:nvPr/>
        </p:nvSpPr>
        <p:spPr>
          <a:xfrm>
            <a:off x="6668135" y="9530080"/>
            <a:ext cx="127000" cy="127000"/>
          </a:xfrm>
          <a:prstGeom prst="line">
            <a:avLst/>
          </a:prstGeom>
          <a:noFill/>
          <a:ln w="19050">
            <a:solidFill>
              <a:srgbClr val="6A737B"/>
            </a:solidFill>
          </a:ln>
        </p:spPr>
      </p:sp>
      <p:sp>
        <p:nvSpPr>
          <p:cNvPr id="231" name="直接连接符 230"/>
          <p:cNvSpPr>
            <a:spLocks noGrp="1"/>
          </p:cNvSpPr>
          <p:nvPr/>
        </p:nvSpPr>
        <p:spPr>
          <a:xfrm flipV="1">
            <a:off x="6668135" y="9530080"/>
            <a:ext cx="127000" cy="127000"/>
          </a:xfrm>
          <a:prstGeom prst="line">
            <a:avLst/>
          </a:prstGeom>
          <a:noFill/>
          <a:ln w="19050">
            <a:solidFill>
              <a:srgbClr val="6A737B"/>
            </a:solidFill>
          </a:ln>
        </p:spPr>
      </p:sp>
      <p:sp>
        <p:nvSpPr>
          <p:cNvPr id="232" name="矩形 231"/>
          <p:cNvSpPr>
            <a:spLocks noGrp="1"/>
          </p:cNvSpPr>
          <p:nvPr/>
        </p:nvSpPr>
        <p:spPr>
          <a:xfrm>
            <a:off x="6930390" y="9457690"/>
            <a:ext cx="2216785" cy="2806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Source-assay shortfall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33" name="菱形 232"/>
          <p:cNvSpPr>
            <a:spLocks noGrp="1"/>
          </p:cNvSpPr>
          <p:nvPr/>
        </p:nvSpPr>
        <p:spPr>
          <a:xfrm>
            <a:off x="10368915" y="9539605"/>
            <a:ext cx="108585" cy="108585"/>
          </a:xfrm>
          <a:prstGeom prst="diamond">
            <a:avLst/>
          </a:prstGeom>
          <a:solidFill>
            <a:srgbClr val="24292D"/>
          </a:solidFill>
          <a:ln w="9525">
            <a:solidFill>
              <a:srgbClr val="24292D"/>
            </a:solidFill>
          </a:ln>
        </p:spPr>
      </p:sp>
      <p:sp>
        <p:nvSpPr>
          <p:cNvPr id="234" name="矩形 233"/>
          <p:cNvSpPr>
            <a:spLocks noGrp="1"/>
          </p:cNvSpPr>
          <p:nvPr/>
        </p:nvSpPr>
        <p:spPr>
          <a:xfrm>
            <a:off x="10577195" y="9457690"/>
            <a:ext cx="2035810" cy="2806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Median (n = 15)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31" name="Figure 5 plot object 0">
            <a:extLst>
              <a:ext uri="{FF2B5EF4-FFF2-40B4-BE49-F238E27FC236}">
                <ns2:creationId id="{7984FAF6-1D53-4275-B81E-2412A507B12F}"/>
              </a:ext>
            </a:extLst>
          </p:cNvPr>
          <p:cNvSpPr>
            <a:spLocks noGrp="1"/>
          </p:cNvSpPr>
          <p:nvPr/>
        </p:nvSpPr>
        <p:spPr>
          <a:xfrm>
            <a:off x="342900" y="960120"/>
            <a:ext cx="13030200" cy="9509760"/>
          </a:xfrm>
          <a:custGeom>
            <a:pathLst>
              <a:path w="13030200" h="9509760">
                <a:moveTo>
                  <a:pt x="0" y="9509760"/>
                </a:moveTo>
                <a:lnTo>
                  <a:pt x="13030200" y="9509760"/>
                </a:lnTo>
                <a:lnTo>
                  <a:pt x="13030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noFill/>
            <a:prstDash val="solid"/>
          </a:ln>
        </p:spPr>
      </p:sp>
      <p:sp>
        <p:nvSpPr>
          <p:cNvPr id="2" name="Figure 5 plot object 1">
            <a:extLst>
              <a:ext uri="{FF2B5EF4-FFF2-40B4-BE49-F238E27FC236}">
                <ns2:creationId id="{C02172CB-16CF-42A7-8A5C-518B5E281B28}"/>
              </a:ext>
            </a:extLst>
          </p:cNvPr>
          <p:cNvSpPr>
            <a:spLocks noGrp="1"/>
          </p:cNvSpPr>
          <p:nvPr/>
        </p:nvSpPr>
        <p:spPr>
          <a:xfrm>
            <a:off x="1450467" y="1768450"/>
            <a:ext cx="5016627" cy="3185770"/>
          </a:xfrm>
          <a:custGeom>
            <a:pathLst>
              <a:path w="5016627" h="3185770">
                <a:moveTo>
                  <a:pt x="0" y="3185770"/>
                </a:moveTo>
                <a:lnTo>
                  <a:pt x="5016627" y="3185770"/>
                </a:lnTo>
                <a:lnTo>
                  <a:pt x="501662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noFill/>
            <a:prstDash val="solid"/>
          </a:ln>
        </p:spPr>
      </p:sp>
      <p:sp>
        <p:nvSpPr>
          <p:cNvPr id="3" name="Figure 5 plot object 2">
            <a:extLst>
              <a:ext uri="{FF2B5EF4-FFF2-40B4-BE49-F238E27FC236}">
                <ns2:creationId id="{839B8007-ACD6-45E2-9E8D-2577B3A56D33}"/>
              </a:ext>
            </a:extLst>
          </p:cNvPr>
          <p:cNvSpPr>
            <a:spLocks noGrp="1"/>
          </p:cNvSpPr>
          <p:nvPr/>
        </p:nvSpPr>
        <p:spPr>
          <a:xfrm>
            <a:off x="1573862" y="1768450"/>
            <a:ext cx="1020845" cy="3185770"/>
          </a:xfrm>
          <a:custGeom>
            <a:pathLst>
              <a:path w="1020845" h="3185770">
                <a:moveTo>
                  <a:pt x="0" y="3185770"/>
                </a:moveTo>
                <a:lnTo>
                  <a:pt x="1020845" y="3185770"/>
                </a:lnTo>
                <a:lnTo>
                  <a:pt x="1020845" y="0"/>
                </a:lnTo>
                <a:lnTo>
                  <a:pt x="0" y="0"/>
                </a:lnTo>
                <a:close/>
              </a:path>
            </a:pathLst>
          </a:custGeom>
          <a:solidFill>
            <a:srgbClr val="EFF2F4"/>
          </a:solidFill>
          <a:ln w="12700">
            <a:solidFill>
              <a:srgbClr val="EFF2F4"/>
            </a:solidFill>
            <a:prstDash val="solid"/>
          </a:ln>
        </p:spPr>
      </p:sp>
      <p:sp>
        <p:nvSpPr>
          <p:cNvPr id="4" name="Figure 5 plot object 3">
            <a:extLst>
              <a:ext uri="{FF2B5EF4-FFF2-40B4-BE49-F238E27FC236}">
                <ns2:creationId id="{A118BF2F-D0FF-4515-B7F1-79DC6B160C90}"/>
              </a:ext>
            </a:extLst>
          </p:cNvPr>
          <p:cNvSpPr>
            <a:spLocks noGrp="1"/>
          </p:cNvSpPr>
          <p:nvPr/>
        </p:nvSpPr>
        <p:spPr>
          <a:xfrm>
            <a:off x="4218840" y="4595014"/>
            <a:ext cx="1673131" cy="145877"/>
          </a:xfrm>
          <a:custGeom>
            <a:pathLst>
              <a:path w="1673131" h="145877">
                <a:moveTo>
                  <a:pt x="0" y="145877"/>
                </a:moveTo>
                <a:lnTo>
                  <a:pt x="1673131" y="145877"/>
                </a:lnTo>
                <a:lnTo>
                  <a:pt x="1673131" y="0"/>
                </a:lnTo>
                <a:lnTo>
                  <a:pt x="0" y="0"/>
                </a:lnTo>
                <a:close/>
              </a:path>
            </a:pathLst>
          </a:custGeom>
          <a:solidFill>
            <a:srgbClr val="E6EAED"/>
          </a:solidFill>
          <a:ln w="12700">
            <a:noFill/>
            <a:prstDash val="solid"/>
          </a:ln>
        </p:spPr>
      </p:sp>
      <p:sp>
        <p:nvSpPr>
          <p:cNvPr id="5" name="Figure 5 plot object 4">
            <a:extLst>
              <a:ext uri="{FF2B5EF4-FFF2-40B4-BE49-F238E27FC236}">
                <ns2:creationId id="{33899DB2-A5AD-4973-AD07-746F130D2705}"/>
              </a:ext>
            </a:extLst>
          </p:cNvPr>
          <p:cNvSpPr>
            <a:spLocks noGrp="1"/>
          </p:cNvSpPr>
          <p:nvPr/>
        </p:nvSpPr>
        <p:spPr>
          <a:xfrm>
            <a:off x="1530206" y="4954219"/>
            <a:ext cx="13" cy="63500"/>
          </a:xfrm>
          <a:custGeom>
            <a:pathLst>
              <a:path w="13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10⁻⁵">
            <a:extLst>
              <a:ext uri="{FF2B5EF4-FFF2-40B4-BE49-F238E27FC236}">
                <ns2:creationId id="{8E9F1BB1-A195-4CC1-8DAF-7791557E4333}"/>
              </a:ext>
            </a:extLst>
          </p:cNvPr>
          <p:cNvSpPr>
            <a:spLocks noGrp="1"/>
          </p:cNvSpPr>
          <p:nvPr/>
        </p:nvSpPr>
        <p:spPr>
          <a:xfrm rot="0">
            <a:off x="1342087" y="5042341"/>
            <a:ext cx="490538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10⁻⁵</a:t>
            </a:r>
          </a:p>
        </p:txBody>
      </p:sp>
      <p:sp>
        <p:nvSpPr>
          <p:cNvPr id="7" name="Figure 5 plot object 6">
            <a:extLst>
              <a:ext uri="{FF2B5EF4-FFF2-40B4-BE49-F238E27FC236}">
                <ns2:creationId id="{EBD14185-3FE0-4A8A-851C-7D095D345B61}"/>
              </a:ext>
            </a:extLst>
          </p:cNvPr>
          <p:cNvSpPr>
            <a:spLocks noGrp="1"/>
          </p:cNvSpPr>
          <p:nvPr/>
        </p:nvSpPr>
        <p:spPr>
          <a:xfrm>
            <a:off x="3175835" y="4954219"/>
            <a:ext cx="13" cy="63500"/>
          </a:xfrm>
          <a:custGeom>
            <a:pathLst>
              <a:path w="13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10⁻³">
            <a:extLst>
              <a:ext uri="{FF2B5EF4-FFF2-40B4-BE49-F238E27FC236}">
                <ns2:creationId id="{1859EF7D-AC53-48F1-9DC1-E819CA1C1B8B}"/>
              </a:ext>
            </a:extLst>
          </p:cNvPr>
          <p:cNvSpPr>
            <a:spLocks noGrp="1"/>
          </p:cNvSpPr>
          <p:nvPr/>
        </p:nvSpPr>
        <p:spPr>
          <a:xfrm rot="0">
            <a:off x="2988510" y="5042341"/>
            <a:ext cx="48895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10⁻³</a:t>
            </a:r>
          </a:p>
        </p:txBody>
      </p:sp>
      <p:sp>
        <p:nvSpPr>
          <p:cNvPr id="9" name="Figure 5 plot object 8">
            <a:extLst>
              <a:ext uri="{FF2B5EF4-FFF2-40B4-BE49-F238E27FC236}">
                <ns2:creationId id="{D877F2F0-5008-4936-B1AD-A1C15301225B}"/>
              </a:ext>
            </a:extLst>
          </p:cNvPr>
          <p:cNvSpPr>
            <a:spLocks noGrp="1"/>
          </p:cNvSpPr>
          <p:nvPr/>
        </p:nvSpPr>
        <p:spPr>
          <a:xfrm>
            <a:off x="4821465" y="4954219"/>
            <a:ext cx="13" cy="63500"/>
          </a:xfrm>
          <a:custGeom>
            <a:pathLst>
              <a:path w="13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10⁻¹">
            <a:extLst>
              <a:ext uri="{FF2B5EF4-FFF2-40B4-BE49-F238E27FC236}">
                <ns2:creationId id="{6F970A15-5463-4288-92BE-87603FFACB8E}"/>
              </a:ext>
            </a:extLst>
          </p:cNvPr>
          <p:cNvSpPr>
            <a:spLocks noGrp="1"/>
          </p:cNvSpPr>
          <p:nvPr/>
        </p:nvSpPr>
        <p:spPr>
          <a:xfrm rot="0">
            <a:off x="4632552" y="5042341"/>
            <a:ext cx="492125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10⁻¹</a:t>
            </a:r>
          </a:p>
        </p:txBody>
      </p:sp>
      <p:sp>
        <p:nvSpPr>
          <p:cNvPr id="11" name="Figure 5 plot object 10">
            <a:extLst>
              <a:ext uri="{FF2B5EF4-FFF2-40B4-BE49-F238E27FC236}">
                <ns2:creationId id="{407732D1-F103-44AC-925E-D107817CDFB1}"/>
              </a:ext>
            </a:extLst>
          </p:cNvPr>
          <p:cNvSpPr>
            <a:spLocks noGrp="1"/>
          </p:cNvSpPr>
          <p:nvPr/>
        </p:nvSpPr>
        <p:spPr>
          <a:xfrm>
            <a:off x="6467094" y="4954219"/>
            <a:ext cx="13" cy="63500"/>
          </a:xfrm>
          <a:custGeom>
            <a:pathLst>
              <a:path w="13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10¹">
            <a:extLst>
              <a:ext uri="{FF2B5EF4-FFF2-40B4-BE49-F238E27FC236}">
                <ns2:creationId id="{52247443-7692-48EA-A350-6F553235CFA8}"/>
              </a:ext>
            </a:extLst>
          </p:cNvPr>
          <p:cNvSpPr>
            <a:spLocks noGrp="1"/>
          </p:cNvSpPr>
          <p:nvPr/>
        </p:nvSpPr>
        <p:spPr>
          <a:xfrm rot="0">
            <a:off x="6317075" y="5042341"/>
            <a:ext cx="414338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10¹</a:t>
            </a:r>
          </a:p>
        </p:txBody>
      </p:sp>
      <p:sp>
        <p:nvSpPr>
          <p:cNvPr id="13" name="Nominal concentration (M; log scale)">
            <a:extLst>
              <a:ext uri="{FF2B5EF4-FFF2-40B4-BE49-F238E27FC236}">
                <ns2:creationId id="{5D9B75FC-1C16-4029-AB11-44565FCE9291}"/>
              </a:ext>
            </a:extLst>
          </p:cNvPr>
          <p:cNvSpPr>
            <a:spLocks noGrp="1"/>
          </p:cNvSpPr>
          <p:nvPr/>
        </p:nvSpPr>
        <p:spPr>
          <a:xfrm rot="0">
            <a:off x="2237930" y="5376974"/>
            <a:ext cx="355600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Nominal concentration (M; log scale)</a:t>
            </a:r>
          </a:p>
        </p:txBody>
      </p:sp>
      <p:sp>
        <p:nvSpPr>
          <p:cNvPr id="14" name="Figure 5 plot object 13">
            <a:extLst>
              <a:ext uri="{FF2B5EF4-FFF2-40B4-BE49-F238E27FC236}">
                <ns2:creationId id="{568D4606-02FB-402D-975C-D4CDFD0E3A24}"/>
              </a:ext>
            </a:extLst>
          </p:cNvPr>
          <p:cNvSpPr>
            <a:spLocks noGrp="1"/>
          </p:cNvSpPr>
          <p:nvPr/>
        </p:nvSpPr>
        <p:spPr>
          <a:xfrm>
            <a:off x="1386967" y="4954219"/>
            <a:ext cx="63500" cy="13"/>
          </a:xfrm>
          <a:custGeom>
            <a:pathLst>
              <a:path w="63500" h="13">
                <a:moveTo>
                  <a:pt x="635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0">
            <a:extLst>
              <a:ext uri="{FF2B5EF4-FFF2-40B4-BE49-F238E27FC236}">
                <ns2:creationId id="{845D986A-4C57-4891-856A-FEA112F0A9C4}"/>
              </a:ext>
            </a:extLst>
          </p:cNvPr>
          <p:cNvSpPr>
            <a:spLocks noGrp="1"/>
          </p:cNvSpPr>
          <p:nvPr/>
        </p:nvSpPr>
        <p:spPr>
          <a:xfrm rot="0">
            <a:off x="1196467" y="4823274"/>
            <a:ext cx="22860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6" name="Figure 5 plot object 15">
            <a:extLst>
              <a:ext uri="{FF2B5EF4-FFF2-40B4-BE49-F238E27FC236}">
                <ns2:creationId id="{430FA209-A040-4327-9A0C-7BAAF0A65C05}"/>
              </a:ext>
            </a:extLst>
          </p:cNvPr>
          <p:cNvSpPr>
            <a:spLocks noGrp="1"/>
          </p:cNvSpPr>
          <p:nvPr/>
        </p:nvSpPr>
        <p:spPr>
          <a:xfrm>
            <a:off x="1386967" y="4177202"/>
            <a:ext cx="63500" cy="13"/>
          </a:xfrm>
          <a:custGeom>
            <a:pathLst>
              <a:path w="63500" h="13">
                <a:moveTo>
                  <a:pt x="635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20">
            <a:extLst>
              <a:ext uri="{FF2B5EF4-FFF2-40B4-BE49-F238E27FC236}">
                <ns2:creationId id="{3433C5E4-19C1-465B-86FB-86AEE1615D82}"/>
              </a:ext>
            </a:extLst>
          </p:cNvPr>
          <p:cNvSpPr>
            <a:spLocks noGrp="1"/>
          </p:cNvSpPr>
          <p:nvPr/>
        </p:nvSpPr>
        <p:spPr>
          <a:xfrm rot="0">
            <a:off x="1082167" y="4046257"/>
            <a:ext cx="34290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20</a:t>
            </a:r>
          </a:p>
        </p:txBody>
      </p:sp>
      <p:sp>
        <p:nvSpPr>
          <p:cNvPr id="18" name="Figure 5 plot object 17">
            <a:extLst>
              <a:ext uri="{FF2B5EF4-FFF2-40B4-BE49-F238E27FC236}">
                <ns2:creationId id="{59EF8691-DBCF-4ACC-A71B-41680E94B2A1}"/>
              </a:ext>
            </a:extLst>
          </p:cNvPr>
          <p:cNvSpPr>
            <a:spLocks noGrp="1"/>
          </p:cNvSpPr>
          <p:nvPr/>
        </p:nvSpPr>
        <p:spPr>
          <a:xfrm>
            <a:off x="1386967" y="3400185"/>
            <a:ext cx="63500" cy="13"/>
          </a:xfrm>
          <a:custGeom>
            <a:pathLst>
              <a:path w="63500" h="13">
                <a:moveTo>
                  <a:pt x="635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40">
            <a:extLst>
              <a:ext uri="{FF2B5EF4-FFF2-40B4-BE49-F238E27FC236}">
                <ns2:creationId id="{CF279130-E855-4F06-B0FB-22DE4C735CEC}"/>
              </a:ext>
            </a:extLst>
          </p:cNvPr>
          <p:cNvSpPr>
            <a:spLocks noGrp="1"/>
          </p:cNvSpPr>
          <p:nvPr/>
        </p:nvSpPr>
        <p:spPr>
          <a:xfrm rot="0">
            <a:off x="1082167" y="3269240"/>
            <a:ext cx="34290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40</a:t>
            </a:r>
          </a:p>
        </p:txBody>
      </p:sp>
      <p:sp>
        <p:nvSpPr>
          <p:cNvPr id="20" name="Figure 5 plot object 19">
            <a:extLst>
              <a:ext uri="{FF2B5EF4-FFF2-40B4-BE49-F238E27FC236}">
                <ns2:creationId id="{2CB5D188-856E-4D40-A55B-0497ED0CE40D}"/>
              </a:ext>
            </a:extLst>
          </p:cNvPr>
          <p:cNvSpPr>
            <a:spLocks noGrp="1"/>
          </p:cNvSpPr>
          <p:nvPr/>
        </p:nvSpPr>
        <p:spPr>
          <a:xfrm>
            <a:off x="1386967" y="2623168"/>
            <a:ext cx="63500" cy="13"/>
          </a:xfrm>
          <a:custGeom>
            <a:pathLst>
              <a:path w="63500" h="13">
                <a:moveTo>
                  <a:pt x="635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60">
            <a:extLst>
              <a:ext uri="{FF2B5EF4-FFF2-40B4-BE49-F238E27FC236}">
                <ns2:creationId id="{37DCA149-EBAF-446B-89A1-20FCB906C6A4}"/>
              </a:ext>
            </a:extLst>
          </p:cNvPr>
          <p:cNvSpPr>
            <a:spLocks noGrp="1"/>
          </p:cNvSpPr>
          <p:nvPr/>
        </p:nvSpPr>
        <p:spPr>
          <a:xfrm rot="0">
            <a:off x="1080580" y="2492223"/>
            <a:ext cx="344488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60</a:t>
            </a:r>
          </a:p>
        </p:txBody>
      </p:sp>
      <p:sp>
        <p:nvSpPr>
          <p:cNvPr id="22" name="Figure 5 plot object 21">
            <a:extLst>
              <a:ext uri="{FF2B5EF4-FFF2-40B4-BE49-F238E27FC236}">
                <ns2:creationId id="{F4174AC4-96CB-4B2E-AF1B-74318C83CBB0}"/>
              </a:ext>
            </a:extLst>
          </p:cNvPr>
          <p:cNvSpPr>
            <a:spLocks noGrp="1"/>
          </p:cNvSpPr>
          <p:nvPr/>
        </p:nvSpPr>
        <p:spPr>
          <a:xfrm>
            <a:off x="1386967" y="1846151"/>
            <a:ext cx="63500" cy="13"/>
          </a:xfrm>
          <a:custGeom>
            <a:pathLst>
              <a:path w="63500" h="13">
                <a:moveTo>
                  <a:pt x="635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80">
            <a:extLst>
              <a:ext uri="{FF2B5EF4-FFF2-40B4-BE49-F238E27FC236}">
                <ns2:creationId id="{71C1EB15-F18D-4675-9E2B-BA728A159C80}"/>
              </a:ext>
            </a:extLst>
          </p:cNvPr>
          <p:cNvSpPr>
            <a:spLocks noGrp="1"/>
          </p:cNvSpPr>
          <p:nvPr/>
        </p:nvSpPr>
        <p:spPr>
          <a:xfrm rot="0">
            <a:off x="1082167" y="1715206"/>
            <a:ext cx="34290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80</a:t>
            </a:r>
          </a:p>
        </p:txBody>
      </p:sp>
      <p:sp>
        <p:nvSpPr>
          <p:cNvPr id="24" name="Dissociation (%)">
            <a:extLst>
              <a:ext uri="{FF2B5EF4-FFF2-40B4-BE49-F238E27FC236}">
                <ns2:creationId id="{1E44FA3E-5073-4B8F-A153-10E8CA637298}"/>
              </a:ext>
            </a:extLst>
          </p:cNvPr>
          <p:cNvSpPr>
            <a:spLocks noGrp="1"/>
          </p:cNvSpPr>
          <p:nvPr/>
        </p:nvSpPr>
        <p:spPr>
          <a:xfrm rot="-5400000">
            <a:off x="35080" y="3149879"/>
            <a:ext cx="1655762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Dissociation (%)</a:t>
            </a:r>
          </a:p>
        </p:txBody>
      </p:sp>
      <p:sp>
        <p:nvSpPr>
          <p:cNvPr id="25" name="Figure 5 plot object 24">
            <a:extLst>
              <a:ext uri="{FF2B5EF4-FFF2-40B4-BE49-F238E27FC236}">
                <ns2:creationId id="{3B4817E4-9C12-4511-B9D6-CEA978DF36F8}"/>
              </a:ext>
            </a:extLst>
          </p:cNvPr>
          <p:cNvSpPr>
            <a:spLocks noGrp="1"/>
          </p:cNvSpPr>
          <p:nvPr/>
        </p:nvSpPr>
        <p:spPr>
          <a:xfrm>
            <a:off x="4798569" y="4691270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26" name="Figure 5 plot object 25">
            <a:extLst>
              <a:ext uri="{FF2B5EF4-FFF2-40B4-BE49-F238E27FC236}">
                <ns2:creationId id="{94ED32C2-C51D-4043-9778-8B8984DD607A}"/>
              </a:ext>
            </a:extLst>
          </p:cNvPr>
          <p:cNvSpPr>
            <a:spLocks noGrp="1"/>
          </p:cNvSpPr>
          <p:nvPr/>
        </p:nvSpPr>
        <p:spPr>
          <a:xfrm>
            <a:off x="4653679" y="4638330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27" name="Figure 5 plot object 26">
            <a:extLst>
              <a:ext uri="{FF2B5EF4-FFF2-40B4-BE49-F238E27FC236}">
                <ns2:creationId id="{A03C427D-7A0C-4B01-9E70-9A81FFD633BC}"/>
              </a:ext>
            </a:extLst>
          </p:cNvPr>
          <p:cNvSpPr>
            <a:spLocks noGrp="1"/>
          </p:cNvSpPr>
          <p:nvPr/>
        </p:nvSpPr>
        <p:spPr>
          <a:xfrm>
            <a:off x="4550878" y="4607386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28" name="Figure 5 plot object 27">
            <a:extLst>
              <a:ext uri="{FF2B5EF4-FFF2-40B4-BE49-F238E27FC236}">
                <ns2:creationId id="{1D399EC4-6E5A-4554-B137-24BCBFC59535}"/>
              </a:ext>
            </a:extLst>
          </p:cNvPr>
          <p:cNvSpPr>
            <a:spLocks noGrp="1"/>
          </p:cNvSpPr>
          <p:nvPr/>
        </p:nvSpPr>
        <p:spPr>
          <a:xfrm>
            <a:off x="5191152" y="4661130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29" name="Figure 5 plot object 28">
            <a:extLst>
              <a:ext uri="{FF2B5EF4-FFF2-40B4-BE49-F238E27FC236}">
                <ns2:creationId id="{4999D217-847F-4CCE-B793-895E4547E434}"/>
              </a:ext>
            </a:extLst>
          </p:cNvPr>
          <p:cNvSpPr>
            <a:spLocks noGrp="1"/>
          </p:cNvSpPr>
          <p:nvPr/>
        </p:nvSpPr>
        <p:spPr>
          <a:xfrm>
            <a:off x="5046261" y="4631591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30" name="Figure 5 plot object 29">
            <a:extLst>
              <a:ext uri="{FF2B5EF4-FFF2-40B4-BE49-F238E27FC236}">
                <ns2:creationId id="{4280E844-BEF1-4503-AF39-3E82EFE1B3BD}"/>
              </a:ext>
            </a:extLst>
          </p:cNvPr>
          <p:cNvSpPr>
            <a:spLocks noGrp="1"/>
          </p:cNvSpPr>
          <p:nvPr/>
        </p:nvSpPr>
        <p:spPr>
          <a:xfrm>
            <a:off x="4943460" y="4658752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31" name="Figure 5 plot object 30">
            <a:extLst>
              <a:ext uri="{FF2B5EF4-FFF2-40B4-BE49-F238E27FC236}">
                <ns2:creationId id="{0DA1C4C2-71E4-4629-AC02-8FDAEC7CFD2E}"/>
              </a:ext>
            </a:extLst>
          </p:cNvPr>
          <p:cNvSpPr>
            <a:spLocks noGrp="1"/>
          </p:cNvSpPr>
          <p:nvPr/>
        </p:nvSpPr>
        <p:spPr>
          <a:xfrm>
            <a:off x="5438844" y="4663216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32" name="Figure 5 plot object 31">
            <a:extLst>
              <a:ext uri="{FF2B5EF4-FFF2-40B4-BE49-F238E27FC236}">
                <ns2:creationId id="{AF5AFC3D-4031-4E28-8A51-FDDF940A85AB}"/>
              </a:ext>
            </a:extLst>
          </p:cNvPr>
          <p:cNvSpPr>
            <a:spLocks noGrp="1"/>
          </p:cNvSpPr>
          <p:nvPr/>
        </p:nvSpPr>
        <p:spPr>
          <a:xfrm>
            <a:off x="5293953" y="4659369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33" name="Figure 5 plot object 32">
            <a:extLst>
              <a:ext uri="{FF2B5EF4-FFF2-40B4-BE49-F238E27FC236}">
                <ns2:creationId id="{502CCA0E-4877-4265-88E5-CC8ED62A7580}"/>
              </a:ext>
            </a:extLst>
          </p:cNvPr>
          <p:cNvSpPr>
            <a:spLocks noGrp="1"/>
          </p:cNvSpPr>
          <p:nvPr/>
        </p:nvSpPr>
        <p:spPr>
          <a:xfrm>
            <a:off x="5191152" y="4670962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34" name="Figure 5 plot object 33">
            <a:extLst>
              <a:ext uri="{FF2B5EF4-FFF2-40B4-BE49-F238E27FC236}">
                <ns2:creationId id="{9B4D82AC-DE41-4605-95DD-D3027DAACFBC}"/>
              </a:ext>
            </a:extLst>
          </p:cNvPr>
          <p:cNvSpPr>
            <a:spLocks noGrp="1"/>
          </p:cNvSpPr>
          <p:nvPr/>
        </p:nvSpPr>
        <p:spPr>
          <a:xfrm>
            <a:off x="5621384" y="4671018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35" name="Figure 5 plot object 34">
            <a:extLst>
              <a:ext uri="{FF2B5EF4-FFF2-40B4-BE49-F238E27FC236}">
                <ns2:creationId id="{DD16F7D8-0821-49B0-8843-64C11C57CCB0}"/>
              </a:ext>
            </a:extLst>
          </p:cNvPr>
          <p:cNvSpPr>
            <a:spLocks noGrp="1"/>
          </p:cNvSpPr>
          <p:nvPr/>
        </p:nvSpPr>
        <p:spPr>
          <a:xfrm>
            <a:off x="5476494" y="4624350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36" name="Figure 5 plot object 35">
            <a:extLst>
              <a:ext uri="{FF2B5EF4-FFF2-40B4-BE49-F238E27FC236}">
                <ns2:creationId id="{7A479DBF-33D1-49EE-8FBA-67F9178B1C89}"/>
              </a:ext>
            </a:extLst>
          </p:cNvPr>
          <p:cNvSpPr>
            <a:spLocks noGrp="1"/>
          </p:cNvSpPr>
          <p:nvPr/>
        </p:nvSpPr>
        <p:spPr>
          <a:xfrm>
            <a:off x="5373692" y="4681447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37" name="Figure 5 plot object 36">
            <a:extLst>
              <a:ext uri="{FF2B5EF4-FFF2-40B4-BE49-F238E27FC236}">
                <ns2:creationId id="{816FE352-E6AD-4E14-AB01-0F40890B248A}"/>
              </a:ext>
            </a:extLst>
          </p:cNvPr>
          <p:cNvSpPr>
            <a:spLocks noGrp="1"/>
          </p:cNvSpPr>
          <p:nvPr/>
        </p:nvSpPr>
        <p:spPr>
          <a:xfrm>
            <a:off x="4588527" y="4620540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38" name="Figure 5 plot object 37">
            <a:extLst>
              <a:ext uri="{FF2B5EF4-FFF2-40B4-BE49-F238E27FC236}">
                <ns2:creationId id="{81718AE6-AF96-4B98-A5E1-12F6E3DA05BE}"/>
              </a:ext>
            </a:extLst>
          </p:cNvPr>
          <p:cNvSpPr>
            <a:spLocks noGrp="1"/>
          </p:cNvSpPr>
          <p:nvPr/>
        </p:nvSpPr>
        <p:spPr>
          <a:xfrm>
            <a:off x="4195945" y="4572762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39" name="Figure 5 plot object 38">
            <a:extLst>
              <a:ext uri="{FF2B5EF4-FFF2-40B4-BE49-F238E27FC236}">
                <ns2:creationId id="{41CFB5E6-54D7-479E-98DB-B6C41B705CAC}"/>
              </a:ext>
            </a:extLst>
          </p:cNvPr>
          <p:cNvSpPr>
            <a:spLocks noGrp="1"/>
          </p:cNvSpPr>
          <p:nvPr/>
        </p:nvSpPr>
        <p:spPr>
          <a:xfrm>
            <a:off x="4798569" y="4652918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40" name="Figure 5 plot object 39">
            <a:extLst>
              <a:ext uri="{FF2B5EF4-FFF2-40B4-BE49-F238E27FC236}">
                <ns2:creationId id="{ACDEBE12-4358-4301-B7B2-44D53B983DFE}"/>
              </a:ext>
            </a:extLst>
          </p:cNvPr>
          <p:cNvSpPr>
            <a:spLocks noGrp="1"/>
          </p:cNvSpPr>
          <p:nvPr/>
        </p:nvSpPr>
        <p:spPr>
          <a:xfrm>
            <a:off x="5046261" y="4632638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41" name="Figure 5 plot object 40">
            <a:extLst>
              <a:ext uri="{FF2B5EF4-FFF2-40B4-BE49-F238E27FC236}">
                <ns2:creationId id="{FEAC9A3B-9E58-4892-BE86-73E8432EF0FC}"/>
              </a:ext>
            </a:extLst>
          </p:cNvPr>
          <p:cNvSpPr>
            <a:spLocks noGrp="1"/>
          </p:cNvSpPr>
          <p:nvPr/>
        </p:nvSpPr>
        <p:spPr>
          <a:xfrm>
            <a:off x="5191152" y="4657130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42" name="Figure 5 plot object 41">
            <a:extLst>
              <a:ext uri="{FF2B5EF4-FFF2-40B4-BE49-F238E27FC236}">
                <ns2:creationId id="{04A46A4B-7E99-4300-934C-7E1C8459FD2F}"/>
              </a:ext>
            </a:extLst>
          </p:cNvPr>
          <p:cNvSpPr>
            <a:spLocks noGrp="1"/>
          </p:cNvSpPr>
          <p:nvPr/>
        </p:nvSpPr>
        <p:spPr>
          <a:xfrm>
            <a:off x="5293953" y="4641762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43" name="Figure 5 plot object 42">
            <a:extLst>
              <a:ext uri="{FF2B5EF4-FFF2-40B4-BE49-F238E27FC236}">
                <ns2:creationId id="{26B21B8B-0A35-4F77-B88F-0AC07EC0DD51}"/>
              </a:ext>
            </a:extLst>
          </p:cNvPr>
          <p:cNvSpPr>
            <a:spLocks noGrp="1"/>
          </p:cNvSpPr>
          <p:nvPr/>
        </p:nvSpPr>
        <p:spPr>
          <a:xfrm>
            <a:off x="5373692" y="4659361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44" name="Figure 5 plot object 43">
            <a:extLst>
              <a:ext uri="{FF2B5EF4-FFF2-40B4-BE49-F238E27FC236}">
                <ns2:creationId id="{82B48E64-BC33-4061-B3F3-1C339E336F3F}"/>
              </a:ext>
            </a:extLst>
          </p:cNvPr>
          <p:cNvSpPr>
            <a:spLocks noGrp="1"/>
          </p:cNvSpPr>
          <p:nvPr/>
        </p:nvSpPr>
        <p:spPr>
          <a:xfrm>
            <a:off x="5438844" y="4645699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45" name="Figure 5 plot object 44">
            <a:extLst>
              <a:ext uri="{FF2B5EF4-FFF2-40B4-BE49-F238E27FC236}">
                <ns2:creationId id="{59A546AD-8D6B-4226-BA77-DD5FBD106879}"/>
              </a:ext>
            </a:extLst>
          </p:cNvPr>
          <p:cNvSpPr>
            <a:spLocks noGrp="1"/>
          </p:cNvSpPr>
          <p:nvPr/>
        </p:nvSpPr>
        <p:spPr>
          <a:xfrm>
            <a:off x="5493928" y="4678030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46" name="Figure 5 plot object 45">
            <a:extLst>
              <a:ext uri="{FF2B5EF4-FFF2-40B4-BE49-F238E27FC236}">
                <ns2:creationId id="{A8020C1E-70AE-4571-BBFD-5FF693069D04}"/>
              </a:ext>
            </a:extLst>
          </p:cNvPr>
          <p:cNvSpPr>
            <a:spLocks noGrp="1"/>
          </p:cNvSpPr>
          <p:nvPr/>
        </p:nvSpPr>
        <p:spPr>
          <a:xfrm>
            <a:off x="5541645" y="4649531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47" name="Figure 5 plot object 46">
            <a:extLst>
              <a:ext uri="{FF2B5EF4-FFF2-40B4-BE49-F238E27FC236}">
                <ns2:creationId id="{2C080D6C-2A9F-4E8F-ADE2-36B48E0D4EB3}"/>
              </a:ext>
            </a:extLst>
          </p:cNvPr>
          <p:cNvSpPr>
            <a:spLocks noGrp="1"/>
          </p:cNvSpPr>
          <p:nvPr/>
        </p:nvSpPr>
        <p:spPr>
          <a:xfrm>
            <a:off x="5373692" y="4690318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48" name="Figure 5 plot object 47">
            <a:extLst>
              <a:ext uri="{FF2B5EF4-FFF2-40B4-BE49-F238E27FC236}">
                <ns2:creationId id="{464EF431-3D98-44AA-95ED-85EC30556B9E}"/>
              </a:ext>
            </a:extLst>
          </p:cNvPr>
          <p:cNvSpPr>
            <a:spLocks noGrp="1"/>
          </p:cNvSpPr>
          <p:nvPr/>
        </p:nvSpPr>
        <p:spPr>
          <a:xfrm>
            <a:off x="5621384" y="4665724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49" name="Figure 5 plot object 48">
            <a:extLst>
              <a:ext uri="{FF2B5EF4-FFF2-40B4-BE49-F238E27FC236}">
                <ns2:creationId id="{927A8885-9E64-491D-8574-C5458BFB3192}"/>
              </a:ext>
            </a:extLst>
          </p:cNvPr>
          <p:cNvSpPr>
            <a:spLocks noGrp="1"/>
          </p:cNvSpPr>
          <p:nvPr/>
        </p:nvSpPr>
        <p:spPr>
          <a:xfrm>
            <a:off x="4588527" y="4621839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50" name="Figure 5 plot object 49">
            <a:extLst>
              <a:ext uri="{FF2B5EF4-FFF2-40B4-BE49-F238E27FC236}">
                <ns2:creationId id="{3D3888DD-BA61-4CFF-B941-D1654533CD52}"/>
              </a:ext>
            </a:extLst>
          </p:cNvPr>
          <p:cNvSpPr>
            <a:spLocks noGrp="1"/>
          </p:cNvSpPr>
          <p:nvPr/>
        </p:nvSpPr>
        <p:spPr>
          <a:xfrm>
            <a:off x="4195945" y="4572119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51" name="Figure 5 plot object 50">
            <a:extLst>
              <a:ext uri="{FF2B5EF4-FFF2-40B4-BE49-F238E27FC236}">
                <ns2:creationId id="{08B9B9E3-1150-448D-9765-D88C7583A3D7}"/>
              </a:ext>
            </a:extLst>
          </p:cNvPr>
          <p:cNvSpPr>
            <a:spLocks noGrp="1"/>
          </p:cNvSpPr>
          <p:nvPr/>
        </p:nvSpPr>
        <p:spPr>
          <a:xfrm>
            <a:off x="5126000" y="4652101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52" name="Figure 5 plot object 51">
            <a:extLst>
              <a:ext uri="{FF2B5EF4-FFF2-40B4-BE49-F238E27FC236}">
                <ns2:creationId id="{6F521033-5A8A-4465-A569-AB8700C85B65}"/>
              </a:ext>
            </a:extLst>
          </p:cNvPr>
          <p:cNvSpPr>
            <a:spLocks noGrp="1"/>
          </p:cNvSpPr>
          <p:nvPr/>
        </p:nvSpPr>
        <p:spPr>
          <a:xfrm>
            <a:off x="4733418" y="4652671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53" name="Figure 5 plot object 52">
            <a:extLst>
              <a:ext uri="{FF2B5EF4-FFF2-40B4-BE49-F238E27FC236}">
                <ns2:creationId id="{C70DC436-B967-47F2-9FD4-67D8FC4975D0}"/>
              </a:ext>
            </a:extLst>
          </p:cNvPr>
          <p:cNvSpPr>
            <a:spLocks noGrp="1"/>
          </p:cNvSpPr>
          <p:nvPr/>
        </p:nvSpPr>
        <p:spPr>
          <a:xfrm>
            <a:off x="5373692" y="4632434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54" name="Figure 5 plot object 53">
            <a:extLst>
              <a:ext uri="{FF2B5EF4-FFF2-40B4-BE49-F238E27FC236}">
                <ns2:creationId id="{2E3122D1-691D-412E-9CFA-2551BD37C0EB}"/>
              </a:ext>
            </a:extLst>
          </p:cNvPr>
          <p:cNvSpPr>
            <a:spLocks noGrp="1"/>
          </p:cNvSpPr>
          <p:nvPr/>
        </p:nvSpPr>
        <p:spPr>
          <a:xfrm>
            <a:off x="4981110" y="4657678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55" name="Figure 5 plot object 54">
            <a:extLst>
              <a:ext uri="{FF2B5EF4-FFF2-40B4-BE49-F238E27FC236}">
                <ns2:creationId id="{D7903296-7478-46F3-97A9-1A200C4E79E7}"/>
              </a:ext>
            </a:extLst>
          </p:cNvPr>
          <p:cNvSpPr>
            <a:spLocks noGrp="1"/>
          </p:cNvSpPr>
          <p:nvPr/>
        </p:nvSpPr>
        <p:spPr>
          <a:xfrm>
            <a:off x="5373692" y="4693807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56" name="Figure 5 plot object 55">
            <a:extLst>
              <a:ext uri="{FF2B5EF4-FFF2-40B4-BE49-F238E27FC236}">
                <ns2:creationId id="{FE4DDF8D-D19C-40DE-92CE-F8A21E440A88}"/>
              </a:ext>
            </a:extLst>
          </p:cNvPr>
          <p:cNvSpPr>
            <a:spLocks noGrp="1"/>
          </p:cNvSpPr>
          <p:nvPr/>
        </p:nvSpPr>
        <p:spPr>
          <a:xfrm>
            <a:off x="5373692" y="4663651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57" name="Figure 5 plot object 56">
            <a:extLst>
              <a:ext uri="{FF2B5EF4-FFF2-40B4-BE49-F238E27FC236}">
                <ns2:creationId id="{2C0B3688-CC39-4663-A193-37039EC72174}"/>
              </a:ext>
            </a:extLst>
          </p:cNvPr>
          <p:cNvSpPr>
            <a:spLocks noGrp="1"/>
          </p:cNvSpPr>
          <p:nvPr/>
        </p:nvSpPr>
        <p:spPr>
          <a:xfrm>
            <a:off x="5373692" y="4624341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58" name="Figure 5 plot object 57">
            <a:extLst>
              <a:ext uri="{FF2B5EF4-FFF2-40B4-BE49-F238E27FC236}">
                <ns2:creationId id="{3387F58E-C1CD-4D53-A71E-680EF5617446}"/>
              </a:ext>
            </a:extLst>
          </p:cNvPr>
          <p:cNvSpPr>
            <a:spLocks noGrp="1"/>
          </p:cNvSpPr>
          <p:nvPr/>
        </p:nvSpPr>
        <p:spPr>
          <a:xfrm>
            <a:off x="5621384" y="4663053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59" name="Figure 5 plot object 58">
            <a:extLst>
              <a:ext uri="{FF2B5EF4-FFF2-40B4-BE49-F238E27FC236}">
                <ns2:creationId id="{792203FC-8FBF-457E-8614-D01BBF4CD14F}"/>
              </a:ext>
            </a:extLst>
          </p:cNvPr>
          <p:cNvSpPr>
            <a:spLocks noGrp="1"/>
          </p:cNvSpPr>
          <p:nvPr/>
        </p:nvSpPr>
        <p:spPr>
          <a:xfrm>
            <a:off x="5621384" y="4663243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60" name="Figure 5 plot object 59">
            <a:extLst>
              <a:ext uri="{FF2B5EF4-FFF2-40B4-BE49-F238E27FC236}">
                <ns2:creationId id="{18266B2D-44EA-4D7A-B544-298C6CB16B87}"/>
              </a:ext>
            </a:extLst>
          </p:cNvPr>
          <p:cNvSpPr>
            <a:spLocks noGrp="1"/>
          </p:cNvSpPr>
          <p:nvPr/>
        </p:nvSpPr>
        <p:spPr>
          <a:xfrm>
            <a:off x="5869076" y="4641481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61" name="Figure 5 plot object 60">
            <a:extLst>
              <a:ext uri="{FF2B5EF4-FFF2-40B4-BE49-F238E27FC236}">
                <ns2:creationId id="{D824E339-6692-4E37-9FFA-A985E15F3C8B}"/>
              </a:ext>
            </a:extLst>
          </p:cNvPr>
          <p:cNvSpPr>
            <a:spLocks noGrp="1"/>
          </p:cNvSpPr>
          <p:nvPr/>
        </p:nvSpPr>
        <p:spPr>
          <a:xfrm>
            <a:off x="4798569" y="4628051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62" name="Figure 5 plot object 61">
            <a:extLst>
              <a:ext uri="{FF2B5EF4-FFF2-40B4-BE49-F238E27FC236}">
                <ns2:creationId id="{B899903E-4513-4F3D-BC0B-34A5E8A7C0FA}"/>
              </a:ext>
            </a:extLst>
          </p:cNvPr>
          <p:cNvSpPr>
            <a:spLocks noGrp="1"/>
          </p:cNvSpPr>
          <p:nvPr/>
        </p:nvSpPr>
        <p:spPr>
          <a:xfrm>
            <a:off x="4798569" y="4662623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63" name="Figure 5 plot object 62">
            <a:extLst>
              <a:ext uri="{FF2B5EF4-FFF2-40B4-BE49-F238E27FC236}">
                <ns2:creationId id="{A8372751-A6AD-47DB-B79D-D7BA7F29C378}"/>
              </a:ext>
            </a:extLst>
          </p:cNvPr>
          <p:cNvSpPr>
            <a:spLocks noGrp="1"/>
          </p:cNvSpPr>
          <p:nvPr/>
        </p:nvSpPr>
        <p:spPr>
          <a:xfrm>
            <a:off x="5046261" y="4657534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64" name="Figure 5 plot object 63">
            <a:extLst>
              <a:ext uri="{FF2B5EF4-FFF2-40B4-BE49-F238E27FC236}">
                <ns2:creationId id="{BAD9E563-BD8D-40AE-A0AA-1B5F51BDA6A0}"/>
              </a:ext>
            </a:extLst>
          </p:cNvPr>
          <p:cNvSpPr>
            <a:spLocks noGrp="1"/>
          </p:cNvSpPr>
          <p:nvPr/>
        </p:nvSpPr>
        <p:spPr>
          <a:xfrm>
            <a:off x="5046261" y="4672127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65" name="Figure 5 plot object 64">
            <a:extLst>
              <a:ext uri="{FF2B5EF4-FFF2-40B4-BE49-F238E27FC236}">
                <ns2:creationId id="{FD083531-5660-4421-B391-760900E1F199}"/>
              </a:ext>
            </a:extLst>
          </p:cNvPr>
          <p:cNvSpPr>
            <a:spLocks noGrp="1"/>
          </p:cNvSpPr>
          <p:nvPr/>
        </p:nvSpPr>
        <p:spPr>
          <a:xfrm>
            <a:off x="5191152" y="4652616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66" name="Figure 5 plot object 65">
            <a:extLst>
              <a:ext uri="{FF2B5EF4-FFF2-40B4-BE49-F238E27FC236}">
                <ns2:creationId id="{BDCBA881-8E4C-4F0D-A55A-66E403274F98}"/>
              </a:ext>
            </a:extLst>
          </p:cNvPr>
          <p:cNvSpPr>
            <a:spLocks noGrp="1"/>
          </p:cNvSpPr>
          <p:nvPr/>
        </p:nvSpPr>
        <p:spPr>
          <a:xfrm>
            <a:off x="5191152" y="4662284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67" name="Figure 5 plot object 66">
            <a:extLst>
              <a:ext uri="{FF2B5EF4-FFF2-40B4-BE49-F238E27FC236}">
                <ns2:creationId id="{D748D8E6-DFE6-4A0B-90EC-845D0AD09A09}"/>
              </a:ext>
            </a:extLst>
          </p:cNvPr>
          <p:cNvSpPr>
            <a:spLocks noGrp="1"/>
          </p:cNvSpPr>
          <p:nvPr/>
        </p:nvSpPr>
        <p:spPr>
          <a:xfrm>
            <a:off x="5293953" y="4598254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68" name="Figure 5 plot object 67">
            <a:extLst>
              <a:ext uri="{FF2B5EF4-FFF2-40B4-BE49-F238E27FC236}">
                <ns2:creationId id="{0F5478FB-39F9-4C50-97E7-46CB7FF2CA7D}"/>
              </a:ext>
            </a:extLst>
          </p:cNvPr>
          <p:cNvSpPr>
            <a:spLocks noGrp="1"/>
          </p:cNvSpPr>
          <p:nvPr/>
        </p:nvSpPr>
        <p:spPr>
          <a:xfrm>
            <a:off x="5293953" y="4666182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69" name="Figure 5 plot object 68">
            <a:extLst>
              <a:ext uri="{FF2B5EF4-FFF2-40B4-BE49-F238E27FC236}">
                <ns2:creationId id="{8228A95C-5B19-42B9-A1A9-7E099209FE7A}"/>
              </a:ext>
            </a:extLst>
          </p:cNvPr>
          <p:cNvSpPr>
            <a:spLocks noGrp="1"/>
          </p:cNvSpPr>
          <p:nvPr/>
        </p:nvSpPr>
        <p:spPr>
          <a:xfrm>
            <a:off x="4798569" y="4679924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70" name="Figure 5 plot object 69">
            <a:extLst>
              <a:ext uri="{FF2B5EF4-FFF2-40B4-BE49-F238E27FC236}">
                <ns2:creationId id="{27821165-5309-4FDF-886C-E150D8DFB3CA}"/>
              </a:ext>
            </a:extLst>
          </p:cNvPr>
          <p:cNvSpPr>
            <a:spLocks noGrp="1"/>
          </p:cNvSpPr>
          <p:nvPr/>
        </p:nvSpPr>
        <p:spPr>
          <a:xfrm>
            <a:off x="5046261" y="4658867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71" name="Figure 5 plot object 70">
            <a:extLst>
              <a:ext uri="{FF2B5EF4-FFF2-40B4-BE49-F238E27FC236}">
                <ns2:creationId id="{9D83B3DE-3319-4D8C-B275-50F6B6FC4950}"/>
              </a:ext>
            </a:extLst>
          </p:cNvPr>
          <p:cNvSpPr>
            <a:spLocks noGrp="1"/>
          </p:cNvSpPr>
          <p:nvPr/>
        </p:nvSpPr>
        <p:spPr>
          <a:xfrm>
            <a:off x="5191152" y="4664002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72" name="Figure 5 plot object 71">
            <a:extLst>
              <a:ext uri="{FF2B5EF4-FFF2-40B4-BE49-F238E27FC236}">
                <ns2:creationId id="{4EEE92AC-7273-497F-A16A-71564F43C234}"/>
              </a:ext>
            </a:extLst>
          </p:cNvPr>
          <p:cNvSpPr>
            <a:spLocks noGrp="1"/>
          </p:cNvSpPr>
          <p:nvPr/>
        </p:nvSpPr>
        <p:spPr>
          <a:xfrm>
            <a:off x="5293953" y="4691617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73" name="Figure 5 plot object 72">
            <a:extLst>
              <a:ext uri="{FF2B5EF4-FFF2-40B4-BE49-F238E27FC236}">
                <ns2:creationId id="{E5AA97DB-7C9C-49EA-B97B-44F038EA77E8}"/>
              </a:ext>
            </a:extLst>
          </p:cNvPr>
          <p:cNvSpPr>
            <a:spLocks noGrp="1"/>
          </p:cNvSpPr>
          <p:nvPr/>
        </p:nvSpPr>
        <p:spPr>
          <a:xfrm>
            <a:off x="4588527" y="4668424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74" name="Figure 5 plot object 73">
            <a:extLst>
              <a:ext uri="{FF2B5EF4-FFF2-40B4-BE49-F238E27FC236}">
                <ns2:creationId id="{493EC288-BC45-4390-BB9E-68D5C636CA97}"/>
              </a:ext>
            </a:extLst>
          </p:cNvPr>
          <p:cNvSpPr>
            <a:spLocks noGrp="1"/>
          </p:cNvSpPr>
          <p:nvPr/>
        </p:nvSpPr>
        <p:spPr>
          <a:xfrm>
            <a:off x="4340836" y="4636319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75" name="Figure 5 plot object 74">
            <a:extLst>
              <a:ext uri="{FF2B5EF4-FFF2-40B4-BE49-F238E27FC236}">
                <ns2:creationId id="{93FDCD1D-20A2-4143-8259-8EA383672FC2}"/>
              </a:ext>
            </a:extLst>
          </p:cNvPr>
          <p:cNvSpPr>
            <a:spLocks noGrp="1"/>
          </p:cNvSpPr>
          <p:nvPr/>
        </p:nvSpPr>
        <p:spPr>
          <a:xfrm>
            <a:off x="4195945" y="4624526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76" name="Figure 5 plot object 75">
            <a:extLst>
              <a:ext uri="{FF2B5EF4-FFF2-40B4-BE49-F238E27FC236}">
                <ns2:creationId id="{BCA27411-3431-4F3D-9993-CE755C52D126}"/>
              </a:ext>
            </a:extLst>
          </p:cNvPr>
          <p:cNvSpPr>
            <a:spLocks noGrp="1"/>
          </p:cNvSpPr>
          <p:nvPr/>
        </p:nvSpPr>
        <p:spPr>
          <a:xfrm>
            <a:off x="5228802" y="4625977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77" name="Figure 5 plot object 76">
            <a:extLst>
              <a:ext uri="{FF2B5EF4-FFF2-40B4-BE49-F238E27FC236}">
                <ns2:creationId id="{5337EA7F-089D-40EB-8ABB-0AB08B88F59C}"/>
              </a:ext>
            </a:extLst>
          </p:cNvPr>
          <p:cNvSpPr>
            <a:spLocks noGrp="1"/>
          </p:cNvSpPr>
          <p:nvPr/>
        </p:nvSpPr>
        <p:spPr>
          <a:xfrm>
            <a:off x="4981110" y="4635762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78" name="Figure 5 plot object 77">
            <a:extLst>
              <a:ext uri="{FF2B5EF4-FFF2-40B4-BE49-F238E27FC236}">
                <ns2:creationId id="{E20234F8-E700-4204-A732-994162DC2FDB}"/>
              </a:ext>
            </a:extLst>
          </p:cNvPr>
          <p:cNvSpPr>
            <a:spLocks noGrp="1"/>
          </p:cNvSpPr>
          <p:nvPr/>
        </p:nvSpPr>
        <p:spPr>
          <a:xfrm>
            <a:off x="4836219" y="4663607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79" name="Figure 5 plot object 78">
            <a:extLst>
              <a:ext uri="{FF2B5EF4-FFF2-40B4-BE49-F238E27FC236}">
                <ns2:creationId id="{55C63398-EE57-43F1-993D-3F7B9EAF410F}"/>
              </a:ext>
            </a:extLst>
          </p:cNvPr>
          <p:cNvSpPr>
            <a:spLocks noGrp="1"/>
          </p:cNvSpPr>
          <p:nvPr/>
        </p:nvSpPr>
        <p:spPr>
          <a:xfrm>
            <a:off x="5556233" y="4662084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80" name="Figure 5 plot object 79">
            <a:extLst>
              <a:ext uri="{FF2B5EF4-FFF2-40B4-BE49-F238E27FC236}">
                <ns2:creationId id="{3580DA52-BD81-4E52-97C4-FED8D2BB2EB3}"/>
              </a:ext>
            </a:extLst>
          </p:cNvPr>
          <p:cNvSpPr>
            <a:spLocks noGrp="1"/>
          </p:cNvSpPr>
          <p:nvPr/>
        </p:nvSpPr>
        <p:spPr>
          <a:xfrm>
            <a:off x="5308541" y="4693427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81" name="Figure 5 plot object 80">
            <a:extLst>
              <a:ext uri="{FF2B5EF4-FFF2-40B4-BE49-F238E27FC236}">
                <ns2:creationId id="{4E37C365-7B2C-40B2-AC4F-9ED840733755}"/>
              </a:ext>
            </a:extLst>
          </p:cNvPr>
          <p:cNvSpPr>
            <a:spLocks noGrp="1"/>
          </p:cNvSpPr>
          <p:nvPr/>
        </p:nvSpPr>
        <p:spPr>
          <a:xfrm>
            <a:off x="5163650" y="4657649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82" name="Figure 5 plot object 81">
            <a:extLst>
              <a:ext uri="{FF2B5EF4-FFF2-40B4-BE49-F238E27FC236}">
                <ns2:creationId id="{53C95120-B0FE-40AA-A83D-6AF06A70F9B5}"/>
              </a:ext>
            </a:extLst>
          </p:cNvPr>
          <p:cNvSpPr>
            <a:spLocks noGrp="1"/>
          </p:cNvSpPr>
          <p:nvPr/>
        </p:nvSpPr>
        <p:spPr>
          <a:xfrm>
            <a:off x="5803924" y="4618354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83" name="Figure 5 plot object 82">
            <a:extLst>
              <a:ext uri="{FF2B5EF4-FFF2-40B4-BE49-F238E27FC236}">
                <ns2:creationId id="{47334C22-F50E-498F-9CDA-6CB54991D23A}"/>
              </a:ext>
            </a:extLst>
          </p:cNvPr>
          <p:cNvSpPr>
            <a:spLocks noGrp="1"/>
          </p:cNvSpPr>
          <p:nvPr/>
        </p:nvSpPr>
        <p:spPr>
          <a:xfrm>
            <a:off x="5556233" y="4662020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84" name="Figure 5 plot object 83">
            <a:extLst>
              <a:ext uri="{FF2B5EF4-FFF2-40B4-BE49-F238E27FC236}">
                <ns2:creationId id="{3EAE73A7-C011-466B-8A26-0B4C1FF96554}"/>
              </a:ext>
            </a:extLst>
          </p:cNvPr>
          <p:cNvSpPr>
            <a:spLocks noGrp="1"/>
          </p:cNvSpPr>
          <p:nvPr/>
        </p:nvSpPr>
        <p:spPr>
          <a:xfrm>
            <a:off x="5411342" y="4679333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85" name="Figure 5 plot object 84">
            <a:extLst>
              <a:ext uri="{FF2B5EF4-FFF2-40B4-BE49-F238E27FC236}">
                <ns2:creationId id="{76E44A18-BC9A-4878-9ED3-C627186020BC}"/>
              </a:ext>
            </a:extLst>
          </p:cNvPr>
          <p:cNvSpPr>
            <a:spLocks noGrp="1"/>
          </p:cNvSpPr>
          <p:nvPr/>
        </p:nvSpPr>
        <p:spPr>
          <a:xfrm>
            <a:off x="4195945" y="4621422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86" name="Figure 5 plot object 85">
            <a:extLst>
              <a:ext uri="{FF2B5EF4-FFF2-40B4-BE49-F238E27FC236}">
                <ns2:creationId id="{1842DDC4-ECFB-4AF3-AB02-E35609861BAF}"/>
              </a:ext>
            </a:extLst>
          </p:cNvPr>
          <p:cNvSpPr>
            <a:spLocks noGrp="1"/>
          </p:cNvSpPr>
          <p:nvPr/>
        </p:nvSpPr>
        <p:spPr>
          <a:xfrm>
            <a:off x="4195945" y="4633303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87" name="Figure 5 plot object 86">
            <a:extLst>
              <a:ext uri="{FF2B5EF4-FFF2-40B4-BE49-F238E27FC236}">
                <ns2:creationId id="{95792F6D-3EF3-412A-9DD5-FB9BB5A737C2}"/>
              </a:ext>
            </a:extLst>
          </p:cNvPr>
          <p:cNvSpPr>
            <a:spLocks noGrp="1"/>
          </p:cNvSpPr>
          <p:nvPr/>
        </p:nvSpPr>
        <p:spPr>
          <a:xfrm>
            <a:off x="4691329" y="4668166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88" name="Figure 5 plot object 87">
            <a:extLst>
              <a:ext uri="{FF2B5EF4-FFF2-40B4-BE49-F238E27FC236}">
                <ns2:creationId id="{78EB21A1-0E29-435E-BDBB-AD450089860C}"/>
              </a:ext>
            </a:extLst>
          </p:cNvPr>
          <p:cNvSpPr>
            <a:spLocks noGrp="1"/>
          </p:cNvSpPr>
          <p:nvPr/>
        </p:nvSpPr>
        <p:spPr>
          <a:xfrm>
            <a:off x="5083911" y="4676875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89" name="Figure 5 plot object 88">
            <a:extLst>
              <a:ext uri="{FF2B5EF4-FFF2-40B4-BE49-F238E27FC236}">
                <ns2:creationId id="{C457D915-4263-48FD-A26E-04CE0CF2A1CE}"/>
              </a:ext>
            </a:extLst>
          </p:cNvPr>
          <p:cNvSpPr>
            <a:spLocks noGrp="1"/>
          </p:cNvSpPr>
          <p:nvPr/>
        </p:nvSpPr>
        <p:spPr>
          <a:xfrm>
            <a:off x="5331603" y="4650415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90" name="Figure 5 plot object 89">
            <a:extLst>
              <a:ext uri="{FF2B5EF4-FFF2-40B4-BE49-F238E27FC236}">
                <ns2:creationId id="{5D384E9A-80B7-439D-A738-CF10E9817065}"/>
              </a:ext>
            </a:extLst>
          </p:cNvPr>
          <p:cNvSpPr>
            <a:spLocks noGrp="1"/>
          </p:cNvSpPr>
          <p:nvPr/>
        </p:nvSpPr>
        <p:spPr>
          <a:xfrm>
            <a:off x="5514144" y="4645076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91" name="Figure 5 plot object 90">
            <a:extLst>
              <a:ext uri="{FF2B5EF4-FFF2-40B4-BE49-F238E27FC236}">
                <ns2:creationId id="{AF962B96-8438-4382-BC2C-2726EEBEDBA0}"/>
              </a:ext>
            </a:extLst>
          </p:cNvPr>
          <p:cNvSpPr>
            <a:spLocks noGrp="1"/>
          </p:cNvSpPr>
          <p:nvPr/>
        </p:nvSpPr>
        <p:spPr>
          <a:xfrm>
            <a:off x="4836219" y="4689304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92" name="Figure 5 plot object 91">
            <a:extLst>
              <a:ext uri="{FF2B5EF4-FFF2-40B4-BE49-F238E27FC236}">
                <ns2:creationId id="{4E2B20C8-237C-4D53-A62C-8060201827ED}"/>
              </a:ext>
            </a:extLst>
          </p:cNvPr>
          <p:cNvSpPr>
            <a:spLocks noGrp="1"/>
          </p:cNvSpPr>
          <p:nvPr/>
        </p:nvSpPr>
        <p:spPr>
          <a:xfrm>
            <a:off x="4836219" y="4636385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93" name="Figure 5 plot object 92">
            <a:extLst>
              <a:ext uri="{FF2B5EF4-FFF2-40B4-BE49-F238E27FC236}">
                <ns2:creationId id="{0F666C5D-8617-4E4C-A099-F5AE3710DBFD}"/>
              </a:ext>
            </a:extLst>
          </p:cNvPr>
          <p:cNvSpPr>
            <a:spLocks noGrp="1"/>
          </p:cNvSpPr>
          <p:nvPr/>
        </p:nvSpPr>
        <p:spPr>
          <a:xfrm>
            <a:off x="5228802" y="4662610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94" name="Figure 5 plot object 93">
            <a:extLst>
              <a:ext uri="{FF2B5EF4-FFF2-40B4-BE49-F238E27FC236}">
                <ns2:creationId id="{336FB35E-FC4A-4F0C-8A49-7129C8BEE5AE}"/>
              </a:ext>
            </a:extLst>
          </p:cNvPr>
          <p:cNvSpPr>
            <a:spLocks noGrp="1"/>
          </p:cNvSpPr>
          <p:nvPr/>
        </p:nvSpPr>
        <p:spPr>
          <a:xfrm>
            <a:off x="5228802" y="4659385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95" name="Figure 5 plot object 94">
            <a:extLst>
              <a:ext uri="{FF2B5EF4-FFF2-40B4-BE49-F238E27FC236}">
                <ns2:creationId id="{EF898C60-5746-4804-AE86-BA4F85BCF78A}"/>
              </a:ext>
            </a:extLst>
          </p:cNvPr>
          <p:cNvSpPr>
            <a:spLocks noGrp="1"/>
          </p:cNvSpPr>
          <p:nvPr/>
        </p:nvSpPr>
        <p:spPr>
          <a:xfrm>
            <a:off x="5476494" y="4628406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96" name="Figure 5 plot object 95">
            <a:extLst>
              <a:ext uri="{FF2B5EF4-FFF2-40B4-BE49-F238E27FC236}">
                <ns2:creationId id="{A4CAC28C-D586-41F4-A697-F9D2A655748E}"/>
              </a:ext>
            </a:extLst>
          </p:cNvPr>
          <p:cNvSpPr>
            <a:spLocks noGrp="1"/>
          </p:cNvSpPr>
          <p:nvPr/>
        </p:nvSpPr>
        <p:spPr>
          <a:xfrm>
            <a:off x="5476494" y="4656078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97" name="Figure 5 plot object 96">
            <a:extLst>
              <a:ext uri="{FF2B5EF4-FFF2-40B4-BE49-F238E27FC236}">
                <ns2:creationId id="{9BB19880-1A61-4CB8-B861-3F85ABDCA40A}"/>
              </a:ext>
            </a:extLst>
          </p:cNvPr>
          <p:cNvSpPr>
            <a:spLocks noGrp="1"/>
          </p:cNvSpPr>
          <p:nvPr/>
        </p:nvSpPr>
        <p:spPr>
          <a:xfrm>
            <a:off x="4981110" y="4662711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98" name="Figure 5 plot object 97">
            <a:extLst>
              <a:ext uri="{FF2B5EF4-FFF2-40B4-BE49-F238E27FC236}">
                <ns2:creationId id="{55B37196-AA2A-4D8A-9A33-CFEB732A8CA2}"/>
              </a:ext>
            </a:extLst>
          </p:cNvPr>
          <p:cNvSpPr>
            <a:spLocks noGrp="1"/>
          </p:cNvSpPr>
          <p:nvPr/>
        </p:nvSpPr>
        <p:spPr>
          <a:xfrm>
            <a:off x="5308541" y="4668462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99" name="Figure 5 plot object 98">
            <a:extLst>
              <a:ext uri="{FF2B5EF4-FFF2-40B4-BE49-F238E27FC236}">
                <ns2:creationId id="{ED35D725-B364-4B51-B0BE-6876F3A85F40}"/>
              </a:ext>
            </a:extLst>
          </p:cNvPr>
          <p:cNvSpPr>
            <a:spLocks noGrp="1"/>
          </p:cNvSpPr>
          <p:nvPr/>
        </p:nvSpPr>
        <p:spPr>
          <a:xfrm>
            <a:off x="5518583" y="4641597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00" name="Figure 5 plot object 99">
            <a:extLst>
              <a:ext uri="{FF2B5EF4-FFF2-40B4-BE49-F238E27FC236}">
                <ns2:creationId id="{0F00C1D8-3B40-40D8-B20C-9B0C9F980827}"/>
              </a:ext>
            </a:extLst>
          </p:cNvPr>
          <p:cNvSpPr>
            <a:spLocks noGrp="1"/>
          </p:cNvSpPr>
          <p:nvPr/>
        </p:nvSpPr>
        <p:spPr>
          <a:xfrm>
            <a:off x="5676469" y="4655957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01" name="Figure 5 plot object 100">
            <a:extLst>
              <a:ext uri="{FF2B5EF4-FFF2-40B4-BE49-F238E27FC236}">
                <ns2:creationId id="{0E0B876D-6F7C-4E49-B1DF-09D07028E9AF}"/>
              </a:ext>
            </a:extLst>
          </p:cNvPr>
          <p:cNvSpPr>
            <a:spLocks noGrp="1"/>
          </p:cNvSpPr>
          <p:nvPr/>
        </p:nvSpPr>
        <p:spPr>
          <a:xfrm>
            <a:off x="4798569" y="4700487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02" name="Figure 5 plot object 101">
            <a:extLst>
              <a:ext uri="{FF2B5EF4-FFF2-40B4-BE49-F238E27FC236}">
                <ns2:creationId id="{6CDB965E-BD58-4AB7-9049-CA66DA46AF4C}"/>
              </a:ext>
            </a:extLst>
          </p:cNvPr>
          <p:cNvSpPr>
            <a:spLocks noGrp="1"/>
          </p:cNvSpPr>
          <p:nvPr/>
        </p:nvSpPr>
        <p:spPr>
          <a:xfrm>
            <a:off x="5126000" y="4656615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03" name="Figure 5 plot object 102">
            <a:extLst>
              <a:ext uri="{FF2B5EF4-FFF2-40B4-BE49-F238E27FC236}">
                <ns2:creationId id="{C3C40799-26A7-4353-9C33-9261176E7D4B}"/>
              </a:ext>
            </a:extLst>
          </p:cNvPr>
          <p:cNvSpPr>
            <a:spLocks noGrp="1"/>
          </p:cNvSpPr>
          <p:nvPr/>
        </p:nvSpPr>
        <p:spPr>
          <a:xfrm>
            <a:off x="5336042" y="4691112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04" name="Figure 5 plot object 103">
            <a:extLst>
              <a:ext uri="{FF2B5EF4-FFF2-40B4-BE49-F238E27FC236}">
                <ns2:creationId id="{8E1477CF-E9C2-4B8B-9BD6-1FF249F9A6B6}"/>
              </a:ext>
            </a:extLst>
          </p:cNvPr>
          <p:cNvSpPr>
            <a:spLocks noGrp="1"/>
          </p:cNvSpPr>
          <p:nvPr/>
        </p:nvSpPr>
        <p:spPr>
          <a:xfrm>
            <a:off x="5493928" y="4652700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05" name="Figure 5 plot object 104">
            <a:extLst>
              <a:ext uri="{FF2B5EF4-FFF2-40B4-BE49-F238E27FC236}">
                <ns2:creationId id="{F1A3A2E1-2545-4B7F-814E-423F506BCD4F}"/>
              </a:ext>
            </a:extLst>
          </p:cNvPr>
          <p:cNvSpPr>
            <a:spLocks noGrp="1"/>
          </p:cNvSpPr>
          <p:nvPr/>
        </p:nvSpPr>
        <p:spPr>
          <a:xfrm>
            <a:off x="4630616" y="4660029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06" name="Figure 5 plot object 105">
            <a:extLst>
              <a:ext uri="{FF2B5EF4-FFF2-40B4-BE49-F238E27FC236}">
                <ns2:creationId id="{CCE9F7BB-0852-41C3-9055-418D4EEA86C6}"/>
              </a:ext>
            </a:extLst>
          </p:cNvPr>
          <p:cNvSpPr>
            <a:spLocks noGrp="1"/>
          </p:cNvSpPr>
          <p:nvPr/>
        </p:nvSpPr>
        <p:spPr>
          <a:xfrm>
            <a:off x="4958047" y="4634790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07" name="Figure 5 plot object 106">
            <a:extLst>
              <a:ext uri="{FF2B5EF4-FFF2-40B4-BE49-F238E27FC236}">
                <ns2:creationId id="{666F16FB-DAFE-448D-8CA3-2AA6E3A3A23B}"/>
              </a:ext>
            </a:extLst>
          </p:cNvPr>
          <p:cNvSpPr>
            <a:spLocks noGrp="1"/>
          </p:cNvSpPr>
          <p:nvPr/>
        </p:nvSpPr>
        <p:spPr>
          <a:xfrm>
            <a:off x="5168089" y="4652817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08" name="Figure 5 plot object 107">
            <a:extLst>
              <a:ext uri="{FF2B5EF4-FFF2-40B4-BE49-F238E27FC236}">
                <ns2:creationId id="{260ACC7E-BBE0-4EBB-829B-CA6A8CB14F9E}"/>
              </a:ext>
            </a:extLst>
          </p:cNvPr>
          <p:cNvSpPr>
            <a:spLocks noGrp="1"/>
          </p:cNvSpPr>
          <p:nvPr/>
        </p:nvSpPr>
        <p:spPr>
          <a:xfrm>
            <a:off x="5325976" y="4612095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09" name="Figure 5 plot object 108">
            <a:extLst>
              <a:ext uri="{FF2B5EF4-FFF2-40B4-BE49-F238E27FC236}">
                <ns2:creationId id="{03AE8EAC-3884-4AC0-BCFF-70EF6500D461}"/>
              </a:ext>
            </a:extLst>
          </p:cNvPr>
          <p:cNvSpPr>
            <a:spLocks noGrp="1"/>
          </p:cNvSpPr>
          <p:nvPr/>
        </p:nvSpPr>
        <p:spPr>
          <a:xfrm>
            <a:off x="4195945" y="4619668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10" name="Figure 5 plot object 109">
            <a:extLst>
              <a:ext uri="{FF2B5EF4-FFF2-40B4-BE49-F238E27FC236}">
                <ns2:creationId id="{82FF4A6C-6181-411E-9622-AB4958B47196}"/>
              </a:ext>
            </a:extLst>
          </p:cNvPr>
          <p:cNvSpPr>
            <a:spLocks noGrp="1"/>
          </p:cNvSpPr>
          <p:nvPr/>
        </p:nvSpPr>
        <p:spPr>
          <a:xfrm>
            <a:off x="4588527" y="4633112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11" name="Figure 5 plot object 110">
            <a:extLst>
              <a:ext uri="{FF2B5EF4-FFF2-40B4-BE49-F238E27FC236}">
                <ns2:creationId id="{68AACB24-2B73-4E27-8D0B-CD30777D80B8}"/>
              </a:ext>
            </a:extLst>
          </p:cNvPr>
          <p:cNvSpPr>
            <a:spLocks noGrp="1"/>
          </p:cNvSpPr>
          <p:nvPr/>
        </p:nvSpPr>
        <p:spPr>
          <a:xfrm>
            <a:off x="4550878" y="4634661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12" name="Figure 5 plot object 111">
            <a:extLst>
              <a:ext uri="{FF2B5EF4-FFF2-40B4-BE49-F238E27FC236}">
                <ns2:creationId id="{A2E1FC1B-DCBF-4ED2-95BF-C4632C68ABBA}"/>
              </a:ext>
            </a:extLst>
          </p:cNvPr>
          <p:cNvSpPr>
            <a:spLocks noGrp="1"/>
          </p:cNvSpPr>
          <p:nvPr/>
        </p:nvSpPr>
        <p:spPr>
          <a:xfrm>
            <a:off x="4798569" y="4673495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13" name="Figure 5 plot object 112">
            <a:extLst>
              <a:ext uri="{FF2B5EF4-FFF2-40B4-BE49-F238E27FC236}">
                <ns2:creationId id="{A92AA74A-12FD-4AEC-9646-F44FCAA9D275}"/>
              </a:ext>
            </a:extLst>
          </p:cNvPr>
          <p:cNvSpPr>
            <a:spLocks noGrp="1"/>
          </p:cNvSpPr>
          <p:nvPr/>
        </p:nvSpPr>
        <p:spPr>
          <a:xfrm>
            <a:off x="5046261" y="4677550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14" name="Figure 5 plot object 113">
            <a:extLst>
              <a:ext uri="{FF2B5EF4-FFF2-40B4-BE49-F238E27FC236}">
                <ns2:creationId id="{192DBF71-A89D-4D6A-9E55-175F16124ACA}"/>
              </a:ext>
            </a:extLst>
          </p:cNvPr>
          <p:cNvSpPr>
            <a:spLocks noGrp="1"/>
          </p:cNvSpPr>
          <p:nvPr/>
        </p:nvSpPr>
        <p:spPr>
          <a:xfrm>
            <a:off x="5293953" y="4685141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15" name="Figure 5 plot object 114">
            <a:extLst>
              <a:ext uri="{FF2B5EF4-FFF2-40B4-BE49-F238E27FC236}">
                <ns2:creationId id="{F9F0829A-1957-4009-994A-F16B4F9D8494}"/>
              </a:ext>
            </a:extLst>
          </p:cNvPr>
          <p:cNvSpPr>
            <a:spLocks noGrp="1"/>
          </p:cNvSpPr>
          <p:nvPr/>
        </p:nvSpPr>
        <p:spPr>
          <a:xfrm>
            <a:off x="5438844" y="4683586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16" name="Figure 5 plot object 115">
            <a:extLst>
              <a:ext uri="{FF2B5EF4-FFF2-40B4-BE49-F238E27FC236}">
                <ns2:creationId id="{CB64716B-A6F7-406F-B0AF-AAB320D9E5C1}"/>
              </a:ext>
            </a:extLst>
          </p:cNvPr>
          <p:cNvSpPr>
            <a:spLocks noGrp="1"/>
          </p:cNvSpPr>
          <p:nvPr/>
        </p:nvSpPr>
        <p:spPr>
          <a:xfrm>
            <a:off x="5621384" y="4681086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17" name="Figure 5 plot object 116">
            <a:extLst>
              <a:ext uri="{FF2B5EF4-FFF2-40B4-BE49-F238E27FC236}">
                <ns2:creationId id="{957CEC49-3B2C-4859-B5CD-29964FBF90E0}"/>
              </a:ext>
            </a:extLst>
          </p:cNvPr>
          <p:cNvSpPr>
            <a:spLocks noGrp="1"/>
          </p:cNvSpPr>
          <p:nvPr/>
        </p:nvSpPr>
        <p:spPr>
          <a:xfrm>
            <a:off x="5046261" y="4640525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18" name="Figure 5 plot object 117">
            <a:extLst>
              <a:ext uri="{FF2B5EF4-FFF2-40B4-BE49-F238E27FC236}">
                <ns2:creationId id="{38167642-8E30-44E5-9348-294E9E6CD5F5}"/>
              </a:ext>
            </a:extLst>
          </p:cNvPr>
          <p:cNvSpPr>
            <a:spLocks noGrp="1"/>
          </p:cNvSpPr>
          <p:nvPr/>
        </p:nvSpPr>
        <p:spPr>
          <a:xfrm>
            <a:off x="5046261" y="4624211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19" name="Figure 5 plot object 118">
            <a:extLst>
              <a:ext uri="{FF2B5EF4-FFF2-40B4-BE49-F238E27FC236}">
                <ns2:creationId id="{1ACF50B0-5304-4E8F-8E94-113A9061AD88}"/>
              </a:ext>
            </a:extLst>
          </p:cNvPr>
          <p:cNvSpPr>
            <a:spLocks noGrp="1"/>
          </p:cNvSpPr>
          <p:nvPr/>
        </p:nvSpPr>
        <p:spPr>
          <a:xfrm>
            <a:off x="5191152" y="4652096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20" name="Figure 5 plot object 119">
            <a:extLst>
              <a:ext uri="{FF2B5EF4-FFF2-40B4-BE49-F238E27FC236}">
                <ns2:creationId id="{CFAF817A-77A6-4C37-B76A-0FD552988FB9}"/>
              </a:ext>
            </a:extLst>
          </p:cNvPr>
          <p:cNvSpPr>
            <a:spLocks noGrp="1"/>
          </p:cNvSpPr>
          <p:nvPr/>
        </p:nvSpPr>
        <p:spPr>
          <a:xfrm>
            <a:off x="5373692" y="4636952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21" name="Figure 5 plot object 120">
            <a:extLst>
              <a:ext uri="{FF2B5EF4-FFF2-40B4-BE49-F238E27FC236}">
                <ns2:creationId id="{43F37628-1D3E-451A-A560-4457A2D8B94A}"/>
              </a:ext>
            </a:extLst>
          </p:cNvPr>
          <p:cNvSpPr>
            <a:spLocks noGrp="1"/>
          </p:cNvSpPr>
          <p:nvPr/>
        </p:nvSpPr>
        <p:spPr>
          <a:xfrm>
            <a:off x="4588527" y="4664778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22" name="Figure 5 plot object 121">
            <a:extLst>
              <a:ext uri="{FF2B5EF4-FFF2-40B4-BE49-F238E27FC236}">
                <ns2:creationId id="{CD04E9A2-C4EF-4FD4-80C1-7D5C1F0585B5}"/>
              </a:ext>
            </a:extLst>
          </p:cNvPr>
          <p:cNvSpPr>
            <a:spLocks noGrp="1"/>
          </p:cNvSpPr>
          <p:nvPr/>
        </p:nvSpPr>
        <p:spPr>
          <a:xfrm>
            <a:off x="4195945" y="4643524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23" name="Figure 5 plot object 122">
            <a:extLst>
              <a:ext uri="{FF2B5EF4-FFF2-40B4-BE49-F238E27FC236}">
                <ns2:creationId id="{33E38B75-09EA-4F9A-92F5-9E6B04874119}"/>
              </a:ext>
            </a:extLst>
          </p:cNvPr>
          <p:cNvSpPr>
            <a:spLocks noGrp="1"/>
          </p:cNvSpPr>
          <p:nvPr/>
        </p:nvSpPr>
        <p:spPr>
          <a:xfrm>
            <a:off x="4588527" y="4685887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24" name="Figure 5 plot object 123">
            <a:extLst>
              <a:ext uri="{FF2B5EF4-FFF2-40B4-BE49-F238E27FC236}">
                <ns2:creationId id="{62D8D1A8-F5EB-4F6D-9884-D494A60D0502}"/>
              </a:ext>
            </a:extLst>
          </p:cNvPr>
          <p:cNvSpPr>
            <a:spLocks noGrp="1"/>
          </p:cNvSpPr>
          <p:nvPr/>
        </p:nvSpPr>
        <p:spPr>
          <a:xfrm>
            <a:off x="4550878" y="4647228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25" name="Figure 5 plot object 124">
            <a:extLst>
              <a:ext uri="{FF2B5EF4-FFF2-40B4-BE49-F238E27FC236}">
                <ns2:creationId id="{F47B96A6-D56A-4F7F-8547-EF7584AB5632}"/>
              </a:ext>
            </a:extLst>
          </p:cNvPr>
          <p:cNvSpPr>
            <a:spLocks noGrp="1"/>
          </p:cNvSpPr>
          <p:nvPr/>
        </p:nvSpPr>
        <p:spPr>
          <a:xfrm>
            <a:off x="4943460" y="4622932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26" name="Figure 5 plot object 125">
            <a:extLst>
              <a:ext uri="{FF2B5EF4-FFF2-40B4-BE49-F238E27FC236}">
                <ns2:creationId id="{CC700E89-2040-4988-8A44-BF25185D8463}"/>
              </a:ext>
            </a:extLst>
          </p:cNvPr>
          <p:cNvSpPr>
            <a:spLocks noGrp="1"/>
          </p:cNvSpPr>
          <p:nvPr/>
        </p:nvSpPr>
        <p:spPr>
          <a:xfrm>
            <a:off x="5191152" y="4646685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27" name="Figure 5 plot object 126">
            <a:extLst>
              <a:ext uri="{FF2B5EF4-FFF2-40B4-BE49-F238E27FC236}">
                <ns2:creationId id="{4FD8B493-AFF4-4ACE-A58D-685B3FB4B5B0}"/>
              </a:ext>
            </a:extLst>
          </p:cNvPr>
          <p:cNvSpPr>
            <a:spLocks noGrp="1"/>
          </p:cNvSpPr>
          <p:nvPr/>
        </p:nvSpPr>
        <p:spPr>
          <a:xfrm>
            <a:off x="5373692" y="4629298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28" name="Figure 5 plot object 127">
            <a:extLst>
              <a:ext uri="{FF2B5EF4-FFF2-40B4-BE49-F238E27FC236}">
                <ns2:creationId id="{0D2D3F5D-914F-45C5-A816-6FF7AC797E80}"/>
              </a:ext>
            </a:extLst>
          </p:cNvPr>
          <p:cNvSpPr>
            <a:spLocks noGrp="1"/>
          </p:cNvSpPr>
          <p:nvPr/>
        </p:nvSpPr>
        <p:spPr>
          <a:xfrm>
            <a:off x="5621384" y="4628005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29" name="Figure 5 plot object 128">
            <a:extLst>
              <a:ext uri="{FF2B5EF4-FFF2-40B4-BE49-F238E27FC236}">
                <ns2:creationId id="{4CE457AF-09F6-41AC-8F74-A7A9FE0B59B2}"/>
              </a:ext>
            </a:extLst>
          </p:cNvPr>
          <p:cNvSpPr>
            <a:spLocks noGrp="1"/>
          </p:cNvSpPr>
          <p:nvPr/>
        </p:nvSpPr>
        <p:spPr>
          <a:xfrm>
            <a:off x="5869076" y="4625889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30" name="Figure 5 plot object 129">
            <a:extLst>
              <a:ext uri="{FF2B5EF4-FFF2-40B4-BE49-F238E27FC236}">
                <ns2:creationId id="{6352B9B9-0013-4585-A17C-241682BF49DB}"/>
              </a:ext>
            </a:extLst>
          </p:cNvPr>
          <p:cNvSpPr>
            <a:spLocks noGrp="1"/>
          </p:cNvSpPr>
          <p:nvPr/>
        </p:nvSpPr>
        <p:spPr>
          <a:xfrm>
            <a:off x="5373692" y="4692120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31" name="Figure 5 plot object 130">
            <a:extLst>
              <a:ext uri="{FF2B5EF4-FFF2-40B4-BE49-F238E27FC236}">
                <ns2:creationId id="{BE31268A-C255-4F9E-8C05-5858FB21E6DA}"/>
              </a:ext>
            </a:extLst>
          </p:cNvPr>
          <p:cNvSpPr>
            <a:spLocks noGrp="1"/>
          </p:cNvSpPr>
          <p:nvPr/>
        </p:nvSpPr>
        <p:spPr>
          <a:xfrm>
            <a:off x="5373692" y="4666115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32" name="Figure 5 plot object 131">
            <a:extLst>
              <a:ext uri="{FF2B5EF4-FFF2-40B4-BE49-F238E27FC236}">
                <ns2:creationId id="{DB9B56DD-3EBD-4F01-8FED-8972B502B9A4}"/>
              </a:ext>
            </a:extLst>
          </p:cNvPr>
          <p:cNvSpPr>
            <a:spLocks noGrp="1"/>
          </p:cNvSpPr>
          <p:nvPr/>
        </p:nvSpPr>
        <p:spPr>
          <a:xfrm>
            <a:off x="5373692" y="4653967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33" name="Figure 5 plot object 132">
            <a:extLst>
              <a:ext uri="{FF2B5EF4-FFF2-40B4-BE49-F238E27FC236}">
                <ns2:creationId id="{7929E755-BF40-4810-9594-CE65C22C21C1}"/>
              </a:ext>
            </a:extLst>
          </p:cNvPr>
          <p:cNvSpPr>
            <a:spLocks noGrp="1"/>
          </p:cNvSpPr>
          <p:nvPr/>
        </p:nvSpPr>
        <p:spPr>
          <a:xfrm>
            <a:off x="4798569" y="4637653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34" name="Figure 5 plot object 133">
            <a:extLst>
              <a:ext uri="{FF2B5EF4-FFF2-40B4-BE49-F238E27FC236}">
                <ns2:creationId id="{E2D3C76F-6E38-4AA8-ADF5-130DEB844803}"/>
              </a:ext>
            </a:extLst>
          </p:cNvPr>
          <p:cNvSpPr>
            <a:spLocks noGrp="1"/>
          </p:cNvSpPr>
          <p:nvPr/>
        </p:nvSpPr>
        <p:spPr>
          <a:xfrm>
            <a:off x="5191152" y="4655432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35" name="Figure 5 plot object 134">
            <a:extLst>
              <a:ext uri="{FF2B5EF4-FFF2-40B4-BE49-F238E27FC236}">
                <ns2:creationId id="{A9EEDAE8-1DE6-4BE8-852C-E685985EB4E4}"/>
              </a:ext>
            </a:extLst>
          </p:cNvPr>
          <p:cNvSpPr>
            <a:spLocks noGrp="1"/>
          </p:cNvSpPr>
          <p:nvPr/>
        </p:nvSpPr>
        <p:spPr>
          <a:xfrm>
            <a:off x="5438844" y="4669543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36" name="Figure 5 plot object 135">
            <a:extLst>
              <a:ext uri="{FF2B5EF4-FFF2-40B4-BE49-F238E27FC236}">
                <ns2:creationId id="{54E9049A-5E29-4573-8F0B-55CE9B12EDA4}"/>
              </a:ext>
            </a:extLst>
          </p:cNvPr>
          <p:cNvSpPr>
            <a:spLocks noGrp="1"/>
          </p:cNvSpPr>
          <p:nvPr/>
        </p:nvSpPr>
        <p:spPr>
          <a:xfrm>
            <a:off x="5541645" y="4667378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37" name="Figure 5 plot object 136">
            <a:extLst>
              <a:ext uri="{FF2B5EF4-FFF2-40B4-BE49-F238E27FC236}">
                <ns2:creationId id="{E1C43F28-5463-4021-8CA4-C6158BC95F8E}"/>
              </a:ext>
            </a:extLst>
          </p:cNvPr>
          <p:cNvSpPr>
            <a:spLocks noGrp="1"/>
          </p:cNvSpPr>
          <p:nvPr/>
        </p:nvSpPr>
        <p:spPr>
          <a:xfrm>
            <a:off x="4653679" y="4623919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38" name="Figure 5 plot object 137">
            <a:extLst>
              <a:ext uri="{FF2B5EF4-FFF2-40B4-BE49-F238E27FC236}">
                <ns2:creationId id="{1B58A63C-D2FA-4D95-AC80-110A739533BF}"/>
              </a:ext>
            </a:extLst>
          </p:cNvPr>
          <p:cNvSpPr>
            <a:spLocks noGrp="1"/>
          </p:cNvSpPr>
          <p:nvPr/>
        </p:nvSpPr>
        <p:spPr>
          <a:xfrm>
            <a:off x="5046261" y="4690771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39" name="Figure 5 plot object 138">
            <a:extLst>
              <a:ext uri="{FF2B5EF4-FFF2-40B4-BE49-F238E27FC236}">
                <ns2:creationId id="{0C6F8616-DD47-411B-8644-8B46BCBB71D3}"/>
              </a:ext>
            </a:extLst>
          </p:cNvPr>
          <p:cNvSpPr>
            <a:spLocks noGrp="1"/>
          </p:cNvSpPr>
          <p:nvPr/>
        </p:nvSpPr>
        <p:spPr>
          <a:xfrm>
            <a:off x="5293953" y="4661447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40" name="Figure 5 plot object 139">
            <a:extLst>
              <a:ext uri="{FF2B5EF4-FFF2-40B4-BE49-F238E27FC236}">
                <ns2:creationId id="{E7236633-3629-453C-AF0E-82215B00D008}"/>
              </a:ext>
            </a:extLst>
          </p:cNvPr>
          <p:cNvSpPr>
            <a:spLocks noGrp="1"/>
          </p:cNvSpPr>
          <p:nvPr/>
        </p:nvSpPr>
        <p:spPr>
          <a:xfrm>
            <a:off x="5396755" y="4656566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41" name="Figure 5 plot object 140">
            <a:extLst>
              <a:ext uri="{FF2B5EF4-FFF2-40B4-BE49-F238E27FC236}">
                <ns2:creationId id="{CA0E6AFA-0E53-40DD-987C-2840F16EDB11}"/>
              </a:ext>
            </a:extLst>
          </p:cNvPr>
          <p:cNvSpPr>
            <a:spLocks noGrp="1"/>
          </p:cNvSpPr>
          <p:nvPr/>
        </p:nvSpPr>
        <p:spPr>
          <a:xfrm>
            <a:off x="4550878" y="4646600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42" name="Figure 5 plot object 141">
            <a:extLst>
              <a:ext uri="{FF2B5EF4-FFF2-40B4-BE49-F238E27FC236}">
                <ns2:creationId id="{B9FDC029-7A8E-49F2-96A5-A712A982286F}"/>
              </a:ext>
            </a:extLst>
          </p:cNvPr>
          <p:cNvSpPr>
            <a:spLocks noGrp="1"/>
          </p:cNvSpPr>
          <p:nvPr/>
        </p:nvSpPr>
        <p:spPr>
          <a:xfrm>
            <a:off x="4943460" y="4673121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43" name="Figure 5 plot object 142">
            <a:extLst>
              <a:ext uri="{FF2B5EF4-FFF2-40B4-BE49-F238E27FC236}">
                <ns2:creationId id="{43B53D10-36C4-4B08-ACC8-5C1F46708BC8}"/>
              </a:ext>
            </a:extLst>
          </p:cNvPr>
          <p:cNvSpPr>
            <a:spLocks noGrp="1"/>
          </p:cNvSpPr>
          <p:nvPr/>
        </p:nvSpPr>
        <p:spPr>
          <a:xfrm>
            <a:off x="5191152" y="4632477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44" name="Figure 5 plot object 143">
            <a:extLst>
              <a:ext uri="{FF2B5EF4-FFF2-40B4-BE49-F238E27FC236}">
                <ns2:creationId id="{E285FC0E-B39F-4480-B626-C2087BD72BCF}"/>
              </a:ext>
            </a:extLst>
          </p:cNvPr>
          <p:cNvSpPr>
            <a:spLocks noGrp="1"/>
          </p:cNvSpPr>
          <p:nvPr/>
        </p:nvSpPr>
        <p:spPr>
          <a:xfrm>
            <a:off x="5293953" y="4642442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45" name="Figure 5 plot object 144">
            <a:extLst>
              <a:ext uri="{FF2B5EF4-FFF2-40B4-BE49-F238E27FC236}">
                <ns2:creationId id="{200D48A1-AADC-4CA8-A85F-C2B1AAA31BDC}"/>
              </a:ext>
            </a:extLst>
          </p:cNvPr>
          <p:cNvSpPr>
            <a:spLocks noGrp="1"/>
          </p:cNvSpPr>
          <p:nvPr/>
        </p:nvSpPr>
        <p:spPr>
          <a:xfrm>
            <a:off x="4588527" y="4615255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46" name="Figure 5 plot object 145">
            <a:extLst>
              <a:ext uri="{FF2B5EF4-FFF2-40B4-BE49-F238E27FC236}">
                <ns2:creationId id="{82C98594-851E-4B12-96EF-A449C7B81C0C}"/>
              </a:ext>
            </a:extLst>
          </p:cNvPr>
          <p:cNvSpPr>
            <a:spLocks noGrp="1"/>
          </p:cNvSpPr>
          <p:nvPr/>
        </p:nvSpPr>
        <p:spPr>
          <a:xfrm>
            <a:off x="4195945" y="4639160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47" name="Figure 5 plot object 146">
            <a:extLst>
              <a:ext uri="{FF2B5EF4-FFF2-40B4-BE49-F238E27FC236}">
                <ns2:creationId id="{8242A76C-1F50-453D-A69C-64E1A2BECECE}"/>
              </a:ext>
            </a:extLst>
          </p:cNvPr>
          <p:cNvSpPr>
            <a:spLocks noGrp="1"/>
          </p:cNvSpPr>
          <p:nvPr/>
        </p:nvSpPr>
        <p:spPr>
          <a:xfrm>
            <a:off x="5163650" y="4661950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48" name="Figure 5 plot object 147">
            <a:extLst>
              <a:ext uri="{FF2B5EF4-FFF2-40B4-BE49-F238E27FC236}">
                <ns2:creationId id="{669C5338-99CB-4971-8E6F-60BABA41A63E}"/>
              </a:ext>
            </a:extLst>
          </p:cNvPr>
          <p:cNvSpPr>
            <a:spLocks noGrp="1"/>
          </p:cNvSpPr>
          <p:nvPr/>
        </p:nvSpPr>
        <p:spPr>
          <a:xfrm>
            <a:off x="4771068" y="4705322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49" name="Figure 5 plot object 148">
            <a:extLst>
              <a:ext uri="{FF2B5EF4-FFF2-40B4-BE49-F238E27FC236}">
                <ns2:creationId id="{08021FBE-A8BB-40FF-B3D5-79434BD75E15}"/>
              </a:ext>
            </a:extLst>
          </p:cNvPr>
          <p:cNvSpPr>
            <a:spLocks noGrp="1"/>
          </p:cNvSpPr>
          <p:nvPr/>
        </p:nvSpPr>
        <p:spPr>
          <a:xfrm>
            <a:off x="5556233" y="4652647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50" name="Figure 5 plot object 149">
            <a:extLst>
              <a:ext uri="{FF2B5EF4-FFF2-40B4-BE49-F238E27FC236}">
                <ns2:creationId id="{F283D7BB-BD7B-47F8-BD60-EBD4EFD7BF49}"/>
              </a:ext>
            </a:extLst>
          </p:cNvPr>
          <p:cNvSpPr>
            <a:spLocks noGrp="1"/>
          </p:cNvSpPr>
          <p:nvPr/>
        </p:nvSpPr>
        <p:spPr>
          <a:xfrm>
            <a:off x="5163650" y="4647487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51" name="Figure 5 plot object 150">
            <a:extLst>
              <a:ext uri="{FF2B5EF4-FFF2-40B4-BE49-F238E27FC236}">
                <ns2:creationId id="{82DF806C-0288-47BB-93A3-36BBCC1F3014}"/>
              </a:ext>
            </a:extLst>
          </p:cNvPr>
          <p:cNvSpPr>
            <a:spLocks noGrp="1"/>
          </p:cNvSpPr>
          <p:nvPr/>
        </p:nvSpPr>
        <p:spPr>
          <a:xfrm>
            <a:off x="5621384" y="4618782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52" name="Figure 5 plot object 151">
            <a:extLst>
              <a:ext uri="{FF2B5EF4-FFF2-40B4-BE49-F238E27FC236}">
                <ns2:creationId id="{653ADD2F-768F-44A2-ABE6-864111E12883}"/>
              </a:ext>
            </a:extLst>
          </p:cNvPr>
          <p:cNvSpPr>
            <a:spLocks noGrp="1"/>
          </p:cNvSpPr>
          <p:nvPr/>
        </p:nvSpPr>
        <p:spPr>
          <a:xfrm>
            <a:off x="5308541" y="4668761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53" name="Figure 5 plot object 152">
            <a:extLst>
              <a:ext uri="{FF2B5EF4-FFF2-40B4-BE49-F238E27FC236}">
                <ns2:creationId id="{ECABA22C-94A6-41E9-BB7D-B12C6AAF7CBE}"/>
              </a:ext>
            </a:extLst>
          </p:cNvPr>
          <p:cNvSpPr>
            <a:spLocks noGrp="1"/>
          </p:cNvSpPr>
          <p:nvPr/>
        </p:nvSpPr>
        <p:spPr>
          <a:xfrm>
            <a:off x="5373692" y="4641595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54" name="Figure 5 plot object 153">
            <a:extLst>
              <a:ext uri="{FF2B5EF4-FFF2-40B4-BE49-F238E27FC236}">
                <ns2:creationId id="{9885E935-8490-49AD-8CE3-B87CE5684B2E}"/>
              </a:ext>
            </a:extLst>
          </p:cNvPr>
          <p:cNvSpPr>
            <a:spLocks noGrp="1"/>
          </p:cNvSpPr>
          <p:nvPr/>
        </p:nvSpPr>
        <p:spPr>
          <a:xfrm>
            <a:off x="4878308" y="4647798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55" name="Figure 5 plot object 154">
            <a:extLst>
              <a:ext uri="{FF2B5EF4-FFF2-40B4-BE49-F238E27FC236}">
                <ns2:creationId id="{D7F2F21C-1588-4A48-AA11-7256CC8934BF}"/>
              </a:ext>
            </a:extLst>
          </p:cNvPr>
          <p:cNvSpPr>
            <a:spLocks noGrp="1"/>
          </p:cNvSpPr>
          <p:nvPr/>
        </p:nvSpPr>
        <p:spPr>
          <a:xfrm>
            <a:off x="5621384" y="4645273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56" name="Figure 5 plot object 155">
            <a:extLst>
              <a:ext uri="{FF2B5EF4-FFF2-40B4-BE49-F238E27FC236}">
                <ns2:creationId id="{8B73CF2B-2037-41BD-9671-D6748B74E984}"/>
              </a:ext>
            </a:extLst>
          </p:cNvPr>
          <p:cNvSpPr>
            <a:spLocks noGrp="1"/>
          </p:cNvSpPr>
          <p:nvPr/>
        </p:nvSpPr>
        <p:spPr>
          <a:xfrm>
            <a:off x="5373692" y="4666440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57" name="Figure 5 plot object 156">
            <a:extLst>
              <a:ext uri="{FF2B5EF4-FFF2-40B4-BE49-F238E27FC236}">
                <ns2:creationId id="{92A85C29-5386-49F1-A8CA-9DA38083243E}"/>
              </a:ext>
            </a:extLst>
          </p:cNvPr>
          <p:cNvSpPr>
            <a:spLocks noGrp="1"/>
          </p:cNvSpPr>
          <p:nvPr/>
        </p:nvSpPr>
        <p:spPr>
          <a:xfrm>
            <a:off x="4195945" y="4611907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58" name="Figure 5 plot object 157">
            <a:extLst>
              <a:ext uri="{FF2B5EF4-FFF2-40B4-BE49-F238E27FC236}">
                <ns2:creationId id="{679F3BF7-8F8E-44DE-B704-7FDC25C0B153}"/>
              </a:ext>
            </a:extLst>
          </p:cNvPr>
          <p:cNvSpPr>
            <a:spLocks noGrp="1"/>
          </p:cNvSpPr>
          <p:nvPr/>
        </p:nvSpPr>
        <p:spPr>
          <a:xfrm>
            <a:off x="4195945" y="4628182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59" name="Figure 5 plot object 158">
            <a:extLst>
              <a:ext uri="{FF2B5EF4-FFF2-40B4-BE49-F238E27FC236}">
                <ns2:creationId id="{36D5D060-7145-43CC-9345-B0053A99F0A2}"/>
              </a:ext>
            </a:extLst>
          </p:cNvPr>
          <p:cNvSpPr>
            <a:spLocks noGrp="1"/>
          </p:cNvSpPr>
          <p:nvPr/>
        </p:nvSpPr>
        <p:spPr>
          <a:xfrm>
            <a:off x="4653679" y="4654001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60" name="Figure 5 plot object 159">
            <a:extLst>
              <a:ext uri="{FF2B5EF4-FFF2-40B4-BE49-F238E27FC236}">
                <ns2:creationId id="{F01F5D5A-00B9-4303-8563-4ACE5F92B3AD}"/>
              </a:ext>
            </a:extLst>
          </p:cNvPr>
          <p:cNvSpPr>
            <a:spLocks noGrp="1"/>
          </p:cNvSpPr>
          <p:nvPr/>
        </p:nvSpPr>
        <p:spPr>
          <a:xfrm>
            <a:off x="5046261" y="4665577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61" name="Figure 5 plot object 160">
            <a:extLst>
              <a:ext uri="{FF2B5EF4-FFF2-40B4-BE49-F238E27FC236}">
                <ns2:creationId id="{689A0B93-F3F2-4090-AC61-3645F5C0B3DD}"/>
              </a:ext>
            </a:extLst>
          </p:cNvPr>
          <p:cNvSpPr>
            <a:spLocks noGrp="1"/>
          </p:cNvSpPr>
          <p:nvPr/>
        </p:nvSpPr>
        <p:spPr>
          <a:xfrm>
            <a:off x="5293953" y="4659041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62" name="Figure 5 plot object 161">
            <a:extLst>
              <a:ext uri="{FF2B5EF4-FFF2-40B4-BE49-F238E27FC236}">
                <ns2:creationId id="{EA58780F-AF22-466E-B7F1-CBA3FC9BF44C}"/>
              </a:ext>
            </a:extLst>
          </p:cNvPr>
          <p:cNvSpPr>
            <a:spLocks noGrp="1"/>
          </p:cNvSpPr>
          <p:nvPr/>
        </p:nvSpPr>
        <p:spPr>
          <a:xfrm>
            <a:off x="5438844" y="4649612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63" name="Figure 5 plot object 162">
            <a:extLst>
              <a:ext uri="{FF2B5EF4-FFF2-40B4-BE49-F238E27FC236}">
                <ns2:creationId id="{6FCDB97C-BD11-4A24-9AE0-6AE0EF76F563}"/>
              </a:ext>
            </a:extLst>
          </p:cNvPr>
          <p:cNvSpPr>
            <a:spLocks noGrp="1"/>
          </p:cNvSpPr>
          <p:nvPr/>
        </p:nvSpPr>
        <p:spPr>
          <a:xfrm>
            <a:off x="4798569" y="4657385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64" name="Figure 5 plot object 163">
            <a:extLst>
              <a:ext uri="{FF2B5EF4-FFF2-40B4-BE49-F238E27FC236}">
                <ns2:creationId id="{6DCD7C2E-2281-4FAF-8D7E-81D59B5E0BD9}"/>
              </a:ext>
            </a:extLst>
          </p:cNvPr>
          <p:cNvSpPr>
            <a:spLocks noGrp="1"/>
          </p:cNvSpPr>
          <p:nvPr/>
        </p:nvSpPr>
        <p:spPr>
          <a:xfrm>
            <a:off x="5046261" y="4681045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65" name="Figure 5 plot object 164">
            <a:extLst>
              <a:ext uri="{FF2B5EF4-FFF2-40B4-BE49-F238E27FC236}">
                <ns2:creationId id="{1ABD9629-0BBA-478F-9DB5-8016DF90BA37}"/>
              </a:ext>
            </a:extLst>
          </p:cNvPr>
          <p:cNvSpPr>
            <a:spLocks noGrp="1"/>
          </p:cNvSpPr>
          <p:nvPr/>
        </p:nvSpPr>
        <p:spPr>
          <a:xfrm>
            <a:off x="5191152" y="4631863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66" name="Figure 5 plot object 165">
            <a:extLst>
              <a:ext uri="{FF2B5EF4-FFF2-40B4-BE49-F238E27FC236}">
                <ns2:creationId id="{DD59C0D4-ABB4-4BD5-A6DA-992A1C198103}"/>
              </a:ext>
            </a:extLst>
          </p:cNvPr>
          <p:cNvSpPr>
            <a:spLocks noGrp="1"/>
          </p:cNvSpPr>
          <p:nvPr/>
        </p:nvSpPr>
        <p:spPr>
          <a:xfrm>
            <a:off x="5293953" y="4705496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67" name="Figure 5 plot object 166">
            <a:extLst>
              <a:ext uri="{FF2B5EF4-FFF2-40B4-BE49-F238E27FC236}">
                <ns2:creationId id="{9862D299-C2B5-498F-86B7-C67D2D3FD28A}"/>
              </a:ext>
            </a:extLst>
          </p:cNvPr>
          <p:cNvSpPr>
            <a:spLocks noGrp="1"/>
          </p:cNvSpPr>
          <p:nvPr/>
        </p:nvSpPr>
        <p:spPr>
          <a:xfrm>
            <a:off x="5438844" y="4631846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68" name="Figure 5 plot object 167">
            <a:extLst>
              <a:ext uri="{FF2B5EF4-FFF2-40B4-BE49-F238E27FC236}">
                <ns2:creationId id="{379B9FAD-3ACB-401A-86FA-39DF4119139E}"/>
              </a:ext>
            </a:extLst>
          </p:cNvPr>
          <p:cNvSpPr>
            <a:spLocks noGrp="1"/>
          </p:cNvSpPr>
          <p:nvPr/>
        </p:nvSpPr>
        <p:spPr>
          <a:xfrm>
            <a:off x="5476494" y="4671052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69" name="Figure 5 plot object 168">
            <a:extLst>
              <a:ext uri="{FF2B5EF4-FFF2-40B4-BE49-F238E27FC236}">
                <ns2:creationId id="{C0490D9F-7D2C-475F-8F37-E08C838375B7}"/>
              </a:ext>
            </a:extLst>
          </p:cNvPr>
          <p:cNvSpPr>
            <a:spLocks noGrp="1"/>
          </p:cNvSpPr>
          <p:nvPr/>
        </p:nvSpPr>
        <p:spPr>
          <a:xfrm>
            <a:off x="4901371" y="4707876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70" name="Figure 5 plot object 169">
            <a:extLst>
              <a:ext uri="{FF2B5EF4-FFF2-40B4-BE49-F238E27FC236}">
                <ns2:creationId id="{F88EB6B8-7665-45F2-AEA5-7932E88BF407}"/>
              </a:ext>
            </a:extLst>
          </p:cNvPr>
          <p:cNvSpPr>
            <a:spLocks noGrp="1"/>
          </p:cNvSpPr>
          <p:nvPr/>
        </p:nvSpPr>
        <p:spPr>
          <a:xfrm>
            <a:off x="4653679" y="4717996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71" name="Figure 5 plot object 170">
            <a:extLst>
              <a:ext uri="{FF2B5EF4-FFF2-40B4-BE49-F238E27FC236}">
                <ns2:creationId id="{05C70D25-4BCC-49F6-831B-DABCDEFBB668}"/>
              </a:ext>
            </a:extLst>
          </p:cNvPr>
          <p:cNvSpPr>
            <a:spLocks noGrp="1"/>
          </p:cNvSpPr>
          <p:nvPr/>
        </p:nvSpPr>
        <p:spPr>
          <a:xfrm>
            <a:off x="4508788" y="4662188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72" name="Figure 5 plot object 171">
            <a:extLst>
              <a:ext uri="{FF2B5EF4-FFF2-40B4-BE49-F238E27FC236}">
                <ns2:creationId id="{14A696B6-C7DF-40B0-AFEF-BA9BC589EFBD}"/>
              </a:ext>
            </a:extLst>
          </p:cNvPr>
          <p:cNvSpPr>
            <a:spLocks noGrp="1"/>
          </p:cNvSpPr>
          <p:nvPr/>
        </p:nvSpPr>
        <p:spPr>
          <a:xfrm>
            <a:off x="5293953" y="4667392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73" name="Figure 5 plot object 172">
            <a:extLst>
              <a:ext uri="{FF2B5EF4-FFF2-40B4-BE49-F238E27FC236}">
                <ns2:creationId id="{F045A2D7-27B6-47C6-BB20-D1EB7F6BC90F}"/>
              </a:ext>
            </a:extLst>
          </p:cNvPr>
          <p:cNvSpPr>
            <a:spLocks noGrp="1"/>
          </p:cNvSpPr>
          <p:nvPr/>
        </p:nvSpPr>
        <p:spPr>
          <a:xfrm>
            <a:off x="5046261" y="4673373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74" name="Figure 5 plot object 173">
            <a:extLst>
              <a:ext uri="{FF2B5EF4-FFF2-40B4-BE49-F238E27FC236}">
                <ns2:creationId id="{D444F992-E210-4054-A5BB-150C34FB7CBA}"/>
              </a:ext>
            </a:extLst>
          </p:cNvPr>
          <p:cNvSpPr>
            <a:spLocks noGrp="1"/>
          </p:cNvSpPr>
          <p:nvPr/>
        </p:nvSpPr>
        <p:spPr>
          <a:xfrm>
            <a:off x="4901371" y="4703984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75" name="Figure 5 plot object 174">
            <a:extLst>
              <a:ext uri="{FF2B5EF4-FFF2-40B4-BE49-F238E27FC236}">
                <ns2:creationId id="{47D105A3-7C83-43C7-9155-797373CD607D}"/>
              </a:ext>
            </a:extLst>
          </p:cNvPr>
          <p:cNvSpPr>
            <a:spLocks noGrp="1"/>
          </p:cNvSpPr>
          <p:nvPr/>
        </p:nvSpPr>
        <p:spPr>
          <a:xfrm>
            <a:off x="5541645" y="4640733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76" name="Figure 5 plot object 175">
            <a:extLst>
              <a:ext uri="{FF2B5EF4-FFF2-40B4-BE49-F238E27FC236}">
                <ns2:creationId id="{255BB3D3-34C3-4284-A1E1-786D93D641E3}"/>
              </a:ext>
            </a:extLst>
          </p:cNvPr>
          <p:cNvSpPr>
            <a:spLocks noGrp="1"/>
          </p:cNvSpPr>
          <p:nvPr/>
        </p:nvSpPr>
        <p:spPr>
          <a:xfrm>
            <a:off x="5293953" y="4677241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77" name="Figure 5 plot object 176">
            <a:extLst>
              <a:ext uri="{FF2B5EF4-FFF2-40B4-BE49-F238E27FC236}">
                <ns2:creationId id="{380E6947-3AE3-4757-B04E-60EFDE163160}"/>
              </a:ext>
            </a:extLst>
          </p:cNvPr>
          <p:cNvSpPr>
            <a:spLocks noGrp="1"/>
          </p:cNvSpPr>
          <p:nvPr/>
        </p:nvSpPr>
        <p:spPr>
          <a:xfrm>
            <a:off x="5149063" y="4660916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78" name="Figure 5 plot object 177">
            <a:extLst>
              <a:ext uri="{FF2B5EF4-FFF2-40B4-BE49-F238E27FC236}">
                <ns2:creationId id="{FE93ACAD-5A27-4338-89CB-A49B71F2C24C}"/>
              </a:ext>
            </a:extLst>
          </p:cNvPr>
          <p:cNvSpPr>
            <a:spLocks noGrp="1"/>
          </p:cNvSpPr>
          <p:nvPr/>
        </p:nvSpPr>
        <p:spPr>
          <a:xfrm>
            <a:off x="5724186" y="4681739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79" name="Figure 5 plot object 178">
            <a:extLst>
              <a:ext uri="{FF2B5EF4-FFF2-40B4-BE49-F238E27FC236}">
                <ns2:creationId id="{DDB5E5FB-AF84-4B09-9BA7-461C274C442F}"/>
              </a:ext>
            </a:extLst>
          </p:cNvPr>
          <p:cNvSpPr>
            <a:spLocks noGrp="1"/>
          </p:cNvSpPr>
          <p:nvPr/>
        </p:nvSpPr>
        <p:spPr>
          <a:xfrm>
            <a:off x="5476494" y="4691981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80" name="Figure 5 plot object 179">
            <a:extLst>
              <a:ext uri="{FF2B5EF4-FFF2-40B4-BE49-F238E27FC236}">
                <ns2:creationId id="{10CD3506-D81D-4A6D-819F-0AA534660D72}"/>
              </a:ext>
            </a:extLst>
          </p:cNvPr>
          <p:cNvSpPr>
            <a:spLocks noGrp="1"/>
          </p:cNvSpPr>
          <p:nvPr/>
        </p:nvSpPr>
        <p:spPr>
          <a:xfrm>
            <a:off x="5331603" y="4659668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81" name="Figure 5 plot object 180">
            <a:extLst>
              <a:ext uri="{FF2B5EF4-FFF2-40B4-BE49-F238E27FC236}">
                <ns2:creationId id="{A70092FF-8CE3-45C5-B023-A663834C6393}"/>
              </a:ext>
            </a:extLst>
          </p:cNvPr>
          <p:cNvSpPr>
            <a:spLocks noGrp="1"/>
          </p:cNvSpPr>
          <p:nvPr/>
        </p:nvSpPr>
        <p:spPr>
          <a:xfrm>
            <a:off x="4405987" y="4657390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82" name="Figure 5 plot object 181">
            <a:extLst>
              <a:ext uri="{FF2B5EF4-FFF2-40B4-BE49-F238E27FC236}">
                <ns2:creationId id="{90E9B17C-1579-4744-B3EC-FACBAD800B16}"/>
              </a:ext>
            </a:extLst>
          </p:cNvPr>
          <p:cNvSpPr>
            <a:spLocks noGrp="1"/>
          </p:cNvSpPr>
          <p:nvPr/>
        </p:nvSpPr>
        <p:spPr>
          <a:xfrm>
            <a:off x="4733418" y="4620785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83" name="Figure 5 plot object 182">
            <a:extLst>
              <a:ext uri="{FF2B5EF4-FFF2-40B4-BE49-F238E27FC236}">
                <ns2:creationId id="{27EEF3CC-9E19-41F5-A3C7-B07BB449AF02}"/>
              </a:ext>
            </a:extLst>
          </p:cNvPr>
          <p:cNvSpPr>
            <a:spLocks noGrp="1"/>
          </p:cNvSpPr>
          <p:nvPr/>
        </p:nvSpPr>
        <p:spPr>
          <a:xfrm>
            <a:off x="4981110" y="4681112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84" name="Figure 5 plot object 183">
            <a:extLst>
              <a:ext uri="{FF2B5EF4-FFF2-40B4-BE49-F238E27FC236}">
                <ns2:creationId id="{FC1B15A8-36EA-4E22-8713-71553774DE1A}"/>
              </a:ext>
            </a:extLst>
          </p:cNvPr>
          <p:cNvSpPr>
            <a:spLocks noGrp="1"/>
          </p:cNvSpPr>
          <p:nvPr/>
        </p:nvSpPr>
        <p:spPr>
          <a:xfrm>
            <a:off x="5228802" y="4629987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85" name="Figure 5 plot object 184">
            <a:extLst>
              <a:ext uri="{FF2B5EF4-FFF2-40B4-BE49-F238E27FC236}">
                <ns2:creationId id="{2EA6BE27-F5E3-4E54-A4C8-B6D4279A6281}"/>
              </a:ext>
            </a:extLst>
          </p:cNvPr>
          <p:cNvSpPr>
            <a:spLocks noGrp="1"/>
          </p:cNvSpPr>
          <p:nvPr/>
        </p:nvSpPr>
        <p:spPr>
          <a:xfrm>
            <a:off x="5373692" y="4677051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86" name="Figure 5 plot object 185">
            <a:extLst>
              <a:ext uri="{FF2B5EF4-FFF2-40B4-BE49-F238E27FC236}">
                <ns2:creationId id="{0173FEDC-4652-4B74-AE0E-E37FF072C545}"/>
              </a:ext>
            </a:extLst>
          </p:cNvPr>
          <p:cNvSpPr>
            <a:spLocks noGrp="1"/>
          </p:cNvSpPr>
          <p:nvPr/>
        </p:nvSpPr>
        <p:spPr>
          <a:xfrm>
            <a:off x="5476494" y="4643833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87" name="Figure 5 plot object 186">
            <a:extLst>
              <a:ext uri="{FF2B5EF4-FFF2-40B4-BE49-F238E27FC236}">
                <ns2:creationId id="{91FFA333-EC3D-409F-9751-D4D09378A67C}"/>
              </a:ext>
            </a:extLst>
          </p:cNvPr>
          <p:cNvSpPr>
            <a:spLocks noGrp="1"/>
          </p:cNvSpPr>
          <p:nvPr/>
        </p:nvSpPr>
        <p:spPr>
          <a:xfrm>
            <a:off x="5126000" y="4673401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88" name="Figure 5 plot object 187">
            <a:extLst>
              <a:ext uri="{FF2B5EF4-FFF2-40B4-BE49-F238E27FC236}">
                <ns2:creationId id="{94D5AA6F-B903-4607-8C2D-53F26D56F728}"/>
              </a:ext>
            </a:extLst>
          </p:cNvPr>
          <p:cNvSpPr>
            <a:spLocks noGrp="1"/>
          </p:cNvSpPr>
          <p:nvPr/>
        </p:nvSpPr>
        <p:spPr>
          <a:xfrm>
            <a:off x="5126000" y="4621593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89" name="Figure 5 plot object 188">
            <a:extLst>
              <a:ext uri="{FF2B5EF4-FFF2-40B4-BE49-F238E27FC236}">
                <ns2:creationId id="{E1D7BFA0-4637-42D5-8F1B-8083D8BC8623}"/>
              </a:ext>
            </a:extLst>
          </p:cNvPr>
          <p:cNvSpPr>
            <a:spLocks noGrp="1"/>
          </p:cNvSpPr>
          <p:nvPr/>
        </p:nvSpPr>
        <p:spPr>
          <a:xfrm>
            <a:off x="5126000" y="4657640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90" name="Figure 5 plot object 189">
            <a:extLst>
              <a:ext uri="{FF2B5EF4-FFF2-40B4-BE49-F238E27FC236}">
                <ns2:creationId id="{D7630AD1-AFC7-465B-A6D5-F4D742D038F3}"/>
              </a:ext>
            </a:extLst>
          </p:cNvPr>
          <p:cNvSpPr>
            <a:spLocks noGrp="1"/>
          </p:cNvSpPr>
          <p:nvPr/>
        </p:nvSpPr>
        <p:spPr>
          <a:xfrm>
            <a:off x="5205739" y="4666491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91" name="Figure 5 plot object 190">
            <a:extLst>
              <a:ext uri="{FF2B5EF4-FFF2-40B4-BE49-F238E27FC236}">
                <ns2:creationId id="{049D8852-B9EB-437E-BF18-A1C4BA0EDFBC}"/>
              </a:ext>
            </a:extLst>
          </p:cNvPr>
          <p:cNvSpPr>
            <a:spLocks noGrp="1"/>
          </p:cNvSpPr>
          <p:nvPr/>
        </p:nvSpPr>
        <p:spPr>
          <a:xfrm>
            <a:off x="5373692" y="4657229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92" name="Figure 5 plot object 191">
            <a:extLst>
              <a:ext uri="{FF2B5EF4-FFF2-40B4-BE49-F238E27FC236}">
                <ns2:creationId id="{8401DDCB-69CB-40BC-BCDD-3BB65B893A6E}"/>
              </a:ext>
            </a:extLst>
          </p:cNvPr>
          <p:cNvSpPr>
            <a:spLocks noGrp="1"/>
          </p:cNvSpPr>
          <p:nvPr/>
        </p:nvSpPr>
        <p:spPr>
          <a:xfrm>
            <a:off x="5552641" y="4633358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93" name="Figure 5 plot object 192">
            <a:extLst>
              <a:ext uri="{FF2B5EF4-FFF2-40B4-BE49-F238E27FC236}">
                <ns2:creationId id="{56ECF0E6-A9D8-4464-9DAD-3B62BEA6B099}"/>
              </a:ext>
            </a:extLst>
          </p:cNvPr>
          <p:cNvSpPr>
            <a:spLocks noGrp="1"/>
          </p:cNvSpPr>
          <p:nvPr/>
        </p:nvSpPr>
        <p:spPr>
          <a:xfrm>
            <a:off x="4195945" y="4672564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94" name="Figure 5 plot object 193">
            <a:extLst>
              <a:ext uri="{FF2B5EF4-FFF2-40B4-BE49-F238E27FC236}">
                <ns2:creationId id="{E66ADED8-1E35-4455-B916-1604D5139F36}"/>
              </a:ext>
            </a:extLst>
          </p:cNvPr>
          <p:cNvSpPr>
            <a:spLocks noGrp="1"/>
          </p:cNvSpPr>
          <p:nvPr/>
        </p:nvSpPr>
        <p:spPr>
          <a:xfrm>
            <a:off x="4195945" y="4637850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95" name="Figure 5 plot object 194">
            <a:extLst>
              <a:ext uri="{FF2B5EF4-FFF2-40B4-BE49-F238E27FC236}">
                <ns2:creationId id="{EE30E9E2-147C-4C6B-BB30-E2B65D2C3DF9}"/>
              </a:ext>
            </a:extLst>
          </p:cNvPr>
          <p:cNvSpPr>
            <a:spLocks noGrp="1"/>
          </p:cNvSpPr>
          <p:nvPr/>
        </p:nvSpPr>
        <p:spPr>
          <a:xfrm>
            <a:off x="4981110" y="4673971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96" name="Figure 5 plot object 195">
            <a:extLst>
              <a:ext uri="{FF2B5EF4-FFF2-40B4-BE49-F238E27FC236}">
                <ns2:creationId id="{8217084B-C37D-47CF-BE70-23030A864D9E}"/>
              </a:ext>
            </a:extLst>
          </p:cNvPr>
          <p:cNvSpPr>
            <a:spLocks noGrp="1"/>
          </p:cNvSpPr>
          <p:nvPr/>
        </p:nvSpPr>
        <p:spPr>
          <a:xfrm>
            <a:off x="4588527" y="4637902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97" name="Figure 5 plot object 196">
            <a:extLst>
              <a:ext uri="{FF2B5EF4-FFF2-40B4-BE49-F238E27FC236}">
                <ns2:creationId id="{AB0BBFDC-D83B-46A4-AC7F-77BDBEE2B94A}"/>
              </a:ext>
            </a:extLst>
          </p:cNvPr>
          <p:cNvSpPr>
            <a:spLocks noGrp="1"/>
          </p:cNvSpPr>
          <p:nvPr/>
        </p:nvSpPr>
        <p:spPr>
          <a:xfrm>
            <a:off x="5373692" y="4644969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98" name="Figure 5 plot object 197">
            <a:extLst>
              <a:ext uri="{FF2B5EF4-FFF2-40B4-BE49-F238E27FC236}">
                <ns2:creationId id="{C321E304-C883-4117-A2F4-46476C56C7EF}"/>
              </a:ext>
            </a:extLst>
          </p:cNvPr>
          <p:cNvSpPr>
            <a:spLocks noGrp="1"/>
          </p:cNvSpPr>
          <p:nvPr/>
        </p:nvSpPr>
        <p:spPr>
          <a:xfrm>
            <a:off x="4981110" y="4675646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199" name="Figure 5 plot object 198">
            <a:extLst>
              <a:ext uri="{FF2B5EF4-FFF2-40B4-BE49-F238E27FC236}">
                <ns2:creationId id="{AF424724-9767-45FF-9B80-00BB9331E70A}"/>
              </a:ext>
            </a:extLst>
          </p:cNvPr>
          <p:cNvSpPr>
            <a:spLocks noGrp="1"/>
          </p:cNvSpPr>
          <p:nvPr/>
        </p:nvSpPr>
        <p:spPr>
          <a:xfrm>
            <a:off x="5373692" y="4643585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200" name="Figure 5 plot object 199">
            <a:extLst>
              <a:ext uri="{FF2B5EF4-FFF2-40B4-BE49-F238E27FC236}">
                <ns2:creationId id="{160F9F63-B416-4260-97A5-2902B56D98B1}"/>
              </a:ext>
            </a:extLst>
          </p:cNvPr>
          <p:cNvSpPr>
            <a:spLocks noGrp="1"/>
          </p:cNvSpPr>
          <p:nvPr/>
        </p:nvSpPr>
        <p:spPr>
          <a:xfrm>
            <a:off x="5126000" y="4641690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201" name="Figure 5 plot object 200">
            <a:extLst>
              <a:ext uri="{FF2B5EF4-FFF2-40B4-BE49-F238E27FC236}">
                <ns2:creationId id="{7A3D549C-5803-4501-BCD5-67C3FE928689}"/>
              </a:ext>
            </a:extLst>
          </p:cNvPr>
          <p:cNvSpPr>
            <a:spLocks noGrp="1"/>
          </p:cNvSpPr>
          <p:nvPr/>
        </p:nvSpPr>
        <p:spPr>
          <a:xfrm>
            <a:off x="5556233" y="4652386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202" name="Figure 5 plot object 201">
            <a:extLst>
              <a:ext uri="{FF2B5EF4-FFF2-40B4-BE49-F238E27FC236}">
                <ns2:creationId id="{3F4CCFEE-B248-4B81-ADBB-400D6E1D42C2}"/>
              </a:ext>
            </a:extLst>
          </p:cNvPr>
          <p:cNvSpPr>
            <a:spLocks noGrp="1"/>
          </p:cNvSpPr>
          <p:nvPr/>
        </p:nvSpPr>
        <p:spPr>
          <a:xfrm>
            <a:off x="5308541" y="4643460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203" name="Figure 5 plot object 202">
            <a:extLst>
              <a:ext uri="{FF2B5EF4-FFF2-40B4-BE49-F238E27FC236}">
                <ns2:creationId id="{E3CDED95-B5B0-48B4-B4C4-2F3183E30223}"/>
              </a:ext>
            </a:extLst>
          </p:cNvPr>
          <p:cNvSpPr>
            <a:spLocks noGrp="1"/>
          </p:cNvSpPr>
          <p:nvPr/>
        </p:nvSpPr>
        <p:spPr>
          <a:xfrm>
            <a:off x="5373692" y="4628581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204" name="Figure 5 plot object 203">
            <a:extLst>
              <a:ext uri="{FF2B5EF4-FFF2-40B4-BE49-F238E27FC236}">
                <ns2:creationId id="{13576F5E-4BEB-4774-9158-4B150FAD8C81}"/>
              </a:ext>
            </a:extLst>
          </p:cNvPr>
          <p:cNvSpPr>
            <a:spLocks noGrp="1"/>
          </p:cNvSpPr>
          <p:nvPr/>
        </p:nvSpPr>
        <p:spPr>
          <a:xfrm>
            <a:off x="5373692" y="4673926"/>
            <a:ext cx="45791" cy="45791"/>
          </a:xfrm>
          <a:custGeom>
            <a:pathLst>
              <a:path w="45791" h="45791">
                <a:moveTo>
                  <a:pt x="22895" y="45791"/>
                </a:moveTo>
                <a:cubicBezTo>
                  <a:pt x="28967" y="45791"/>
                  <a:pt x="34791" y="43378"/>
                  <a:pt x="39085" y="39085"/>
                </a:cubicBezTo>
                <a:cubicBezTo>
                  <a:pt x="43378" y="34791"/>
                  <a:pt x="45791" y="28967"/>
                  <a:pt x="45791" y="22895"/>
                </a:cubicBezTo>
                <a:cubicBezTo>
                  <a:pt x="45791" y="16823"/>
                  <a:pt x="43378" y="10999"/>
                  <a:pt x="39085" y="6706"/>
                </a:cubicBezTo>
                <a:cubicBezTo>
                  <a:pt x="34791" y="2412"/>
                  <a:pt x="28967" y="0"/>
                  <a:pt x="22895" y="0"/>
                </a:cubicBezTo>
                <a:cubicBezTo>
                  <a:pt x="16823" y="0"/>
                  <a:pt x="10999" y="2412"/>
                  <a:pt x="6706" y="6706"/>
                </a:cubicBezTo>
                <a:cubicBezTo>
                  <a:pt x="2412" y="10999"/>
                  <a:pt x="0" y="16823"/>
                  <a:pt x="0" y="22895"/>
                </a:cubicBezTo>
                <a:cubicBezTo>
                  <a:pt x="0" y="28967"/>
                  <a:pt x="2412" y="34791"/>
                  <a:pt x="6706" y="39085"/>
                </a:cubicBezTo>
                <a:cubicBezTo>
                  <a:pt x="10999" y="43378"/>
                  <a:pt x="16823" y="45791"/>
                  <a:pt x="22895" y="45791"/>
                </a:cubicBezTo>
                <a:close/>
              </a:path>
            </a:pathLst>
          </a:custGeom>
          <a:solidFill>
            <a:srgbClr val="8D99A1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205" name="Figure 5 plot object 204">
            <a:extLst>
              <a:ext uri="{FF2B5EF4-FFF2-40B4-BE49-F238E27FC236}">
                <ns2:creationId id="{8D09C269-30BF-4B53-8FE4-4637A2DB6A94}"/>
              </a:ext>
            </a:extLst>
          </p:cNvPr>
          <p:cNvSpPr>
            <a:spLocks noGrp="1"/>
          </p:cNvSpPr>
          <p:nvPr/>
        </p:nvSpPr>
        <p:spPr>
          <a:xfrm>
            <a:off x="1450467" y="1768450"/>
            <a:ext cx="13" cy="3185770"/>
          </a:xfrm>
          <a:custGeom>
            <a:pathLst>
              <a:path w="13" h="3185770">
                <a:moveTo>
                  <a:pt x="0" y="318577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06" name="Figure 5 plot object 205">
            <a:extLst>
              <a:ext uri="{FF2B5EF4-FFF2-40B4-BE49-F238E27FC236}">
                <ns2:creationId id="{A075E682-7E89-474E-9E75-5BB81FFEE43A}"/>
              </a:ext>
            </a:extLst>
          </p:cNvPr>
          <p:cNvSpPr>
            <a:spLocks noGrp="1"/>
          </p:cNvSpPr>
          <p:nvPr/>
        </p:nvSpPr>
        <p:spPr>
          <a:xfrm>
            <a:off x="6467094" y="1768450"/>
            <a:ext cx="13" cy="3185770"/>
          </a:xfrm>
          <a:custGeom>
            <a:pathLst>
              <a:path w="13" h="3185770">
                <a:moveTo>
                  <a:pt x="0" y="318577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07" name="Figure 5 plot object 206">
            <a:extLst>
              <a:ext uri="{FF2B5EF4-FFF2-40B4-BE49-F238E27FC236}">
                <ns2:creationId id="{083C5E6B-15D1-45AC-A21B-F784B0A1B5A1}"/>
              </a:ext>
            </a:extLst>
          </p:cNvPr>
          <p:cNvSpPr>
            <a:spLocks noGrp="1"/>
          </p:cNvSpPr>
          <p:nvPr/>
        </p:nvSpPr>
        <p:spPr>
          <a:xfrm>
            <a:off x="1450467" y="4954219"/>
            <a:ext cx="5016627" cy="13"/>
          </a:xfrm>
          <a:custGeom>
            <a:pathLst>
              <a:path w="5016627" h="13">
                <a:moveTo>
                  <a:pt x="0" y="0"/>
                </a:moveTo>
                <a:lnTo>
                  <a:pt x="5016627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08" name="Figure 5 plot object 207">
            <a:extLst>
              <a:ext uri="{FF2B5EF4-FFF2-40B4-BE49-F238E27FC236}">
                <ns2:creationId id="{D3FF3846-6DFD-4AAC-AAA9-150436E22D3E}"/>
              </a:ext>
            </a:extLst>
          </p:cNvPr>
          <p:cNvSpPr>
            <a:spLocks noGrp="1"/>
          </p:cNvSpPr>
          <p:nvPr/>
        </p:nvSpPr>
        <p:spPr>
          <a:xfrm>
            <a:off x="1450467" y="1768450"/>
            <a:ext cx="5016627" cy="13"/>
          </a:xfrm>
          <a:custGeom>
            <a:pathLst>
              <a:path w="5016627" h="13">
                <a:moveTo>
                  <a:pt x="0" y="0"/>
                </a:moveTo>
                <a:lnTo>
                  <a:pt x="5016627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09" name="Figure 5 plot object 208">
            <a:extLst>
              <a:ext uri="{FF2B5EF4-FFF2-40B4-BE49-F238E27FC236}">
                <ns2:creationId id="{F2A8EAA1-D620-4F9A-B153-15C43FCCD426}"/>
              </a:ext>
            </a:extLst>
          </p:cNvPr>
          <p:cNvSpPr>
            <a:spLocks noGrp="1"/>
          </p:cNvSpPr>
          <p:nvPr/>
        </p:nvSpPr>
        <p:spPr>
          <a:xfrm>
            <a:off x="4143540" y="4631607"/>
            <a:ext cx="13" cy="37704"/>
          </a:xfrm>
          <a:custGeom>
            <a:pathLst>
              <a:path w="13" h="37704">
                <a:moveTo>
                  <a:pt x="0" y="37704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444B50"/>
            </a:solidFill>
            <a:prstDash val="solid"/>
          </a:ln>
        </p:spPr>
      </p:sp>
      <p:sp>
        <p:nvSpPr>
          <p:cNvPr id="210" name="Figure 5 plot object 209">
            <a:extLst>
              <a:ext uri="{FF2B5EF4-FFF2-40B4-BE49-F238E27FC236}">
                <ns2:creationId id="{C06185A1-9D76-4100-98BD-5D4E0A8AAEAA}"/>
              </a:ext>
            </a:extLst>
          </p:cNvPr>
          <p:cNvSpPr>
            <a:spLocks noGrp="1"/>
          </p:cNvSpPr>
          <p:nvPr/>
        </p:nvSpPr>
        <p:spPr>
          <a:xfrm>
            <a:off x="4105440" y="4669312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7620">
            <a:solidFill>
              <a:srgbClr val="444B50"/>
            </a:solidFill>
            <a:prstDash val="solid"/>
          </a:ln>
        </p:spPr>
      </p:sp>
      <p:sp>
        <p:nvSpPr>
          <p:cNvPr id="211" name="Figure 5 plot object 210">
            <a:extLst>
              <a:ext uri="{FF2B5EF4-FFF2-40B4-BE49-F238E27FC236}">
                <ns2:creationId id="{43A90890-AAC9-48B7-A698-90AEF545DCBB}"/>
              </a:ext>
            </a:extLst>
          </p:cNvPr>
          <p:cNvSpPr>
            <a:spLocks noGrp="1"/>
          </p:cNvSpPr>
          <p:nvPr/>
        </p:nvSpPr>
        <p:spPr>
          <a:xfrm>
            <a:off x="4105440" y="4631607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7620">
            <a:solidFill>
              <a:srgbClr val="444B50"/>
            </a:solidFill>
            <a:prstDash val="solid"/>
          </a:ln>
        </p:spPr>
      </p:sp>
      <p:sp>
        <p:nvSpPr>
          <p:cNvPr id="212" name="Figure 5 plot object 211">
            <a:extLst>
              <a:ext uri="{FF2B5EF4-FFF2-40B4-BE49-F238E27FC236}">
                <ns2:creationId id="{C9BD3020-8179-4958-80D4-D200D34068DE}"/>
              </a:ext>
            </a:extLst>
          </p:cNvPr>
          <p:cNvSpPr>
            <a:spLocks noGrp="1"/>
          </p:cNvSpPr>
          <p:nvPr/>
        </p:nvSpPr>
        <p:spPr>
          <a:xfrm>
            <a:off x="4143540" y="4627335"/>
            <a:ext cx="13" cy="30813"/>
          </a:xfrm>
          <a:custGeom>
            <a:pathLst>
              <a:path w="13" h="30813">
                <a:moveTo>
                  <a:pt x="0" y="30813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444B50"/>
            </a:solidFill>
            <a:prstDash val="solid"/>
          </a:ln>
        </p:spPr>
      </p:sp>
      <p:sp>
        <p:nvSpPr>
          <p:cNvPr id="213" name="Figure 5 plot object 212">
            <a:extLst>
              <a:ext uri="{FF2B5EF4-FFF2-40B4-BE49-F238E27FC236}">
                <ns2:creationId id="{867FB10B-CD0C-4A08-B613-762C897657DF}"/>
              </a:ext>
            </a:extLst>
          </p:cNvPr>
          <p:cNvSpPr>
            <a:spLocks noGrp="1"/>
          </p:cNvSpPr>
          <p:nvPr/>
        </p:nvSpPr>
        <p:spPr>
          <a:xfrm>
            <a:off x="4105440" y="4658147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7620">
            <a:solidFill>
              <a:srgbClr val="444B50"/>
            </a:solidFill>
            <a:prstDash val="solid"/>
          </a:ln>
        </p:spPr>
      </p:sp>
      <p:sp>
        <p:nvSpPr>
          <p:cNvPr id="214" name="Figure 5 plot object 213">
            <a:extLst>
              <a:ext uri="{FF2B5EF4-FFF2-40B4-BE49-F238E27FC236}">
                <ns2:creationId id="{E352E0BE-910C-4DCB-8D4C-F861E28BA0BC}"/>
              </a:ext>
            </a:extLst>
          </p:cNvPr>
          <p:cNvSpPr>
            <a:spLocks noGrp="1"/>
          </p:cNvSpPr>
          <p:nvPr/>
        </p:nvSpPr>
        <p:spPr>
          <a:xfrm>
            <a:off x="4105440" y="4627335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7620">
            <a:solidFill>
              <a:srgbClr val="444B50"/>
            </a:solidFill>
            <a:prstDash val="solid"/>
          </a:ln>
        </p:spPr>
      </p:sp>
      <p:sp>
        <p:nvSpPr>
          <p:cNvPr id="215" name="Figure 5 plot object 214">
            <a:extLst>
              <a:ext uri="{FF2B5EF4-FFF2-40B4-BE49-F238E27FC236}">
                <ns2:creationId id="{EDD5DF7B-4888-43E3-A5DD-84251D1A3CE9}"/>
              </a:ext>
            </a:extLst>
          </p:cNvPr>
          <p:cNvSpPr>
            <a:spLocks noGrp="1"/>
          </p:cNvSpPr>
          <p:nvPr/>
        </p:nvSpPr>
        <p:spPr>
          <a:xfrm>
            <a:off x="2455822" y="3633015"/>
            <a:ext cx="13" cy="511918"/>
          </a:xfrm>
          <a:custGeom>
            <a:pathLst>
              <a:path w="13" h="511918">
                <a:moveTo>
                  <a:pt x="0" y="511918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444B50"/>
            </a:solidFill>
            <a:prstDash val="solid"/>
          </a:ln>
        </p:spPr>
      </p:sp>
      <p:sp>
        <p:nvSpPr>
          <p:cNvPr id="216" name="Figure 5 plot object 215">
            <a:extLst>
              <a:ext uri="{FF2B5EF4-FFF2-40B4-BE49-F238E27FC236}">
                <ns2:creationId id="{CF8B2BB0-1F43-49CD-82F1-E00F004FC55B}"/>
              </a:ext>
            </a:extLst>
          </p:cNvPr>
          <p:cNvSpPr>
            <a:spLocks noGrp="1"/>
          </p:cNvSpPr>
          <p:nvPr/>
        </p:nvSpPr>
        <p:spPr>
          <a:xfrm>
            <a:off x="2417722" y="4144932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7620">
            <a:solidFill>
              <a:srgbClr val="444B50"/>
            </a:solidFill>
            <a:prstDash val="solid"/>
          </a:ln>
        </p:spPr>
      </p:sp>
      <p:sp>
        <p:nvSpPr>
          <p:cNvPr id="217" name="Figure 5 plot object 216">
            <a:extLst>
              <a:ext uri="{FF2B5EF4-FFF2-40B4-BE49-F238E27FC236}">
                <ns2:creationId id="{954887AC-875A-41A4-96C6-380A5D05895C}"/>
              </a:ext>
            </a:extLst>
          </p:cNvPr>
          <p:cNvSpPr>
            <a:spLocks noGrp="1"/>
          </p:cNvSpPr>
          <p:nvPr/>
        </p:nvSpPr>
        <p:spPr>
          <a:xfrm>
            <a:off x="2417722" y="3633015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7620">
            <a:solidFill>
              <a:srgbClr val="444B50"/>
            </a:solidFill>
            <a:prstDash val="solid"/>
          </a:ln>
        </p:spPr>
      </p:sp>
      <p:sp>
        <p:nvSpPr>
          <p:cNvPr id="218" name="Figure 5 plot object 217">
            <a:extLst>
              <a:ext uri="{FF2B5EF4-FFF2-40B4-BE49-F238E27FC236}">
                <ns2:creationId id="{B84F49C7-5C8D-4C3A-A8EA-F7F602BFDF62}"/>
              </a:ext>
            </a:extLst>
          </p:cNvPr>
          <p:cNvSpPr>
            <a:spLocks noGrp="1"/>
          </p:cNvSpPr>
          <p:nvPr/>
        </p:nvSpPr>
        <p:spPr>
          <a:xfrm>
            <a:off x="3358376" y="4420502"/>
            <a:ext cx="13" cy="150224"/>
          </a:xfrm>
          <a:custGeom>
            <a:pathLst>
              <a:path w="13" h="150224">
                <a:moveTo>
                  <a:pt x="0" y="150224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444B50"/>
            </a:solidFill>
            <a:prstDash val="solid"/>
          </a:ln>
        </p:spPr>
      </p:sp>
      <p:sp>
        <p:nvSpPr>
          <p:cNvPr id="219" name="Figure 5 plot object 218">
            <a:extLst>
              <a:ext uri="{FF2B5EF4-FFF2-40B4-BE49-F238E27FC236}">
                <ns2:creationId id="{3A76D9BA-4717-4BD4-BFC5-43ADC3EB1F67}"/>
              </a:ext>
            </a:extLst>
          </p:cNvPr>
          <p:cNvSpPr>
            <a:spLocks noGrp="1"/>
          </p:cNvSpPr>
          <p:nvPr/>
        </p:nvSpPr>
        <p:spPr>
          <a:xfrm>
            <a:off x="3320276" y="4570726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7620">
            <a:solidFill>
              <a:srgbClr val="444B50"/>
            </a:solidFill>
            <a:prstDash val="solid"/>
          </a:ln>
        </p:spPr>
      </p:sp>
      <p:sp>
        <p:nvSpPr>
          <p:cNvPr id="220" name="Figure 5 plot object 219">
            <a:extLst>
              <a:ext uri="{FF2B5EF4-FFF2-40B4-BE49-F238E27FC236}">
                <ns2:creationId id="{2CC69C4F-E001-4143-BC11-D40CFC26EF20}"/>
              </a:ext>
            </a:extLst>
          </p:cNvPr>
          <p:cNvSpPr>
            <a:spLocks noGrp="1"/>
          </p:cNvSpPr>
          <p:nvPr/>
        </p:nvSpPr>
        <p:spPr>
          <a:xfrm>
            <a:off x="3320276" y="4420502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7620">
            <a:solidFill>
              <a:srgbClr val="444B50"/>
            </a:solidFill>
            <a:prstDash val="solid"/>
          </a:ln>
        </p:spPr>
      </p:sp>
      <p:sp>
        <p:nvSpPr>
          <p:cNvPr id="221" name="Figure 5 plot object 220">
            <a:extLst>
              <a:ext uri="{FF2B5EF4-FFF2-40B4-BE49-F238E27FC236}">
                <ns2:creationId id="{75D19E10-A190-47F5-843A-9EC1AB3699FC}"/>
              </a:ext>
            </a:extLst>
          </p:cNvPr>
          <p:cNvSpPr>
            <a:spLocks noGrp="1"/>
          </p:cNvSpPr>
          <p:nvPr/>
        </p:nvSpPr>
        <p:spPr>
          <a:xfrm>
            <a:off x="4756313" y="4666216"/>
            <a:ext cx="13" cy="18971"/>
          </a:xfrm>
          <a:custGeom>
            <a:pathLst>
              <a:path w="13" h="18971">
                <a:moveTo>
                  <a:pt x="0" y="18971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444B50"/>
            </a:solidFill>
            <a:prstDash val="solid"/>
          </a:ln>
        </p:spPr>
      </p:sp>
      <p:sp>
        <p:nvSpPr>
          <p:cNvPr id="222" name="Figure 5 plot object 221">
            <a:extLst>
              <a:ext uri="{FF2B5EF4-FFF2-40B4-BE49-F238E27FC236}">
                <ns2:creationId id="{E0DBE163-9194-4BC0-B175-F49EC48C07F3}"/>
              </a:ext>
            </a:extLst>
          </p:cNvPr>
          <p:cNvSpPr>
            <a:spLocks noGrp="1"/>
          </p:cNvSpPr>
          <p:nvPr/>
        </p:nvSpPr>
        <p:spPr>
          <a:xfrm>
            <a:off x="4718213" y="4685187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7620">
            <a:solidFill>
              <a:srgbClr val="444B50"/>
            </a:solidFill>
            <a:prstDash val="solid"/>
          </a:ln>
        </p:spPr>
      </p:sp>
      <p:sp>
        <p:nvSpPr>
          <p:cNvPr id="223" name="Figure 5 plot object 222">
            <a:extLst>
              <a:ext uri="{FF2B5EF4-FFF2-40B4-BE49-F238E27FC236}">
                <ns2:creationId id="{3B49857F-0A55-44BF-97E9-7F70FFC35561}"/>
              </a:ext>
            </a:extLst>
          </p:cNvPr>
          <p:cNvSpPr>
            <a:spLocks noGrp="1"/>
          </p:cNvSpPr>
          <p:nvPr/>
        </p:nvSpPr>
        <p:spPr>
          <a:xfrm>
            <a:off x="4718213" y="4666216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7620">
            <a:solidFill>
              <a:srgbClr val="444B50"/>
            </a:solidFill>
            <a:prstDash val="solid"/>
          </a:ln>
        </p:spPr>
      </p:sp>
      <p:sp>
        <p:nvSpPr>
          <p:cNvPr id="224" name="Figure 5 plot object 223">
            <a:extLst>
              <a:ext uri="{FF2B5EF4-FFF2-40B4-BE49-F238E27FC236}">
                <ns2:creationId id="{9E751AF0-C899-4DF4-A286-591D000F53F4}"/>
              </a:ext>
            </a:extLst>
          </p:cNvPr>
          <p:cNvSpPr>
            <a:spLocks noGrp="1"/>
          </p:cNvSpPr>
          <p:nvPr/>
        </p:nvSpPr>
        <p:spPr>
          <a:xfrm>
            <a:off x="4756313" y="4664726"/>
            <a:ext cx="13" cy="27934"/>
          </a:xfrm>
          <a:custGeom>
            <a:pathLst>
              <a:path w="13" h="27934">
                <a:moveTo>
                  <a:pt x="0" y="27934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444B50"/>
            </a:solidFill>
            <a:prstDash val="solid"/>
          </a:ln>
        </p:spPr>
      </p:sp>
      <p:sp>
        <p:nvSpPr>
          <p:cNvPr id="225" name="Figure 5 plot object 224">
            <a:extLst>
              <a:ext uri="{FF2B5EF4-FFF2-40B4-BE49-F238E27FC236}">
                <ns2:creationId id="{77D31BBE-6B11-468E-8DFF-67902B27364F}"/>
              </a:ext>
            </a:extLst>
          </p:cNvPr>
          <p:cNvSpPr>
            <a:spLocks noGrp="1"/>
          </p:cNvSpPr>
          <p:nvPr/>
        </p:nvSpPr>
        <p:spPr>
          <a:xfrm>
            <a:off x="4718213" y="4692660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7620">
            <a:solidFill>
              <a:srgbClr val="444B50"/>
            </a:solidFill>
            <a:prstDash val="solid"/>
          </a:ln>
        </p:spPr>
      </p:sp>
      <p:sp>
        <p:nvSpPr>
          <p:cNvPr id="226" name="Figure 5 plot object 225">
            <a:extLst>
              <a:ext uri="{FF2B5EF4-FFF2-40B4-BE49-F238E27FC236}">
                <ns2:creationId id="{C628C797-0836-4F83-B936-EAE81B1126BB}"/>
              </a:ext>
            </a:extLst>
          </p:cNvPr>
          <p:cNvSpPr>
            <a:spLocks noGrp="1"/>
          </p:cNvSpPr>
          <p:nvPr/>
        </p:nvSpPr>
        <p:spPr>
          <a:xfrm>
            <a:off x="4718213" y="4664726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7620">
            <a:solidFill>
              <a:srgbClr val="444B50"/>
            </a:solidFill>
            <a:prstDash val="solid"/>
          </a:ln>
        </p:spPr>
      </p:sp>
      <p:sp>
        <p:nvSpPr>
          <p:cNvPr id="227" name="Figure 5 plot object 226">
            <a:extLst>
              <a:ext uri="{FF2B5EF4-FFF2-40B4-BE49-F238E27FC236}">
                <ns2:creationId id="{EF15F1A9-C234-4CE5-AA04-849C9878FB4A}"/>
              </a:ext>
            </a:extLst>
          </p:cNvPr>
          <p:cNvSpPr>
            <a:spLocks noGrp="1"/>
          </p:cNvSpPr>
          <p:nvPr/>
        </p:nvSpPr>
        <p:spPr>
          <a:xfrm>
            <a:off x="4756313" y="4670230"/>
            <a:ext cx="13" cy="20000"/>
          </a:xfrm>
          <a:custGeom>
            <a:pathLst>
              <a:path w="13" h="20000">
                <a:moveTo>
                  <a:pt x="0" y="2000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444B50"/>
            </a:solidFill>
            <a:prstDash val="solid"/>
          </a:ln>
        </p:spPr>
      </p:sp>
      <p:sp>
        <p:nvSpPr>
          <p:cNvPr id="228" name="Figure 5 plot object 227">
            <a:extLst>
              <a:ext uri="{FF2B5EF4-FFF2-40B4-BE49-F238E27FC236}">
                <ns2:creationId id="{ED4A3C54-1ED8-469F-ACFE-A2E425F85917}"/>
              </a:ext>
            </a:extLst>
          </p:cNvPr>
          <p:cNvSpPr>
            <a:spLocks noGrp="1"/>
          </p:cNvSpPr>
          <p:nvPr/>
        </p:nvSpPr>
        <p:spPr>
          <a:xfrm>
            <a:off x="4718213" y="4690231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7620">
            <a:solidFill>
              <a:srgbClr val="444B50"/>
            </a:solidFill>
            <a:prstDash val="solid"/>
          </a:ln>
        </p:spPr>
      </p:sp>
      <p:sp>
        <p:nvSpPr>
          <p:cNvPr id="229" name="Figure 5 plot object 228">
            <a:extLst>
              <a:ext uri="{FF2B5EF4-FFF2-40B4-BE49-F238E27FC236}">
                <ns2:creationId id="{D8302E16-E0B0-4F64-A35D-A4B81D0D40BB}"/>
              </a:ext>
            </a:extLst>
          </p:cNvPr>
          <p:cNvSpPr>
            <a:spLocks noGrp="1"/>
          </p:cNvSpPr>
          <p:nvPr/>
        </p:nvSpPr>
        <p:spPr>
          <a:xfrm>
            <a:off x="4718213" y="4670230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7620">
            <a:solidFill>
              <a:srgbClr val="444B50"/>
            </a:solidFill>
            <a:prstDash val="solid"/>
          </a:ln>
        </p:spPr>
      </p:sp>
      <p:sp>
        <p:nvSpPr>
          <p:cNvPr id="230" name="Figure 5 plot object 229">
            <a:extLst>
              <a:ext uri="{FF2B5EF4-FFF2-40B4-BE49-F238E27FC236}">
                <ns2:creationId id="{6C6D20ED-38D7-4E33-8BCD-F0AEA1E23E38}"/>
              </a:ext>
            </a:extLst>
          </p:cNvPr>
          <p:cNvSpPr>
            <a:spLocks noGrp="1"/>
          </p:cNvSpPr>
          <p:nvPr/>
        </p:nvSpPr>
        <p:spPr>
          <a:xfrm>
            <a:off x="1633007" y="2274878"/>
            <a:ext cx="13" cy="827713"/>
          </a:xfrm>
          <a:custGeom>
            <a:pathLst>
              <a:path w="13" h="827713">
                <a:moveTo>
                  <a:pt x="0" y="827713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444B50"/>
            </a:solidFill>
            <a:prstDash val="solid"/>
          </a:ln>
        </p:spPr>
      </p:sp>
      <p:sp>
        <p:nvSpPr>
          <p:cNvPr id="231" name="Figure 5 plot object 230">
            <a:extLst>
              <a:ext uri="{FF2B5EF4-FFF2-40B4-BE49-F238E27FC236}">
                <ns2:creationId id="{38639E2A-A26F-47CC-8176-D4309DCDF82E}"/>
              </a:ext>
            </a:extLst>
          </p:cNvPr>
          <p:cNvSpPr>
            <a:spLocks noGrp="1"/>
          </p:cNvSpPr>
          <p:nvPr/>
        </p:nvSpPr>
        <p:spPr>
          <a:xfrm>
            <a:off x="1594907" y="3102591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7620">
            <a:solidFill>
              <a:srgbClr val="444B50"/>
            </a:solidFill>
            <a:prstDash val="solid"/>
          </a:ln>
        </p:spPr>
      </p:sp>
      <p:sp>
        <p:nvSpPr>
          <p:cNvPr id="232" name="Figure 5 plot object 231">
            <a:extLst>
              <a:ext uri="{FF2B5EF4-FFF2-40B4-BE49-F238E27FC236}">
                <ns2:creationId id="{3EB1591C-62B4-4D62-9AE9-5B962B9D2EBD}"/>
              </a:ext>
            </a:extLst>
          </p:cNvPr>
          <p:cNvSpPr>
            <a:spLocks noGrp="1"/>
          </p:cNvSpPr>
          <p:nvPr/>
        </p:nvSpPr>
        <p:spPr>
          <a:xfrm>
            <a:off x="1594907" y="2274878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7620">
            <a:solidFill>
              <a:srgbClr val="444B50"/>
            </a:solidFill>
            <a:prstDash val="solid"/>
          </a:ln>
        </p:spPr>
      </p:sp>
      <p:sp>
        <p:nvSpPr>
          <p:cNvPr id="233" name="Figure 5 plot object 232">
            <a:extLst>
              <a:ext uri="{FF2B5EF4-FFF2-40B4-BE49-F238E27FC236}">
                <ns2:creationId id="{EDFF96C3-7D10-45BB-ACBB-977AD23E9A2A}"/>
              </a:ext>
            </a:extLst>
          </p:cNvPr>
          <p:cNvSpPr>
            <a:spLocks noGrp="1"/>
          </p:cNvSpPr>
          <p:nvPr/>
        </p:nvSpPr>
        <p:spPr>
          <a:xfrm>
            <a:off x="2535561" y="3738228"/>
            <a:ext cx="13" cy="479921"/>
          </a:xfrm>
          <a:custGeom>
            <a:pathLst>
              <a:path w="13" h="479921">
                <a:moveTo>
                  <a:pt x="0" y="479921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444B50"/>
            </a:solidFill>
            <a:prstDash val="solid"/>
          </a:ln>
        </p:spPr>
      </p:sp>
      <p:sp>
        <p:nvSpPr>
          <p:cNvPr id="234" name="Figure 5 plot object 233">
            <a:extLst>
              <a:ext uri="{FF2B5EF4-FFF2-40B4-BE49-F238E27FC236}">
                <ns2:creationId id="{949D3EC5-3D0C-4FD7-92AE-5C088BC3B21C}"/>
              </a:ext>
            </a:extLst>
          </p:cNvPr>
          <p:cNvSpPr>
            <a:spLocks noGrp="1"/>
          </p:cNvSpPr>
          <p:nvPr/>
        </p:nvSpPr>
        <p:spPr>
          <a:xfrm>
            <a:off x="2497461" y="4218149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7620">
            <a:solidFill>
              <a:srgbClr val="444B50"/>
            </a:solidFill>
            <a:prstDash val="solid"/>
          </a:ln>
        </p:spPr>
      </p:sp>
      <p:sp>
        <p:nvSpPr>
          <p:cNvPr id="235" name="Figure 5 plot object 234">
            <a:extLst>
              <a:ext uri="{FF2B5EF4-FFF2-40B4-BE49-F238E27FC236}">
                <ns2:creationId id="{9F146F77-AB7F-401C-BE1C-5B2097BB8947}"/>
              </a:ext>
            </a:extLst>
          </p:cNvPr>
          <p:cNvSpPr>
            <a:spLocks noGrp="1"/>
          </p:cNvSpPr>
          <p:nvPr/>
        </p:nvSpPr>
        <p:spPr>
          <a:xfrm>
            <a:off x="2497461" y="3738228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7620">
            <a:solidFill>
              <a:srgbClr val="444B50"/>
            </a:solidFill>
            <a:prstDash val="solid"/>
          </a:ln>
        </p:spPr>
      </p:sp>
      <p:sp>
        <p:nvSpPr>
          <p:cNvPr id="236" name="Figure 5 plot object 235">
            <a:extLst>
              <a:ext uri="{FF2B5EF4-FFF2-40B4-BE49-F238E27FC236}">
                <ns2:creationId id="{3EF3F061-E314-40C5-A57F-A2E86EC9696C}"/>
              </a:ext>
            </a:extLst>
          </p:cNvPr>
          <p:cNvSpPr>
            <a:spLocks noGrp="1"/>
          </p:cNvSpPr>
          <p:nvPr/>
        </p:nvSpPr>
        <p:spPr>
          <a:xfrm>
            <a:off x="6322204" y="4663560"/>
            <a:ext cx="13" cy="15438"/>
          </a:xfrm>
          <a:custGeom>
            <a:pathLst>
              <a:path w="13" h="15438">
                <a:moveTo>
                  <a:pt x="0" y="15438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444B50"/>
            </a:solidFill>
            <a:prstDash val="solid"/>
          </a:ln>
        </p:spPr>
      </p:sp>
      <p:sp>
        <p:nvSpPr>
          <p:cNvPr id="237" name="Figure 5 plot object 236">
            <a:extLst>
              <a:ext uri="{FF2B5EF4-FFF2-40B4-BE49-F238E27FC236}">
                <ns2:creationId id="{FD8B3CD1-EE14-413A-9166-21BAAC8EF7B8}"/>
              </a:ext>
            </a:extLst>
          </p:cNvPr>
          <p:cNvSpPr>
            <a:spLocks noGrp="1"/>
          </p:cNvSpPr>
          <p:nvPr/>
        </p:nvSpPr>
        <p:spPr>
          <a:xfrm>
            <a:off x="6284104" y="4678998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7620">
            <a:solidFill>
              <a:srgbClr val="444B50"/>
            </a:solidFill>
            <a:prstDash val="solid"/>
          </a:ln>
        </p:spPr>
      </p:sp>
      <p:sp>
        <p:nvSpPr>
          <p:cNvPr id="238" name="Figure 5 plot object 237">
            <a:extLst>
              <a:ext uri="{FF2B5EF4-FFF2-40B4-BE49-F238E27FC236}">
                <ns2:creationId id="{B7FA4681-AAFB-4063-B1A9-23967CD86D73}"/>
              </a:ext>
            </a:extLst>
          </p:cNvPr>
          <p:cNvSpPr>
            <a:spLocks noGrp="1"/>
          </p:cNvSpPr>
          <p:nvPr/>
        </p:nvSpPr>
        <p:spPr>
          <a:xfrm>
            <a:off x="6284104" y="4663560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7620">
            <a:solidFill>
              <a:srgbClr val="444B50"/>
            </a:solidFill>
            <a:prstDash val="solid"/>
          </a:ln>
        </p:spPr>
      </p:sp>
      <p:sp>
        <p:nvSpPr>
          <p:cNvPr id="239" name="Figure 5 plot object 238">
            <a:extLst>
              <a:ext uri="{FF2B5EF4-FFF2-40B4-BE49-F238E27FC236}">
                <ns2:creationId id="{0F7A769A-7402-43BE-8921-3053E2157EF4}"/>
              </a:ext>
            </a:extLst>
          </p:cNvPr>
          <p:cNvSpPr>
            <a:spLocks noGrp="1"/>
          </p:cNvSpPr>
          <p:nvPr/>
        </p:nvSpPr>
        <p:spPr>
          <a:xfrm>
            <a:off x="5419650" y="4672608"/>
            <a:ext cx="13" cy="20914"/>
          </a:xfrm>
          <a:custGeom>
            <a:pathLst>
              <a:path w="13" h="20914">
                <a:moveTo>
                  <a:pt x="0" y="20914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444B50"/>
            </a:solidFill>
            <a:prstDash val="solid"/>
          </a:ln>
        </p:spPr>
      </p:sp>
      <p:sp>
        <p:nvSpPr>
          <p:cNvPr id="240" name="Figure 5 plot object 239">
            <a:extLst>
              <a:ext uri="{FF2B5EF4-FFF2-40B4-BE49-F238E27FC236}">
                <ns2:creationId id="{68C738F5-5924-4466-8E7C-2433C61ACA5C}"/>
              </a:ext>
            </a:extLst>
          </p:cNvPr>
          <p:cNvSpPr>
            <a:spLocks noGrp="1"/>
          </p:cNvSpPr>
          <p:nvPr/>
        </p:nvSpPr>
        <p:spPr>
          <a:xfrm>
            <a:off x="5381550" y="4693522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7620">
            <a:solidFill>
              <a:srgbClr val="444B50"/>
            </a:solidFill>
            <a:prstDash val="solid"/>
          </a:ln>
        </p:spPr>
      </p:sp>
      <p:sp>
        <p:nvSpPr>
          <p:cNvPr id="241" name="Figure 5 plot object 240">
            <a:extLst>
              <a:ext uri="{FF2B5EF4-FFF2-40B4-BE49-F238E27FC236}">
                <ns2:creationId id="{84966D2E-C06C-4F28-BD66-E6C1E485D0FA}"/>
              </a:ext>
            </a:extLst>
          </p:cNvPr>
          <p:cNvSpPr>
            <a:spLocks noGrp="1"/>
          </p:cNvSpPr>
          <p:nvPr/>
        </p:nvSpPr>
        <p:spPr>
          <a:xfrm>
            <a:off x="5381550" y="4672608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7620">
            <a:solidFill>
              <a:srgbClr val="444B50"/>
            </a:solidFill>
            <a:prstDash val="solid"/>
          </a:ln>
        </p:spPr>
      </p:sp>
      <p:sp>
        <p:nvSpPr>
          <p:cNvPr id="242" name="Figure 5 plot object 241">
            <a:extLst>
              <a:ext uri="{FF2B5EF4-FFF2-40B4-BE49-F238E27FC236}">
                <ns2:creationId id="{1C5DBCBB-EFC7-4609-A860-CE9BB1C72189}"/>
              </a:ext>
            </a:extLst>
          </p:cNvPr>
          <p:cNvSpPr>
            <a:spLocks noGrp="1"/>
          </p:cNvSpPr>
          <p:nvPr/>
        </p:nvSpPr>
        <p:spPr>
          <a:xfrm>
            <a:off x="4932297" y="4675018"/>
            <a:ext cx="13" cy="9141"/>
          </a:xfrm>
          <a:custGeom>
            <a:pathLst>
              <a:path w="13" h="9141">
                <a:moveTo>
                  <a:pt x="0" y="9141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444B50"/>
            </a:solidFill>
            <a:prstDash val="solid"/>
          </a:ln>
        </p:spPr>
      </p:sp>
      <p:sp>
        <p:nvSpPr>
          <p:cNvPr id="243" name="Figure 5 plot object 242">
            <a:extLst>
              <a:ext uri="{FF2B5EF4-FFF2-40B4-BE49-F238E27FC236}">
                <ns2:creationId id="{6F9E37B4-1A71-42DC-AEBD-F5906A5EE637}"/>
              </a:ext>
            </a:extLst>
          </p:cNvPr>
          <p:cNvSpPr>
            <a:spLocks noGrp="1"/>
          </p:cNvSpPr>
          <p:nvPr/>
        </p:nvSpPr>
        <p:spPr>
          <a:xfrm>
            <a:off x="4894197" y="4684160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7620">
            <a:solidFill>
              <a:srgbClr val="444B50"/>
            </a:solidFill>
            <a:prstDash val="solid"/>
          </a:ln>
        </p:spPr>
      </p:sp>
      <p:sp>
        <p:nvSpPr>
          <p:cNvPr id="244" name="Figure 5 plot object 243">
            <a:extLst>
              <a:ext uri="{FF2B5EF4-FFF2-40B4-BE49-F238E27FC236}">
                <ns2:creationId id="{230829BE-7E26-4A12-BB83-8CC4A8489491}"/>
              </a:ext>
            </a:extLst>
          </p:cNvPr>
          <p:cNvSpPr>
            <a:spLocks noGrp="1"/>
          </p:cNvSpPr>
          <p:nvPr/>
        </p:nvSpPr>
        <p:spPr>
          <a:xfrm>
            <a:off x="4894197" y="4675018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7620">
            <a:solidFill>
              <a:srgbClr val="444B50"/>
            </a:solidFill>
            <a:prstDash val="solid"/>
          </a:ln>
        </p:spPr>
      </p:sp>
      <p:sp>
        <p:nvSpPr>
          <p:cNvPr id="245" name="Dilute tests">
            <a:extLst>
              <a:ext uri="{FF2B5EF4-FFF2-40B4-BE49-F238E27FC236}">
                <ns2:creationId id="{13B1067F-5790-4DDE-BC84-5CB3C415A611}"/>
              </a:ext>
            </a:extLst>
          </p:cNvPr>
          <p:cNvSpPr>
            <a:spLocks noGrp="1"/>
          </p:cNvSpPr>
          <p:nvPr/>
        </p:nvSpPr>
        <p:spPr>
          <a:xfrm rot="0">
            <a:off x="1646541" y="1853462"/>
            <a:ext cx="10191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Dilute tests</a:t>
            </a:r>
          </a:p>
        </p:txBody>
      </p:sp>
      <p:sp>
        <p:nvSpPr>
          <p:cNvPr id="246" name="No source assays">
            <a:extLst>
              <a:ext uri="{FF2B5EF4-FFF2-40B4-BE49-F238E27FC236}">
                <ns2:creationId id="{A51948A7-3FDE-4D03-B7FE-759466DE19A1}"/>
              </a:ext>
            </a:extLst>
          </p:cNvPr>
          <p:cNvSpPr>
            <a:spLocks noGrp="1"/>
          </p:cNvSpPr>
          <p:nvPr/>
        </p:nvSpPr>
        <p:spPr>
          <a:xfrm rot="0">
            <a:off x="3269590" y="2056495"/>
            <a:ext cx="168910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No source assays</a:t>
            </a:r>
          </a:p>
        </p:txBody>
      </p:sp>
      <p:sp>
        <p:nvSpPr>
          <p:cNvPr id="247" name="in dilute regime">
            <a:extLst>
              <a:ext uri="{FF2B5EF4-FFF2-40B4-BE49-F238E27FC236}">
                <ns2:creationId id="{FD3C1D41-8876-4B4E-AC7C-469C2D81D508}"/>
              </a:ext>
            </a:extLst>
          </p:cNvPr>
          <p:cNvSpPr>
            <a:spLocks noGrp="1"/>
          </p:cNvSpPr>
          <p:nvPr/>
        </p:nvSpPr>
        <p:spPr>
          <a:xfrm rot="0">
            <a:off x="3269590" y="2296304"/>
            <a:ext cx="156210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 dilute regime</a:t>
            </a:r>
          </a:p>
        </p:txBody>
      </p:sp>
      <p:sp>
        <p:nvSpPr>
          <p:cNvPr id="248" name="Source assays (180)">
            <a:extLst>
              <a:ext uri="{FF2B5EF4-FFF2-40B4-BE49-F238E27FC236}">
                <ns2:creationId id="{7B1BBB5C-C62C-4D4A-88B9-4DBF79E5F395}"/>
              </a:ext>
            </a:extLst>
          </p:cNvPr>
          <p:cNvSpPr>
            <a:spLocks noGrp="1"/>
          </p:cNvSpPr>
          <p:nvPr/>
        </p:nvSpPr>
        <p:spPr>
          <a:xfrm rot="0">
            <a:off x="4326081" y="3447760"/>
            <a:ext cx="1725613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Source assays (180)</a:t>
            </a:r>
          </a:p>
        </p:txBody>
      </p:sp>
      <p:sp>
        <p:nvSpPr>
          <p:cNvPr id="249" name="0.0185–2 M">
            <a:extLst>
              <a:ext uri="{FF2B5EF4-FFF2-40B4-BE49-F238E27FC236}">
                <ns2:creationId id="{FDA99752-0C65-4ADC-9DEF-D2E496D61FCE}"/>
              </a:ext>
            </a:extLst>
          </p:cNvPr>
          <p:cNvSpPr>
            <a:spLocks noGrp="1"/>
          </p:cNvSpPr>
          <p:nvPr/>
        </p:nvSpPr>
        <p:spPr>
          <a:xfrm rot="0">
            <a:off x="4326081" y="3660924"/>
            <a:ext cx="10985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0.0185–2 M</a:t>
            </a:r>
          </a:p>
        </p:txBody>
      </p:sp>
      <p:sp>
        <p:nvSpPr>
          <p:cNvPr id="250" name="5.5–9.2%">
            <a:extLst>
              <a:ext uri="{FF2B5EF4-FFF2-40B4-BE49-F238E27FC236}">
                <ns2:creationId id="{4531783C-D06D-4509-BCC9-CA01572902B4}"/>
              </a:ext>
            </a:extLst>
          </p:cNvPr>
          <p:cNvSpPr>
            <a:spLocks noGrp="1"/>
          </p:cNvSpPr>
          <p:nvPr/>
        </p:nvSpPr>
        <p:spPr>
          <a:xfrm rot="0">
            <a:off x="4326081" y="3873706"/>
            <a:ext cx="881063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5.5–9.2%</a:t>
            </a:r>
          </a:p>
        </p:txBody>
      </p:sp>
      <p:sp>
        <p:nvSpPr>
          <p:cNvPr id="251" name="Figure 5 plot object 250">
            <a:extLst>
              <a:ext uri="{FF2B5EF4-FFF2-40B4-BE49-F238E27FC236}">
                <ns2:creationId id="{C26C5BC0-2393-479A-A002-FF4E46B8DBD2}"/>
              </a:ext>
            </a:extLst>
          </p:cNvPr>
          <p:cNvSpPr>
            <a:spLocks noGrp="1"/>
          </p:cNvSpPr>
          <p:nvPr/>
        </p:nvSpPr>
        <p:spPr>
          <a:xfrm>
            <a:off x="4089659" y="4596578"/>
            <a:ext cx="107763" cy="107763"/>
          </a:xfrm>
          <a:custGeom>
            <a:pathLst>
              <a:path w="107763" h="107763">
                <a:moveTo>
                  <a:pt x="53882" y="107763"/>
                </a:moveTo>
                <a:lnTo>
                  <a:pt x="107763" y="53882"/>
                </a:lnTo>
                <a:lnTo>
                  <a:pt x="53882" y="0"/>
                </a:lnTo>
                <a:lnTo>
                  <a:pt x="0" y="53882"/>
                </a:lnTo>
                <a:close/>
              </a:path>
            </a:pathLst>
          </a:custGeom>
          <a:solidFill>
            <a:srgbClr val="444B5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52" name="Figure 5 plot object 251">
            <a:extLst>
              <a:ext uri="{FF2B5EF4-FFF2-40B4-BE49-F238E27FC236}">
                <ns2:creationId id="{C91F0466-289A-4CBD-869B-EAD33CBEC3AA}"/>
              </a:ext>
            </a:extLst>
          </p:cNvPr>
          <p:cNvSpPr>
            <a:spLocks noGrp="1"/>
          </p:cNvSpPr>
          <p:nvPr/>
        </p:nvSpPr>
        <p:spPr>
          <a:xfrm>
            <a:off x="4089659" y="4588859"/>
            <a:ext cx="107763" cy="107763"/>
          </a:xfrm>
          <a:custGeom>
            <a:pathLst>
              <a:path w="107763" h="107763">
                <a:moveTo>
                  <a:pt x="53882" y="107763"/>
                </a:moveTo>
                <a:lnTo>
                  <a:pt x="107763" y="53882"/>
                </a:lnTo>
                <a:lnTo>
                  <a:pt x="53882" y="0"/>
                </a:lnTo>
                <a:lnTo>
                  <a:pt x="0" y="53882"/>
                </a:lnTo>
                <a:close/>
              </a:path>
            </a:pathLst>
          </a:custGeom>
          <a:solidFill>
            <a:srgbClr val="444B5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53" name="Figure 5 plot object 252">
            <a:extLst>
              <a:ext uri="{FF2B5EF4-FFF2-40B4-BE49-F238E27FC236}">
                <ns2:creationId id="{B5BAF0C6-0948-4709-B5BD-CC9FAA6070D1}"/>
              </a:ext>
            </a:extLst>
          </p:cNvPr>
          <p:cNvSpPr>
            <a:spLocks noGrp="1"/>
          </p:cNvSpPr>
          <p:nvPr/>
        </p:nvSpPr>
        <p:spPr>
          <a:xfrm>
            <a:off x="2401941" y="3835092"/>
            <a:ext cx="107763" cy="107763"/>
          </a:xfrm>
          <a:custGeom>
            <a:pathLst>
              <a:path w="107763" h="107763">
                <a:moveTo>
                  <a:pt x="53882" y="107763"/>
                </a:moveTo>
                <a:lnTo>
                  <a:pt x="107763" y="53882"/>
                </a:lnTo>
                <a:lnTo>
                  <a:pt x="53882" y="0"/>
                </a:lnTo>
                <a:lnTo>
                  <a:pt x="0" y="53882"/>
                </a:lnTo>
                <a:close/>
              </a:path>
            </a:pathLst>
          </a:custGeom>
          <a:solidFill>
            <a:srgbClr val="444B5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54" name="Figure 5 plot object 253">
            <a:extLst>
              <a:ext uri="{FF2B5EF4-FFF2-40B4-BE49-F238E27FC236}">
                <ns2:creationId id="{BFA2BE79-2C2B-498D-9A39-1C99BC292B54}"/>
              </a:ext>
            </a:extLst>
          </p:cNvPr>
          <p:cNvSpPr>
            <a:spLocks noGrp="1"/>
          </p:cNvSpPr>
          <p:nvPr/>
        </p:nvSpPr>
        <p:spPr>
          <a:xfrm>
            <a:off x="3304494" y="4441732"/>
            <a:ext cx="107763" cy="107763"/>
          </a:xfrm>
          <a:custGeom>
            <a:pathLst>
              <a:path w="107763" h="107763">
                <a:moveTo>
                  <a:pt x="53882" y="107763"/>
                </a:moveTo>
                <a:lnTo>
                  <a:pt x="107763" y="53882"/>
                </a:lnTo>
                <a:lnTo>
                  <a:pt x="53882" y="0"/>
                </a:lnTo>
                <a:lnTo>
                  <a:pt x="0" y="53882"/>
                </a:lnTo>
                <a:close/>
              </a:path>
            </a:pathLst>
          </a:custGeom>
          <a:solidFill>
            <a:srgbClr val="444B5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55" name="Figure 5 plot object 254">
            <a:extLst>
              <a:ext uri="{FF2B5EF4-FFF2-40B4-BE49-F238E27FC236}">
                <ns2:creationId id="{1A9E391A-853C-48D3-9E65-FD68B3A7653E}"/>
              </a:ext>
            </a:extLst>
          </p:cNvPr>
          <p:cNvSpPr>
            <a:spLocks noGrp="1"/>
          </p:cNvSpPr>
          <p:nvPr/>
        </p:nvSpPr>
        <p:spPr>
          <a:xfrm>
            <a:off x="4702432" y="4621820"/>
            <a:ext cx="107763" cy="107763"/>
          </a:xfrm>
          <a:custGeom>
            <a:pathLst>
              <a:path w="107763" h="107763">
                <a:moveTo>
                  <a:pt x="53882" y="107763"/>
                </a:moveTo>
                <a:lnTo>
                  <a:pt x="107763" y="53882"/>
                </a:lnTo>
                <a:lnTo>
                  <a:pt x="53882" y="0"/>
                </a:lnTo>
                <a:lnTo>
                  <a:pt x="0" y="53882"/>
                </a:lnTo>
                <a:close/>
              </a:path>
            </a:pathLst>
          </a:custGeom>
          <a:solidFill>
            <a:srgbClr val="444B5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56" name="Figure 5 plot object 255">
            <a:extLst>
              <a:ext uri="{FF2B5EF4-FFF2-40B4-BE49-F238E27FC236}">
                <ns2:creationId id="{459C3BF3-579E-452B-8E38-3C234762AF4B}"/>
              </a:ext>
            </a:extLst>
          </p:cNvPr>
          <p:cNvSpPr>
            <a:spLocks noGrp="1"/>
          </p:cNvSpPr>
          <p:nvPr/>
        </p:nvSpPr>
        <p:spPr>
          <a:xfrm>
            <a:off x="4702432" y="4624811"/>
            <a:ext cx="107763" cy="107763"/>
          </a:xfrm>
          <a:custGeom>
            <a:pathLst>
              <a:path w="107763" h="107763">
                <a:moveTo>
                  <a:pt x="53882" y="107763"/>
                </a:moveTo>
                <a:lnTo>
                  <a:pt x="107763" y="53882"/>
                </a:lnTo>
                <a:lnTo>
                  <a:pt x="53882" y="0"/>
                </a:lnTo>
                <a:lnTo>
                  <a:pt x="0" y="53882"/>
                </a:lnTo>
                <a:close/>
              </a:path>
            </a:pathLst>
          </a:custGeom>
          <a:solidFill>
            <a:srgbClr val="444B5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57" name="Figure 5 plot object 256">
            <a:extLst>
              <a:ext uri="{FF2B5EF4-FFF2-40B4-BE49-F238E27FC236}">
                <ns2:creationId id="{87B84F9A-1DCD-457E-880E-AEB7E83B2BDE}"/>
              </a:ext>
            </a:extLst>
          </p:cNvPr>
          <p:cNvSpPr>
            <a:spLocks noGrp="1"/>
          </p:cNvSpPr>
          <p:nvPr/>
        </p:nvSpPr>
        <p:spPr>
          <a:xfrm>
            <a:off x="4702432" y="4626349"/>
            <a:ext cx="107763" cy="107763"/>
          </a:xfrm>
          <a:custGeom>
            <a:pathLst>
              <a:path w="107763" h="107763">
                <a:moveTo>
                  <a:pt x="53882" y="107763"/>
                </a:moveTo>
                <a:lnTo>
                  <a:pt x="107763" y="53882"/>
                </a:lnTo>
                <a:lnTo>
                  <a:pt x="53882" y="0"/>
                </a:lnTo>
                <a:lnTo>
                  <a:pt x="0" y="53882"/>
                </a:lnTo>
                <a:close/>
              </a:path>
            </a:pathLst>
          </a:custGeom>
          <a:solidFill>
            <a:srgbClr val="444B5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58" name="Figure 5 plot object 257">
            <a:extLst>
              <a:ext uri="{FF2B5EF4-FFF2-40B4-BE49-F238E27FC236}">
                <ns2:creationId id="{3319A03B-A186-490A-91B7-C754BDD6E788}"/>
              </a:ext>
            </a:extLst>
          </p:cNvPr>
          <p:cNvSpPr>
            <a:spLocks noGrp="1"/>
          </p:cNvSpPr>
          <p:nvPr/>
        </p:nvSpPr>
        <p:spPr>
          <a:xfrm>
            <a:off x="1579126" y="2634853"/>
            <a:ext cx="107763" cy="107763"/>
          </a:xfrm>
          <a:custGeom>
            <a:pathLst>
              <a:path w="107763" h="107763">
                <a:moveTo>
                  <a:pt x="53882" y="107763"/>
                </a:moveTo>
                <a:lnTo>
                  <a:pt x="107763" y="53882"/>
                </a:lnTo>
                <a:lnTo>
                  <a:pt x="53882" y="0"/>
                </a:lnTo>
                <a:lnTo>
                  <a:pt x="0" y="53882"/>
                </a:lnTo>
                <a:close/>
              </a:path>
            </a:pathLst>
          </a:custGeom>
          <a:solidFill>
            <a:srgbClr val="444B5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59" name="Figure 5 plot object 258">
            <a:extLst>
              <a:ext uri="{FF2B5EF4-FFF2-40B4-BE49-F238E27FC236}">
                <ns2:creationId id="{E43D4CB4-2764-48B6-A21F-19794B9DD6F6}"/>
              </a:ext>
            </a:extLst>
          </p:cNvPr>
          <p:cNvSpPr>
            <a:spLocks noGrp="1"/>
          </p:cNvSpPr>
          <p:nvPr/>
        </p:nvSpPr>
        <p:spPr>
          <a:xfrm>
            <a:off x="2481680" y="3924307"/>
            <a:ext cx="107763" cy="107763"/>
          </a:xfrm>
          <a:custGeom>
            <a:pathLst>
              <a:path w="107763" h="107763">
                <a:moveTo>
                  <a:pt x="53882" y="107763"/>
                </a:moveTo>
                <a:lnTo>
                  <a:pt x="107763" y="53882"/>
                </a:lnTo>
                <a:lnTo>
                  <a:pt x="53882" y="0"/>
                </a:lnTo>
                <a:lnTo>
                  <a:pt x="0" y="53882"/>
                </a:lnTo>
                <a:close/>
              </a:path>
            </a:pathLst>
          </a:custGeom>
          <a:solidFill>
            <a:srgbClr val="444B5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60" name="Figure 5 plot object 259">
            <a:extLst>
              <a:ext uri="{FF2B5EF4-FFF2-40B4-BE49-F238E27FC236}">
                <ns2:creationId id="{19F9B846-658B-464C-9D45-5611632F5C18}"/>
              </a:ext>
            </a:extLst>
          </p:cNvPr>
          <p:cNvSpPr>
            <a:spLocks noGrp="1"/>
          </p:cNvSpPr>
          <p:nvPr/>
        </p:nvSpPr>
        <p:spPr>
          <a:xfrm>
            <a:off x="6268322" y="4617397"/>
            <a:ext cx="107763" cy="107763"/>
          </a:xfrm>
          <a:custGeom>
            <a:pathLst>
              <a:path w="107763" h="107763">
                <a:moveTo>
                  <a:pt x="53882" y="107763"/>
                </a:moveTo>
                <a:lnTo>
                  <a:pt x="107763" y="53882"/>
                </a:lnTo>
                <a:lnTo>
                  <a:pt x="53882" y="0"/>
                </a:lnTo>
                <a:lnTo>
                  <a:pt x="0" y="53882"/>
                </a:lnTo>
                <a:close/>
              </a:path>
            </a:pathLst>
          </a:custGeom>
          <a:solidFill>
            <a:srgbClr val="444B5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61" name="Figure 5 plot object 260">
            <a:extLst>
              <a:ext uri="{FF2B5EF4-FFF2-40B4-BE49-F238E27FC236}">
                <ns2:creationId id="{CD31961D-7FC5-4C34-A143-FDE9BB22CA73}"/>
              </a:ext>
            </a:extLst>
          </p:cNvPr>
          <p:cNvSpPr>
            <a:spLocks noGrp="1"/>
          </p:cNvSpPr>
          <p:nvPr/>
        </p:nvSpPr>
        <p:spPr>
          <a:xfrm>
            <a:off x="5365768" y="4629183"/>
            <a:ext cx="107763" cy="107763"/>
          </a:xfrm>
          <a:custGeom>
            <a:pathLst>
              <a:path w="107763" h="107763">
                <a:moveTo>
                  <a:pt x="53882" y="107763"/>
                </a:moveTo>
                <a:lnTo>
                  <a:pt x="107763" y="53882"/>
                </a:lnTo>
                <a:lnTo>
                  <a:pt x="53882" y="0"/>
                </a:lnTo>
                <a:lnTo>
                  <a:pt x="0" y="53882"/>
                </a:lnTo>
                <a:close/>
              </a:path>
            </a:pathLst>
          </a:custGeom>
          <a:solidFill>
            <a:srgbClr val="444B5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62" name="Figure 5 plot object 261">
            <a:extLst>
              <a:ext uri="{FF2B5EF4-FFF2-40B4-BE49-F238E27FC236}">
                <ns2:creationId id="{49B132CD-D2DD-4AEA-98EF-BA0A31415742}"/>
              </a:ext>
            </a:extLst>
          </p:cNvPr>
          <p:cNvSpPr>
            <a:spLocks noGrp="1"/>
          </p:cNvSpPr>
          <p:nvPr/>
        </p:nvSpPr>
        <p:spPr>
          <a:xfrm>
            <a:off x="4878415" y="4625707"/>
            <a:ext cx="107763" cy="107763"/>
          </a:xfrm>
          <a:custGeom>
            <a:pathLst>
              <a:path w="107763" h="107763">
                <a:moveTo>
                  <a:pt x="53882" y="107763"/>
                </a:moveTo>
                <a:lnTo>
                  <a:pt x="107763" y="53882"/>
                </a:lnTo>
                <a:lnTo>
                  <a:pt x="53882" y="0"/>
                </a:lnTo>
                <a:lnTo>
                  <a:pt x="0" y="53882"/>
                </a:lnTo>
                <a:close/>
              </a:path>
            </a:pathLst>
          </a:custGeom>
          <a:solidFill>
            <a:srgbClr val="444B5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63" name="Figure 5 plot object 262">
            <a:extLst>
              <a:ext uri="{FF2B5EF4-FFF2-40B4-BE49-F238E27FC236}">
                <ns2:creationId id="{FFEC97C1-4DB8-484B-83B5-599216F61304}"/>
              </a:ext>
            </a:extLst>
          </p:cNvPr>
          <p:cNvSpPr>
            <a:spLocks noGrp="1"/>
          </p:cNvSpPr>
          <p:nvPr/>
        </p:nvSpPr>
        <p:spPr>
          <a:xfrm>
            <a:off x="8030718" y="1768450"/>
            <a:ext cx="5081778" cy="3185770"/>
          </a:xfrm>
          <a:custGeom>
            <a:pathLst>
              <a:path w="5081778" h="3185770">
                <a:moveTo>
                  <a:pt x="0" y="3185770"/>
                </a:moveTo>
                <a:lnTo>
                  <a:pt x="5081778" y="3185770"/>
                </a:lnTo>
                <a:lnTo>
                  <a:pt x="508177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noFill/>
            <a:prstDash val="solid"/>
          </a:ln>
        </p:spPr>
      </p:sp>
      <p:sp>
        <p:nvSpPr>
          <p:cNvPr id="264" name="Figure 5 plot object 263">
            <a:extLst>
              <a:ext uri="{FF2B5EF4-FFF2-40B4-BE49-F238E27FC236}">
                <ns2:creationId id="{DA1251DC-7A96-43DF-8DE3-392217A21442}"/>
              </a:ext>
            </a:extLst>
          </p:cNvPr>
          <p:cNvSpPr>
            <a:spLocks noGrp="1"/>
          </p:cNvSpPr>
          <p:nvPr/>
        </p:nvSpPr>
        <p:spPr>
          <a:xfrm>
            <a:off x="9257354" y="4954219"/>
            <a:ext cx="13" cy="63500"/>
          </a:xfrm>
          <a:custGeom>
            <a:pathLst>
              <a:path w="13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5" name="Other nine">
            <a:extLst>
              <a:ext uri="{FF2B5EF4-FFF2-40B4-BE49-F238E27FC236}">
                <ns2:creationId id="{05BBB359-7FE9-4913-AC81-E5C16F821AA3}"/>
              </a:ext>
            </a:extLst>
          </p:cNvPr>
          <p:cNvSpPr>
            <a:spLocks noGrp="1"/>
          </p:cNvSpPr>
          <p:nvPr/>
        </p:nvSpPr>
        <p:spPr>
          <a:xfrm rot="0">
            <a:off x="8770785" y="5042341"/>
            <a:ext cx="1087438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Other nine</a:t>
            </a:r>
          </a:p>
        </p:txBody>
      </p:sp>
      <p:sp>
        <p:nvSpPr>
          <p:cNvPr id="266" name="Figure 5 plot object 265">
            <a:extLst>
              <a:ext uri="{FF2B5EF4-FFF2-40B4-BE49-F238E27FC236}">
                <ns2:creationId id="{C235172D-8BC2-429C-BB35-37275CDDF515}"/>
              </a:ext>
            </a:extLst>
          </p:cNvPr>
          <p:cNvSpPr>
            <a:spLocks noGrp="1"/>
          </p:cNvSpPr>
          <p:nvPr/>
        </p:nvSpPr>
        <p:spPr>
          <a:xfrm>
            <a:off x="11885860" y="4954219"/>
            <a:ext cx="13" cy="63500"/>
          </a:xfrm>
          <a:custGeom>
            <a:pathLst>
              <a:path w="13"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7" name="Dilute three">
            <a:extLst>
              <a:ext uri="{FF2B5EF4-FFF2-40B4-BE49-F238E27FC236}">
                <ns2:creationId id="{E319A8A5-B615-46D6-86BA-618306C570E4}"/>
              </a:ext>
            </a:extLst>
          </p:cNvPr>
          <p:cNvSpPr>
            <a:spLocks noGrp="1"/>
          </p:cNvSpPr>
          <p:nvPr/>
        </p:nvSpPr>
        <p:spPr>
          <a:xfrm rot="0">
            <a:off x="11342141" y="5042341"/>
            <a:ext cx="1201738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Dilute three</a:t>
            </a:r>
          </a:p>
        </p:txBody>
      </p:sp>
      <p:sp>
        <p:nvSpPr>
          <p:cNvPr id="268" name="Figure 5 plot object 267">
            <a:extLst>
              <a:ext uri="{FF2B5EF4-FFF2-40B4-BE49-F238E27FC236}">
                <ns2:creationId id="{1F19421F-0BCF-48CB-BB72-135E52D5676B}"/>
              </a:ext>
            </a:extLst>
          </p:cNvPr>
          <p:cNvSpPr>
            <a:spLocks noGrp="1"/>
          </p:cNvSpPr>
          <p:nvPr/>
        </p:nvSpPr>
        <p:spPr>
          <a:xfrm>
            <a:off x="7967218" y="4954219"/>
            <a:ext cx="63500" cy="13"/>
          </a:xfrm>
          <a:custGeom>
            <a:pathLst>
              <a:path w="63500" h="13">
                <a:moveTo>
                  <a:pt x="635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9" name="10⁻³">
            <a:extLst>
              <a:ext uri="{FF2B5EF4-FFF2-40B4-BE49-F238E27FC236}">
                <ns2:creationId id="{F8A1C019-6A26-4651-B354-1854B9850A4F}"/>
              </a:ext>
            </a:extLst>
          </p:cNvPr>
          <p:cNvSpPr>
            <a:spLocks noGrp="1"/>
          </p:cNvSpPr>
          <p:nvPr/>
        </p:nvSpPr>
        <p:spPr>
          <a:xfrm rot="0">
            <a:off x="7516368" y="4823274"/>
            <a:ext cx="48895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10⁻³</a:t>
            </a:r>
          </a:p>
        </p:txBody>
      </p:sp>
      <p:sp>
        <p:nvSpPr>
          <p:cNvPr id="270" name="Figure 5 plot object 269">
            <a:extLst>
              <a:ext uri="{FF2B5EF4-FFF2-40B4-BE49-F238E27FC236}">
                <ns2:creationId id="{1634B232-0CE9-46BA-BFA0-7F88BEAC7F40}"/>
              </a:ext>
            </a:extLst>
          </p:cNvPr>
          <p:cNvSpPr>
            <a:spLocks noGrp="1"/>
          </p:cNvSpPr>
          <p:nvPr/>
        </p:nvSpPr>
        <p:spPr>
          <a:xfrm>
            <a:off x="7967218" y="3892296"/>
            <a:ext cx="63500" cy="13"/>
          </a:xfrm>
          <a:custGeom>
            <a:pathLst>
              <a:path w="63500" h="13">
                <a:moveTo>
                  <a:pt x="635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1" name="10⁻²">
            <a:extLst>
              <a:ext uri="{FF2B5EF4-FFF2-40B4-BE49-F238E27FC236}">
                <ns2:creationId id="{82C4978A-EFA7-43CE-BFBF-ABD4AA35AD92}"/>
              </a:ext>
            </a:extLst>
          </p:cNvPr>
          <p:cNvSpPr>
            <a:spLocks noGrp="1"/>
          </p:cNvSpPr>
          <p:nvPr/>
        </p:nvSpPr>
        <p:spPr>
          <a:xfrm rot="0">
            <a:off x="7514781" y="3761351"/>
            <a:ext cx="490538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10⁻²</a:t>
            </a:r>
          </a:p>
        </p:txBody>
      </p:sp>
      <p:sp>
        <p:nvSpPr>
          <p:cNvPr id="272" name="Figure 5 plot object 271">
            <a:extLst>
              <a:ext uri="{FF2B5EF4-FFF2-40B4-BE49-F238E27FC236}">
                <ns2:creationId id="{160E7807-BCD6-49AA-AE3D-776EE8F26B66}"/>
              </a:ext>
            </a:extLst>
          </p:cNvPr>
          <p:cNvSpPr>
            <a:spLocks noGrp="1"/>
          </p:cNvSpPr>
          <p:nvPr/>
        </p:nvSpPr>
        <p:spPr>
          <a:xfrm>
            <a:off x="7967218" y="2830373"/>
            <a:ext cx="63500" cy="13"/>
          </a:xfrm>
          <a:custGeom>
            <a:pathLst>
              <a:path w="63500" h="13">
                <a:moveTo>
                  <a:pt x="635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3" name="10⁻¹">
            <a:extLst>
              <a:ext uri="{FF2B5EF4-FFF2-40B4-BE49-F238E27FC236}">
                <ns2:creationId id="{0AB1276F-F754-4D2E-9DED-4F030CE89A32}"/>
              </a:ext>
            </a:extLst>
          </p:cNvPr>
          <p:cNvSpPr>
            <a:spLocks noGrp="1"/>
          </p:cNvSpPr>
          <p:nvPr/>
        </p:nvSpPr>
        <p:spPr>
          <a:xfrm rot="0">
            <a:off x="7513193" y="2699428"/>
            <a:ext cx="492125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10⁻¹</a:t>
            </a:r>
          </a:p>
        </p:txBody>
      </p:sp>
      <p:sp>
        <p:nvSpPr>
          <p:cNvPr id="274" name="Figure 5 plot object 273">
            <a:extLst>
              <a:ext uri="{FF2B5EF4-FFF2-40B4-BE49-F238E27FC236}">
                <ns2:creationId id="{FF2BC6BA-03DB-4068-BE4A-3FF7CEE041FB}"/>
              </a:ext>
            </a:extLst>
          </p:cNvPr>
          <p:cNvSpPr>
            <a:spLocks noGrp="1"/>
          </p:cNvSpPr>
          <p:nvPr/>
        </p:nvSpPr>
        <p:spPr>
          <a:xfrm>
            <a:off x="7967218" y="1768450"/>
            <a:ext cx="63500" cy="13"/>
          </a:xfrm>
          <a:custGeom>
            <a:pathLst>
              <a:path w="63500" h="13">
                <a:moveTo>
                  <a:pt x="635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5" name="10⁰">
            <a:extLst>
              <a:ext uri="{FF2B5EF4-FFF2-40B4-BE49-F238E27FC236}">
                <ns2:creationId id="{4E2EB1A5-D248-40B3-B50C-D027B631E145}"/>
              </a:ext>
            </a:extLst>
          </p:cNvPr>
          <p:cNvSpPr>
            <a:spLocks noGrp="1"/>
          </p:cNvSpPr>
          <p:nvPr/>
        </p:nvSpPr>
        <p:spPr>
          <a:xfrm rot="0">
            <a:off x="7594156" y="1637505"/>
            <a:ext cx="411163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10⁰</a:t>
            </a:r>
          </a:p>
        </p:txBody>
      </p:sp>
      <p:sp>
        <p:nvSpPr>
          <p:cNvPr id="276" name="Macro MAE (log scale)">
            <a:extLst>
              <a:ext uri="{FF2B5EF4-FFF2-40B4-BE49-F238E27FC236}">
                <ns2:creationId id="{58A296F4-A309-46EA-B0AF-01B725BB3D02}"/>
              </a:ext>
            </a:extLst>
          </p:cNvPr>
          <p:cNvSpPr>
            <a:spLocks noGrp="1"/>
          </p:cNvSpPr>
          <p:nvPr/>
        </p:nvSpPr>
        <p:spPr>
          <a:xfrm rot="-5400000">
            <a:off x="6151491" y="3149879"/>
            <a:ext cx="2290763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Macro MAE (log scale)</a:t>
            </a:r>
          </a:p>
        </p:txBody>
      </p:sp>
      <p:sp>
        <p:nvSpPr>
          <p:cNvPr id="277" name="Figure 5 plot object 276">
            <a:extLst>
              <a:ext uri="{FF2B5EF4-FFF2-40B4-BE49-F238E27FC236}">
                <ns2:creationId id="{C8380138-BEC3-4678-9BBC-DC3B7F828215}"/>
              </a:ext>
            </a:extLst>
          </p:cNvPr>
          <p:cNvSpPr>
            <a:spLocks noGrp="1"/>
          </p:cNvSpPr>
          <p:nvPr/>
        </p:nvSpPr>
        <p:spPr>
          <a:xfrm>
            <a:off x="8322774" y="3888793"/>
            <a:ext cx="506231" cy="1065426"/>
          </a:xfrm>
          <a:custGeom>
            <a:pathLst>
              <a:path w="506231" h="1065426">
                <a:moveTo>
                  <a:pt x="0" y="1065426"/>
                </a:moveTo>
                <a:lnTo>
                  <a:pt x="506231" y="1065426"/>
                </a:lnTo>
                <a:lnTo>
                  <a:pt x="506231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2700">
            <a:noFill/>
            <a:prstDash val="solid"/>
          </a:ln>
        </p:spPr>
      </p:sp>
      <p:sp>
        <p:nvSpPr>
          <p:cNvPr id="278" name="Figure 5 plot object 277">
            <a:extLst>
              <a:ext uri="{FF2B5EF4-FFF2-40B4-BE49-F238E27FC236}">
                <ns2:creationId id="{B6A2CD39-645F-44DB-9C72-3772A33FA4BB}"/>
              </a:ext>
            </a:extLst>
          </p:cNvPr>
          <p:cNvSpPr>
            <a:spLocks noGrp="1"/>
          </p:cNvSpPr>
          <p:nvPr/>
        </p:nvSpPr>
        <p:spPr>
          <a:xfrm>
            <a:off x="10951280" y="3612785"/>
            <a:ext cx="506231" cy="1341434"/>
          </a:xfrm>
          <a:custGeom>
            <a:pathLst>
              <a:path w="506231" h="1341434">
                <a:moveTo>
                  <a:pt x="0" y="1341434"/>
                </a:moveTo>
                <a:lnTo>
                  <a:pt x="506231" y="1341434"/>
                </a:lnTo>
                <a:lnTo>
                  <a:pt x="506231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2700">
            <a:noFill/>
            <a:prstDash val="solid"/>
          </a:ln>
        </p:spPr>
      </p:sp>
      <p:sp>
        <p:nvSpPr>
          <p:cNvPr id="279" name="Figure 5 plot object 278">
            <a:extLst>
              <a:ext uri="{FF2B5EF4-FFF2-40B4-BE49-F238E27FC236}">
                <ns2:creationId id="{A5A535DE-92CC-4499-9293-72E561A0A872}"/>
              </a:ext>
            </a:extLst>
          </p:cNvPr>
          <p:cNvSpPr>
            <a:spLocks noGrp="1"/>
          </p:cNvSpPr>
          <p:nvPr/>
        </p:nvSpPr>
        <p:spPr>
          <a:xfrm>
            <a:off x="9004239" y="4245703"/>
            <a:ext cx="506231" cy="708516"/>
          </a:xfrm>
          <a:custGeom>
            <a:pathLst>
              <a:path w="506231" h="708516">
                <a:moveTo>
                  <a:pt x="0" y="708516"/>
                </a:moveTo>
                <a:lnTo>
                  <a:pt x="506231" y="708516"/>
                </a:lnTo>
                <a:lnTo>
                  <a:pt x="506231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2700">
            <a:noFill/>
            <a:prstDash val="solid"/>
          </a:ln>
        </p:spPr>
      </p:sp>
      <p:sp>
        <p:nvSpPr>
          <p:cNvPr id="280" name="Figure 5 plot object 279">
            <a:extLst>
              <a:ext uri="{FF2B5EF4-FFF2-40B4-BE49-F238E27FC236}">
                <ns2:creationId id="{902D7DA9-7052-4D74-A070-0F5847F1D0DF}"/>
              </a:ext>
            </a:extLst>
          </p:cNvPr>
          <p:cNvSpPr>
            <a:spLocks noGrp="1"/>
          </p:cNvSpPr>
          <p:nvPr/>
        </p:nvSpPr>
        <p:spPr>
          <a:xfrm>
            <a:off x="11632745" y="2617596"/>
            <a:ext cx="506231" cy="2336624"/>
          </a:xfrm>
          <a:custGeom>
            <a:pathLst>
              <a:path w="506231" h="2336624">
                <a:moveTo>
                  <a:pt x="0" y="2336624"/>
                </a:moveTo>
                <a:lnTo>
                  <a:pt x="506231" y="2336624"/>
                </a:lnTo>
                <a:lnTo>
                  <a:pt x="506231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2700">
            <a:noFill/>
            <a:prstDash val="solid"/>
          </a:ln>
        </p:spPr>
      </p:sp>
      <p:sp>
        <p:nvSpPr>
          <p:cNvPr id="281" name="Figure 5 plot object 280">
            <a:extLst>
              <a:ext uri="{FF2B5EF4-FFF2-40B4-BE49-F238E27FC236}">
                <ns2:creationId id="{EE06F50F-9A2E-4FDA-9EF5-FADA1F03D991}"/>
              </a:ext>
            </a:extLst>
          </p:cNvPr>
          <p:cNvSpPr>
            <a:spLocks noGrp="1"/>
          </p:cNvSpPr>
          <p:nvPr/>
        </p:nvSpPr>
        <p:spPr>
          <a:xfrm>
            <a:off x="9685703" y="4271987"/>
            <a:ext cx="506231" cy="682232"/>
          </a:xfrm>
          <a:custGeom>
            <a:pathLst>
              <a:path w="506231" h="682232">
                <a:moveTo>
                  <a:pt x="0" y="682232"/>
                </a:moveTo>
                <a:lnTo>
                  <a:pt x="506231" y="682232"/>
                </a:lnTo>
                <a:lnTo>
                  <a:pt x="506231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2700">
            <a:noFill/>
            <a:prstDash val="solid"/>
          </a:ln>
        </p:spPr>
      </p:sp>
      <p:sp>
        <p:nvSpPr>
          <p:cNvPr id="282" name="Figure 5 plot object 281">
            <a:extLst>
              <a:ext uri="{FF2B5EF4-FFF2-40B4-BE49-F238E27FC236}">
                <ns2:creationId id="{D44B14D9-813D-4481-AFD9-187D491762EA}"/>
              </a:ext>
            </a:extLst>
          </p:cNvPr>
          <p:cNvSpPr>
            <a:spLocks noGrp="1"/>
          </p:cNvSpPr>
          <p:nvPr/>
        </p:nvSpPr>
        <p:spPr>
          <a:xfrm>
            <a:off x="12314209" y="2662306"/>
            <a:ext cx="506231" cy="2291913"/>
          </a:xfrm>
          <a:custGeom>
            <a:pathLst>
              <a:path w="506231" h="2291913">
                <a:moveTo>
                  <a:pt x="0" y="2291913"/>
                </a:moveTo>
                <a:lnTo>
                  <a:pt x="506231" y="2291913"/>
                </a:lnTo>
                <a:lnTo>
                  <a:pt x="506231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2700">
            <a:noFill/>
            <a:prstDash val="solid"/>
          </a:ln>
        </p:spPr>
      </p:sp>
      <p:sp>
        <p:nvSpPr>
          <p:cNvPr id="283" name="Figure 5 plot object 282">
            <a:extLst>
              <a:ext uri="{FF2B5EF4-FFF2-40B4-BE49-F238E27FC236}">
                <ns2:creationId id="{E586F4D9-B519-4EED-9AB4-97547334E305}"/>
              </a:ext>
            </a:extLst>
          </p:cNvPr>
          <p:cNvSpPr>
            <a:spLocks noGrp="1"/>
          </p:cNvSpPr>
          <p:nvPr/>
        </p:nvSpPr>
        <p:spPr>
          <a:xfrm>
            <a:off x="8030718" y="1768450"/>
            <a:ext cx="13" cy="3185770"/>
          </a:xfrm>
          <a:custGeom>
            <a:pathLst>
              <a:path w="13" h="3185770">
                <a:moveTo>
                  <a:pt x="0" y="318577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84" name="Figure 5 plot object 283">
            <a:extLst>
              <a:ext uri="{FF2B5EF4-FFF2-40B4-BE49-F238E27FC236}">
                <ns2:creationId id="{269F3749-A0BA-4AAE-9115-22210621A9E0}"/>
              </a:ext>
            </a:extLst>
          </p:cNvPr>
          <p:cNvSpPr>
            <a:spLocks noGrp="1"/>
          </p:cNvSpPr>
          <p:nvPr/>
        </p:nvSpPr>
        <p:spPr>
          <a:xfrm>
            <a:off x="13112496" y="1768450"/>
            <a:ext cx="13" cy="3185770"/>
          </a:xfrm>
          <a:custGeom>
            <a:pathLst>
              <a:path w="13" h="3185770">
                <a:moveTo>
                  <a:pt x="0" y="318577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85" name="Figure 5 plot object 284">
            <a:extLst>
              <a:ext uri="{FF2B5EF4-FFF2-40B4-BE49-F238E27FC236}">
                <ns2:creationId id="{F599694C-092A-4AC4-B76A-BDFA2378B825}"/>
              </a:ext>
            </a:extLst>
          </p:cNvPr>
          <p:cNvSpPr>
            <a:spLocks noGrp="1"/>
          </p:cNvSpPr>
          <p:nvPr/>
        </p:nvSpPr>
        <p:spPr>
          <a:xfrm>
            <a:off x="8030718" y="4954219"/>
            <a:ext cx="5081778" cy="13"/>
          </a:xfrm>
          <a:custGeom>
            <a:pathLst>
              <a:path w="5081778" h="13">
                <a:moveTo>
                  <a:pt x="0" y="0"/>
                </a:moveTo>
                <a:lnTo>
                  <a:pt x="5081778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86" name="Figure 5 plot object 285">
            <a:extLst>
              <a:ext uri="{FF2B5EF4-FFF2-40B4-BE49-F238E27FC236}">
                <ns2:creationId id="{A57C7CC7-AD00-4F33-95EE-702EF5ACCE78}"/>
              </a:ext>
            </a:extLst>
          </p:cNvPr>
          <p:cNvSpPr>
            <a:spLocks noGrp="1"/>
          </p:cNvSpPr>
          <p:nvPr/>
        </p:nvSpPr>
        <p:spPr>
          <a:xfrm>
            <a:off x="8030718" y="1768450"/>
            <a:ext cx="5081778" cy="13"/>
          </a:xfrm>
          <a:custGeom>
            <a:pathLst>
              <a:path w="5081778" h="13">
                <a:moveTo>
                  <a:pt x="0" y="0"/>
                </a:moveTo>
                <a:lnTo>
                  <a:pt x="5081778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87" name="0.01008">
            <a:extLst>
              <a:ext uri="{FF2B5EF4-FFF2-40B4-BE49-F238E27FC236}">
                <ns2:creationId id="{EA25F370-CA88-4FE3-867A-8A8AC2DC1909}"/>
              </a:ext>
            </a:extLst>
          </p:cNvPr>
          <p:cNvSpPr>
            <a:spLocks noGrp="1"/>
          </p:cNvSpPr>
          <p:nvPr/>
        </p:nvSpPr>
        <p:spPr>
          <a:xfrm rot="0">
            <a:off x="8243308" y="3377818"/>
            <a:ext cx="766763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0.01008</a:t>
            </a:r>
          </a:p>
        </p:txBody>
      </p:sp>
      <p:sp>
        <p:nvSpPr>
          <p:cNvPr id="288" name="0.01833">
            <a:extLst>
              <a:ext uri="{FF2B5EF4-FFF2-40B4-BE49-F238E27FC236}">
                <ns2:creationId id="{60BBEA7E-8447-4CC5-9A8F-08B4DD56DB16}"/>
              </a:ext>
            </a:extLst>
          </p:cNvPr>
          <p:cNvSpPr>
            <a:spLocks noGrp="1"/>
          </p:cNvSpPr>
          <p:nvPr/>
        </p:nvSpPr>
        <p:spPr>
          <a:xfrm rot="0">
            <a:off x="10873402" y="2946499"/>
            <a:ext cx="763587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0.01833</a:t>
            </a:r>
          </a:p>
        </p:txBody>
      </p:sp>
      <p:sp>
        <p:nvSpPr>
          <p:cNvPr id="289" name="0.00465">
            <a:extLst>
              <a:ext uri="{FF2B5EF4-FFF2-40B4-BE49-F238E27FC236}">
                <ns2:creationId id="{24BC3FF6-F8CE-4F99-9996-B623E030195D}"/>
              </a:ext>
            </a:extLst>
          </p:cNvPr>
          <p:cNvSpPr>
            <a:spLocks noGrp="1"/>
          </p:cNvSpPr>
          <p:nvPr/>
        </p:nvSpPr>
        <p:spPr>
          <a:xfrm rot="0">
            <a:off x="8924773" y="3873554"/>
            <a:ext cx="766763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0.00465</a:t>
            </a:r>
          </a:p>
        </p:txBody>
      </p:sp>
      <p:sp>
        <p:nvSpPr>
          <p:cNvPr id="290" name="0.15862">
            <a:extLst>
              <a:ext uri="{FF2B5EF4-FFF2-40B4-BE49-F238E27FC236}">
                <ns2:creationId id="{1C3BD50C-CDC7-4299-8F09-7B0AD8C608AC}"/>
              </a:ext>
            </a:extLst>
          </p:cNvPr>
          <p:cNvSpPr>
            <a:spLocks noGrp="1"/>
          </p:cNvSpPr>
          <p:nvPr/>
        </p:nvSpPr>
        <p:spPr>
          <a:xfrm rot="0">
            <a:off x="11554866" y="2221003"/>
            <a:ext cx="763587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0.15862</a:t>
            </a:r>
          </a:p>
        </p:txBody>
      </p:sp>
      <p:sp>
        <p:nvSpPr>
          <p:cNvPr id="291" name="0.00439">
            <a:extLst>
              <a:ext uri="{FF2B5EF4-FFF2-40B4-BE49-F238E27FC236}">
                <ns2:creationId id="{6824AF34-8FC2-4919-B87C-849B429BA385}"/>
              </a:ext>
            </a:extLst>
          </p:cNvPr>
          <p:cNvSpPr>
            <a:spLocks noGrp="1"/>
          </p:cNvSpPr>
          <p:nvPr/>
        </p:nvSpPr>
        <p:spPr>
          <a:xfrm rot="0">
            <a:off x="9606237" y="3682818"/>
            <a:ext cx="766763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0.00439</a:t>
            </a:r>
          </a:p>
        </p:txBody>
      </p:sp>
      <p:sp>
        <p:nvSpPr>
          <p:cNvPr id="292" name="0.14397">
            <a:extLst>
              <a:ext uri="{FF2B5EF4-FFF2-40B4-BE49-F238E27FC236}">
                <ns2:creationId id="{1B1634BC-84C1-48CD-9377-6F06A780E44F}"/>
              </a:ext>
            </a:extLst>
          </p:cNvPr>
          <p:cNvSpPr>
            <a:spLocks noGrp="1"/>
          </p:cNvSpPr>
          <p:nvPr/>
        </p:nvSpPr>
        <p:spPr>
          <a:xfrm rot="0">
            <a:off x="12237124" y="2096165"/>
            <a:ext cx="7620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0.14397</a:t>
            </a:r>
          </a:p>
        </p:txBody>
      </p:sp>
      <p:sp>
        <p:nvSpPr>
          <p:cNvPr id="293" name="Aligned / Opaque: 0.46×">
            <a:extLst>
              <a:ext uri="{FF2B5EF4-FFF2-40B4-BE49-F238E27FC236}">
                <ns2:creationId id="{DAD8CF4E-7B1E-44BF-B5C3-5A0224D0CA92}"/>
              </a:ext>
            </a:extLst>
          </p:cNvPr>
          <p:cNvSpPr>
            <a:spLocks noGrp="1"/>
          </p:cNvSpPr>
          <p:nvPr/>
        </p:nvSpPr>
        <p:spPr>
          <a:xfrm rot="0">
            <a:off x="8246910" y="1835953"/>
            <a:ext cx="212248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Aligned / Opaque: 0.46×</a:t>
            </a:r>
          </a:p>
        </p:txBody>
      </p:sp>
      <p:sp>
        <p:nvSpPr>
          <p:cNvPr id="294" name="Aligned / Opaque: 8.65×">
            <a:extLst>
              <a:ext uri="{FF2B5EF4-FFF2-40B4-BE49-F238E27FC236}">
                <ns2:creationId id="{0BB80DF0-8C98-41AB-911C-2CF934FA51BD}"/>
              </a:ext>
            </a:extLst>
          </p:cNvPr>
          <p:cNvSpPr>
            <a:spLocks noGrp="1"/>
          </p:cNvSpPr>
          <p:nvPr/>
        </p:nvSpPr>
        <p:spPr>
          <a:xfrm rot="0">
            <a:off x="10876210" y="1835953"/>
            <a:ext cx="21209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Aligned / Opaque: 8.65×</a:t>
            </a:r>
          </a:p>
        </p:txBody>
      </p:sp>
      <p:sp>
        <p:nvSpPr>
          <p:cNvPr id="295" name="Figure 5 plot object 294">
            <a:extLst>
              <a:ext uri="{FF2B5EF4-FFF2-40B4-BE49-F238E27FC236}">
                <ns2:creationId id="{B63CAC98-3CB0-42A4-916A-0FCC906E98DA}"/>
              </a:ext>
            </a:extLst>
          </p:cNvPr>
          <p:cNvSpPr>
            <a:spLocks noGrp="1"/>
          </p:cNvSpPr>
          <p:nvPr/>
        </p:nvSpPr>
        <p:spPr>
          <a:xfrm>
            <a:off x="8575890" y="3747073"/>
            <a:ext cx="13" cy="347353"/>
          </a:xfrm>
          <a:custGeom>
            <a:pathLst>
              <a:path w="13" h="347353">
                <a:moveTo>
                  <a:pt x="0" y="347353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96" name="Figure 5 plot object 295">
            <a:extLst>
              <a:ext uri="{FF2B5EF4-FFF2-40B4-BE49-F238E27FC236}">
                <ns2:creationId id="{C208359B-3D7E-4D51-AE88-B19374614555}"/>
              </a:ext>
            </a:extLst>
          </p:cNvPr>
          <p:cNvSpPr>
            <a:spLocks noGrp="1"/>
          </p:cNvSpPr>
          <p:nvPr/>
        </p:nvSpPr>
        <p:spPr>
          <a:xfrm>
            <a:off x="11204395" y="3382398"/>
            <a:ext cx="13" cy="711900"/>
          </a:xfrm>
          <a:custGeom>
            <a:pathLst>
              <a:path w="13" h="711900">
                <a:moveTo>
                  <a:pt x="0" y="71190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97" name="Figure 5 plot object 296">
            <a:extLst>
              <a:ext uri="{FF2B5EF4-FFF2-40B4-BE49-F238E27FC236}">
                <ns2:creationId id="{9F6A10E2-78DB-42E7-AC50-D69C0CC0CE5B}"/>
              </a:ext>
            </a:extLst>
          </p:cNvPr>
          <p:cNvSpPr>
            <a:spLocks noGrp="1"/>
          </p:cNvSpPr>
          <p:nvPr/>
        </p:nvSpPr>
        <p:spPr>
          <a:xfrm>
            <a:off x="8525090" y="4094426"/>
            <a:ext cx="101600" cy="13"/>
          </a:xfrm>
          <a:custGeom>
            <a:pathLst>
              <a:path w="101600" h="13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98" name="Figure 5 plot object 297">
            <a:extLst>
              <a:ext uri="{FF2B5EF4-FFF2-40B4-BE49-F238E27FC236}">
                <ns2:creationId id="{DE49BFC0-3DA5-44D3-BBDA-B87F42492E69}"/>
              </a:ext>
            </a:extLst>
          </p:cNvPr>
          <p:cNvSpPr>
            <a:spLocks noGrp="1"/>
          </p:cNvSpPr>
          <p:nvPr/>
        </p:nvSpPr>
        <p:spPr>
          <a:xfrm>
            <a:off x="11153595" y="4094298"/>
            <a:ext cx="101600" cy="13"/>
          </a:xfrm>
          <a:custGeom>
            <a:pathLst>
              <a:path w="101600" h="13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99" name="Figure 5 plot object 298">
            <a:extLst>
              <a:ext uri="{FF2B5EF4-FFF2-40B4-BE49-F238E27FC236}">
                <ns2:creationId id="{A400BD7E-F8E2-4858-AA08-19CDD8EA6B04}"/>
              </a:ext>
            </a:extLst>
          </p:cNvPr>
          <p:cNvSpPr>
            <a:spLocks noGrp="1"/>
          </p:cNvSpPr>
          <p:nvPr/>
        </p:nvSpPr>
        <p:spPr>
          <a:xfrm>
            <a:off x="8525090" y="3747073"/>
            <a:ext cx="101600" cy="13"/>
          </a:xfrm>
          <a:custGeom>
            <a:pathLst>
              <a:path w="101600" h="13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0" name="Figure 5 plot object 299">
            <a:extLst>
              <a:ext uri="{FF2B5EF4-FFF2-40B4-BE49-F238E27FC236}">
                <ns2:creationId id="{4C1B39B3-D09D-48A0-B852-B90CBE75092F}"/>
              </a:ext>
            </a:extLst>
          </p:cNvPr>
          <p:cNvSpPr>
            <a:spLocks noGrp="1"/>
          </p:cNvSpPr>
          <p:nvPr/>
        </p:nvSpPr>
        <p:spPr>
          <a:xfrm>
            <a:off x="11153595" y="3382398"/>
            <a:ext cx="101600" cy="13"/>
          </a:xfrm>
          <a:custGeom>
            <a:pathLst>
              <a:path w="101600" h="13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1" name="Figure 5 plot object 300">
            <a:extLst>
              <a:ext uri="{FF2B5EF4-FFF2-40B4-BE49-F238E27FC236}">
                <ns2:creationId id="{49926635-1A28-4F29-A835-42C062416538}"/>
              </a:ext>
            </a:extLst>
          </p:cNvPr>
          <p:cNvSpPr>
            <a:spLocks noGrp="1"/>
          </p:cNvSpPr>
          <p:nvPr/>
        </p:nvSpPr>
        <p:spPr>
          <a:xfrm>
            <a:off x="9257354" y="4194310"/>
            <a:ext cx="13" cy="109241"/>
          </a:xfrm>
          <a:custGeom>
            <a:pathLst>
              <a:path w="13" h="109241">
                <a:moveTo>
                  <a:pt x="0" y="109241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302" name="Figure 5 plot object 301">
            <a:extLst>
              <a:ext uri="{FF2B5EF4-FFF2-40B4-BE49-F238E27FC236}">
                <ns2:creationId id="{8700CA78-0EC8-4EEC-88BC-3A4FE1EFB971}"/>
              </a:ext>
            </a:extLst>
          </p:cNvPr>
          <p:cNvSpPr>
            <a:spLocks noGrp="1"/>
          </p:cNvSpPr>
          <p:nvPr/>
        </p:nvSpPr>
        <p:spPr>
          <a:xfrm>
            <a:off x="11885860" y="2547249"/>
            <a:ext cx="13" cy="153389"/>
          </a:xfrm>
          <a:custGeom>
            <a:pathLst>
              <a:path w="13" h="153389">
                <a:moveTo>
                  <a:pt x="0" y="153389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303" name="Figure 5 plot object 302">
            <a:extLst>
              <a:ext uri="{FF2B5EF4-FFF2-40B4-BE49-F238E27FC236}">
                <ns2:creationId id="{DE2AC1B7-2857-4CF6-9491-AE2626A147FF}"/>
              </a:ext>
            </a:extLst>
          </p:cNvPr>
          <p:cNvSpPr>
            <a:spLocks noGrp="1"/>
          </p:cNvSpPr>
          <p:nvPr/>
        </p:nvSpPr>
        <p:spPr>
          <a:xfrm>
            <a:off x="9206554" y="4303550"/>
            <a:ext cx="101600" cy="13"/>
          </a:xfrm>
          <a:custGeom>
            <a:pathLst>
              <a:path w="101600" h="13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4" name="Figure 5 plot object 303">
            <a:extLst>
              <a:ext uri="{FF2B5EF4-FFF2-40B4-BE49-F238E27FC236}">
                <ns2:creationId id="{134C4BFB-1B85-4DD8-8195-AB88E41039CD}"/>
              </a:ext>
            </a:extLst>
          </p:cNvPr>
          <p:cNvSpPr>
            <a:spLocks noGrp="1"/>
          </p:cNvSpPr>
          <p:nvPr/>
        </p:nvSpPr>
        <p:spPr>
          <a:xfrm>
            <a:off x="11835060" y="2700638"/>
            <a:ext cx="101600" cy="13"/>
          </a:xfrm>
          <a:custGeom>
            <a:pathLst>
              <a:path w="101600" h="13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5" name="Figure 5 plot object 304">
            <a:extLst>
              <a:ext uri="{FF2B5EF4-FFF2-40B4-BE49-F238E27FC236}">
                <ns2:creationId id="{49AE09B4-4CCB-4651-95F4-9947502A4C9E}"/>
              </a:ext>
            </a:extLst>
          </p:cNvPr>
          <p:cNvSpPr>
            <a:spLocks noGrp="1"/>
          </p:cNvSpPr>
          <p:nvPr/>
        </p:nvSpPr>
        <p:spPr>
          <a:xfrm>
            <a:off x="9206554" y="4194310"/>
            <a:ext cx="101600" cy="13"/>
          </a:xfrm>
          <a:custGeom>
            <a:pathLst>
              <a:path w="101600" h="13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6" name="Figure 5 plot object 305">
            <a:extLst>
              <a:ext uri="{FF2B5EF4-FFF2-40B4-BE49-F238E27FC236}">
                <ns2:creationId id="{50207E53-70A5-410E-938D-B9E5AC7F46D3}"/>
              </a:ext>
            </a:extLst>
          </p:cNvPr>
          <p:cNvSpPr>
            <a:spLocks noGrp="1"/>
          </p:cNvSpPr>
          <p:nvPr/>
        </p:nvSpPr>
        <p:spPr>
          <a:xfrm>
            <a:off x="11835060" y="2547249"/>
            <a:ext cx="101600" cy="13"/>
          </a:xfrm>
          <a:custGeom>
            <a:pathLst>
              <a:path w="101600" h="13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7" name="Figure 5 plot object 306">
            <a:extLst>
              <a:ext uri="{FF2B5EF4-FFF2-40B4-BE49-F238E27FC236}">
                <ns2:creationId id="{BB5E8E17-6E83-4408-B767-D7C4BAFFCA07}"/>
              </a:ext>
            </a:extLst>
          </p:cNvPr>
          <p:cNvSpPr>
            <a:spLocks noGrp="1"/>
          </p:cNvSpPr>
          <p:nvPr/>
        </p:nvSpPr>
        <p:spPr>
          <a:xfrm>
            <a:off x="9938819" y="4121695"/>
            <a:ext cx="13" cy="374677"/>
          </a:xfrm>
          <a:custGeom>
            <a:pathLst>
              <a:path w="13" h="374677">
                <a:moveTo>
                  <a:pt x="0" y="374677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308" name="Figure 5 plot object 307">
            <a:extLst>
              <a:ext uri="{FF2B5EF4-FFF2-40B4-BE49-F238E27FC236}">
                <ns2:creationId id="{EBDDDEBF-329D-4CE8-BEB4-EC808293DD25}"/>
              </a:ext>
            </a:extLst>
          </p:cNvPr>
          <p:cNvSpPr>
            <a:spLocks noGrp="1"/>
          </p:cNvSpPr>
          <p:nvPr/>
        </p:nvSpPr>
        <p:spPr>
          <a:xfrm>
            <a:off x="12567324" y="2528692"/>
            <a:ext cx="13" cy="322493"/>
          </a:xfrm>
          <a:custGeom>
            <a:pathLst>
              <a:path w="13" h="322493">
                <a:moveTo>
                  <a:pt x="0" y="322493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309" name="Figure 5 plot object 308">
            <a:extLst>
              <a:ext uri="{FF2B5EF4-FFF2-40B4-BE49-F238E27FC236}">
                <ns2:creationId id="{C5A3459F-31AF-469F-9502-0013C288B774}"/>
              </a:ext>
            </a:extLst>
          </p:cNvPr>
          <p:cNvSpPr>
            <a:spLocks noGrp="1"/>
          </p:cNvSpPr>
          <p:nvPr/>
        </p:nvSpPr>
        <p:spPr>
          <a:xfrm>
            <a:off x="9888019" y="4496373"/>
            <a:ext cx="101600" cy="13"/>
          </a:xfrm>
          <a:custGeom>
            <a:pathLst>
              <a:path w="101600" h="13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0" name="Figure 5 plot object 309">
            <a:extLst>
              <a:ext uri="{FF2B5EF4-FFF2-40B4-BE49-F238E27FC236}">
                <ns2:creationId id="{C5835013-B757-45B1-A165-28E5AD666EF5}"/>
              </a:ext>
            </a:extLst>
          </p:cNvPr>
          <p:cNvSpPr>
            <a:spLocks noGrp="1"/>
          </p:cNvSpPr>
          <p:nvPr/>
        </p:nvSpPr>
        <p:spPr>
          <a:xfrm>
            <a:off x="12516524" y="2851185"/>
            <a:ext cx="101600" cy="13"/>
          </a:xfrm>
          <a:custGeom>
            <a:pathLst>
              <a:path w="101600" h="13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1" name="Figure 5 plot object 310">
            <a:extLst>
              <a:ext uri="{FF2B5EF4-FFF2-40B4-BE49-F238E27FC236}">
                <ns2:creationId id="{B5481C46-ADCA-4F56-B003-8BA21161C7D2}"/>
              </a:ext>
            </a:extLst>
          </p:cNvPr>
          <p:cNvSpPr>
            <a:spLocks noGrp="1"/>
          </p:cNvSpPr>
          <p:nvPr/>
        </p:nvSpPr>
        <p:spPr>
          <a:xfrm>
            <a:off x="9888019" y="4121695"/>
            <a:ext cx="101600" cy="13"/>
          </a:xfrm>
          <a:custGeom>
            <a:pathLst>
              <a:path w="101600" h="13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2" name="Figure 5 plot object 311">
            <a:extLst>
              <a:ext uri="{FF2B5EF4-FFF2-40B4-BE49-F238E27FC236}">
                <ns2:creationId id="{55A9DAEE-2650-46C1-BE80-8514A231D579}"/>
              </a:ext>
            </a:extLst>
          </p:cNvPr>
          <p:cNvSpPr>
            <a:spLocks noGrp="1"/>
          </p:cNvSpPr>
          <p:nvPr/>
        </p:nvSpPr>
        <p:spPr>
          <a:xfrm>
            <a:off x="12516524" y="2528692"/>
            <a:ext cx="101600" cy="13"/>
          </a:xfrm>
          <a:custGeom>
            <a:pathLst>
              <a:path w="101600" h="13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3" name="Figure 5 plot object 312">
            <a:extLst>
              <a:ext uri="{FF2B5EF4-FFF2-40B4-BE49-F238E27FC236}">
                <ns2:creationId id="{813CBBE8-8B1D-4538-A955-46A1A8EE691B}"/>
              </a:ext>
            </a:extLst>
          </p:cNvPr>
          <p:cNvSpPr>
            <a:spLocks noGrp="1"/>
          </p:cNvSpPr>
          <p:nvPr/>
        </p:nvSpPr>
        <p:spPr>
          <a:xfrm>
            <a:off x="8392447" y="4156246"/>
            <a:ext cx="55358" cy="55358"/>
          </a:xfrm>
          <a:custGeom>
            <a:pathLst>
              <a:path w="55358" h="55358">
                <a:moveTo>
                  <a:pt x="27679" y="55358"/>
                </a:moveTo>
                <a:cubicBezTo>
                  <a:pt x="35020" y="55358"/>
                  <a:pt x="42060" y="52442"/>
                  <a:pt x="47251" y="47251"/>
                </a:cubicBezTo>
                <a:cubicBezTo>
                  <a:pt x="52442" y="42060"/>
                  <a:pt x="55358" y="35020"/>
                  <a:pt x="55358" y="27679"/>
                </a:cubicBezTo>
                <a:cubicBezTo>
                  <a:pt x="55358" y="20338"/>
                  <a:pt x="52442" y="13298"/>
                  <a:pt x="47251" y="8107"/>
                </a:cubicBezTo>
                <a:cubicBezTo>
                  <a:pt x="42060" y="2916"/>
                  <a:pt x="35020" y="0"/>
                  <a:pt x="27679" y="0"/>
                </a:cubicBezTo>
                <a:cubicBezTo>
                  <a:pt x="20338" y="0"/>
                  <a:pt x="13298" y="2916"/>
                  <a:pt x="8107" y="8107"/>
                </a:cubicBezTo>
                <a:cubicBezTo>
                  <a:pt x="2916" y="13298"/>
                  <a:pt x="0" y="20338"/>
                  <a:pt x="0" y="27679"/>
                </a:cubicBezTo>
                <a:cubicBezTo>
                  <a:pt x="0" y="35020"/>
                  <a:pt x="2916" y="42060"/>
                  <a:pt x="8107" y="47251"/>
                </a:cubicBezTo>
                <a:cubicBezTo>
                  <a:pt x="13298" y="52442"/>
                  <a:pt x="20338" y="55358"/>
                  <a:pt x="27679" y="55358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314" name="Figure 5 plot object 313">
            <a:extLst>
              <a:ext uri="{FF2B5EF4-FFF2-40B4-BE49-F238E27FC236}">
                <ns2:creationId id="{707E40B5-E1D7-4F56-9B36-34C803B39384}"/>
              </a:ext>
            </a:extLst>
          </p:cNvPr>
          <p:cNvSpPr>
            <a:spLocks noGrp="1"/>
          </p:cNvSpPr>
          <p:nvPr/>
        </p:nvSpPr>
        <p:spPr>
          <a:xfrm>
            <a:off x="8470329" y="3837390"/>
            <a:ext cx="55358" cy="55358"/>
          </a:xfrm>
          <a:custGeom>
            <a:pathLst>
              <a:path w="55358" h="55358">
                <a:moveTo>
                  <a:pt x="27679" y="55358"/>
                </a:moveTo>
                <a:cubicBezTo>
                  <a:pt x="35020" y="55358"/>
                  <a:pt x="42060" y="52442"/>
                  <a:pt x="47251" y="47251"/>
                </a:cubicBezTo>
                <a:cubicBezTo>
                  <a:pt x="52442" y="42060"/>
                  <a:pt x="55358" y="35020"/>
                  <a:pt x="55358" y="27679"/>
                </a:cubicBezTo>
                <a:cubicBezTo>
                  <a:pt x="55358" y="20338"/>
                  <a:pt x="52442" y="13298"/>
                  <a:pt x="47251" y="8107"/>
                </a:cubicBezTo>
                <a:cubicBezTo>
                  <a:pt x="42060" y="2916"/>
                  <a:pt x="35020" y="0"/>
                  <a:pt x="27679" y="0"/>
                </a:cubicBezTo>
                <a:cubicBezTo>
                  <a:pt x="20338" y="0"/>
                  <a:pt x="13298" y="2916"/>
                  <a:pt x="8107" y="8107"/>
                </a:cubicBezTo>
                <a:cubicBezTo>
                  <a:pt x="2916" y="13298"/>
                  <a:pt x="0" y="20338"/>
                  <a:pt x="0" y="27679"/>
                </a:cubicBezTo>
                <a:cubicBezTo>
                  <a:pt x="0" y="35020"/>
                  <a:pt x="2916" y="42060"/>
                  <a:pt x="8107" y="47251"/>
                </a:cubicBezTo>
                <a:cubicBezTo>
                  <a:pt x="13298" y="52442"/>
                  <a:pt x="20338" y="55358"/>
                  <a:pt x="27679" y="55358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315" name="Figure 5 plot object 314">
            <a:extLst>
              <a:ext uri="{FF2B5EF4-FFF2-40B4-BE49-F238E27FC236}">
                <ns2:creationId id="{473F7768-7445-4503-968A-AC563B839AA9}"/>
              </a:ext>
            </a:extLst>
          </p:cNvPr>
          <p:cNvSpPr>
            <a:spLocks noGrp="1"/>
          </p:cNvSpPr>
          <p:nvPr/>
        </p:nvSpPr>
        <p:spPr>
          <a:xfrm>
            <a:off x="8548211" y="3868667"/>
            <a:ext cx="55358" cy="55358"/>
          </a:xfrm>
          <a:custGeom>
            <a:pathLst>
              <a:path w="55358" h="55358">
                <a:moveTo>
                  <a:pt x="27679" y="55358"/>
                </a:moveTo>
                <a:cubicBezTo>
                  <a:pt x="35020" y="55358"/>
                  <a:pt x="42060" y="52442"/>
                  <a:pt x="47251" y="47251"/>
                </a:cubicBezTo>
                <a:cubicBezTo>
                  <a:pt x="52442" y="42060"/>
                  <a:pt x="55358" y="35020"/>
                  <a:pt x="55358" y="27679"/>
                </a:cubicBezTo>
                <a:cubicBezTo>
                  <a:pt x="55358" y="20338"/>
                  <a:pt x="52442" y="13298"/>
                  <a:pt x="47251" y="8107"/>
                </a:cubicBezTo>
                <a:cubicBezTo>
                  <a:pt x="42060" y="2916"/>
                  <a:pt x="35020" y="0"/>
                  <a:pt x="27679" y="0"/>
                </a:cubicBezTo>
                <a:cubicBezTo>
                  <a:pt x="20338" y="0"/>
                  <a:pt x="13298" y="2916"/>
                  <a:pt x="8107" y="8107"/>
                </a:cubicBezTo>
                <a:cubicBezTo>
                  <a:pt x="2916" y="13298"/>
                  <a:pt x="0" y="20338"/>
                  <a:pt x="0" y="27679"/>
                </a:cubicBezTo>
                <a:cubicBezTo>
                  <a:pt x="0" y="35020"/>
                  <a:pt x="2916" y="42060"/>
                  <a:pt x="8107" y="47251"/>
                </a:cubicBezTo>
                <a:cubicBezTo>
                  <a:pt x="13298" y="52442"/>
                  <a:pt x="20338" y="55358"/>
                  <a:pt x="27679" y="55358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316" name="Figure 5 plot object 315">
            <a:extLst>
              <a:ext uri="{FF2B5EF4-FFF2-40B4-BE49-F238E27FC236}">
                <ns2:creationId id="{B8EA5646-C08B-48FF-89FC-3F2F3B159BDE}"/>
              </a:ext>
            </a:extLst>
          </p:cNvPr>
          <p:cNvSpPr>
            <a:spLocks noGrp="1"/>
          </p:cNvSpPr>
          <p:nvPr/>
        </p:nvSpPr>
        <p:spPr>
          <a:xfrm>
            <a:off x="8626092" y="3664633"/>
            <a:ext cx="55358" cy="55358"/>
          </a:xfrm>
          <a:custGeom>
            <a:pathLst>
              <a:path w="55358" h="55358">
                <a:moveTo>
                  <a:pt x="27679" y="55358"/>
                </a:moveTo>
                <a:cubicBezTo>
                  <a:pt x="35020" y="55358"/>
                  <a:pt x="42060" y="52442"/>
                  <a:pt x="47251" y="47251"/>
                </a:cubicBezTo>
                <a:cubicBezTo>
                  <a:pt x="52442" y="42060"/>
                  <a:pt x="55358" y="35020"/>
                  <a:pt x="55358" y="27679"/>
                </a:cubicBezTo>
                <a:cubicBezTo>
                  <a:pt x="55358" y="20338"/>
                  <a:pt x="52442" y="13298"/>
                  <a:pt x="47251" y="8107"/>
                </a:cubicBezTo>
                <a:cubicBezTo>
                  <a:pt x="42060" y="2916"/>
                  <a:pt x="35020" y="0"/>
                  <a:pt x="27679" y="0"/>
                </a:cubicBezTo>
                <a:cubicBezTo>
                  <a:pt x="20338" y="0"/>
                  <a:pt x="13298" y="2916"/>
                  <a:pt x="8107" y="8107"/>
                </a:cubicBezTo>
                <a:cubicBezTo>
                  <a:pt x="2916" y="13298"/>
                  <a:pt x="0" y="20338"/>
                  <a:pt x="0" y="27679"/>
                </a:cubicBezTo>
                <a:cubicBezTo>
                  <a:pt x="0" y="35020"/>
                  <a:pt x="2916" y="42060"/>
                  <a:pt x="8107" y="47251"/>
                </a:cubicBezTo>
                <a:cubicBezTo>
                  <a:pt x="13298" y="52442"/>
                  <a:pt x="20338" y="55358"/>
                  <a:pt x="27679" y="55358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317" name="Figure 5 plot object 316">
            <a:extLst>
              <a:ext uri="{FF2B5EF4-FFF2-40B4-BE49-F238E27FC236}">
                <ns2:creationId id="{D84B90D8-6357-4BBF-8581-0BFDA16F693B}"/>
              </a:ext>
            </a:extLst>
          </p:cNvPr>
          <p:cNvSpPr>
            <a:spLocks noGrp="1"/>
          </p:cNvSpPr>
          <p:nvPr/>
        </p:nvSpPr>
        <p:spPr>
          <a:xfrm>
            <a:off x="8703974" y="3907168"/>
            <a:ext cx="55358" cy="55358"/>
          </a:xfrm>
          <a:custGeom>
            <a:pathLst>
              <a:path w="55358" h="55358">
                <a:moveTo>
                  <a:pt x="27679" y="55358"/>
                </a:moveTo>
                <a:cubicBezTo>
                  <a:pt x="35020" y="55358"/>
                  <a:pt x="42060" y="52442"/>
                  <a:pt x="47251" y="47251"/>
                </a:cubicBezTo>
                <a:cubicBezTo>
                  <a:pt x="52442" y="42060"/>
                  <a:pt x="55358" y="35020"/>
                  <a:pt x="55358" y="27679"/>
                </a:cubicBezTo>
                <a:cubicBezTo>
                  <a:pt x="55358" y="20338"/>
                  <a:pt x="52442" y="13298"/>
                  <a:pt x="47251" y="8107"/>
                </a:cubicBezTo>
                <a:cubicBezTo>
                  <a:pt x="42060" y="2916"/>
                  <a:pt x="35020" y="0"/>
                  <a:pt x="27679" y="0"/>
                </a:cubicBezTo>
                <a:cubicBezTo>
                  <a:pt x="20338" y="0"/>
                  <a:pt x="13298" y="2916"/>
                  <a:pt x="8107" y="8107"/>
                </a:cubicBezTo>
                <a:cubicBezTo>
                  <a:pt x="2916" y="13298"/>
                  <a:pt x="0" y="20338"/>
                  <a:pt x="0" y="27679"/>
                </a:cubicBezTo>
                <a:cubicBezTo>
                  <a:pt x="0" y="35020"/>
                  <a:pt x="2916" y="42060"/>
                  <a:pt x="8107" y="47251"/>
                </a:cubicBezTo>
                <a:cubicBezTo>
                  <a:pt x="13298" y="52442"/>
                  <a:pt x="20338" y="55358"/>
                  <a:pt x="27679" y="55358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318" name="Figure 5 plot object 317">
            <a:extLst>
              <a:ext uri="{FF2B5EF4-FFF2-40B4-BE49-F238E27FC236}">
                <ns2:creationId id="{54310AB0-5BA8-4709-89AD-4BF97BD12B29}"/>
              </a:ext>
            </a:extLst>
          </p:cNvPr>
          <p:cNvSpPr>
            <a:spLocks noGrp="1"/>
          </p:cNvSpPr>
          <p:nvPr/>
        </p:nvSpPr>
        <p:spPr>
          <a:xfrm>
            <a:off x="11020953" y="3233314"/>
            <a:ext cx="55358" cy="55358"/>
          </a:xfrm>
          <a:custGeom>
            <a:pathLst>
              <a:path w="55358" h="55358">
                <a:moveTo>
                  <a:pt x="27679" y="55358"/>
                </a:moveTo>
                <a:cubicBezTo>
                  <a:pt x="35020" y="55358"/>
                  <a:pt x="42060" y="52442"/>
                  <a:pt x="47251" y="47251"/>
                </a:cubicBezTo>
                <a:cubicBezTo>
                  <a:pt x="52442" y="42060"/>
                  <a:pt x="55358" y="35020"/>
                  <a:pt x="55358" y="27679"/>
                </a:cubicBezTo>
                <a:cubicBezTo>
                  <a:pt x="55358" y="20338"/>
                  <a:pt x="52442" y="13298"/>
                  <a:pt x="47251" y="8107"/>
                </a:cubicBezTo>
                <a:cubicBezTo>
                  <a:pt x="42060" y="2916"/>
                  <a:pt x="35020" y="0"/>
                  <a:pt x="27679" y="0"/>
                </a:cubicBezTo>
                <a:cubicBezTo>
                  <a:pt x="20338" y="0"/>
                  <a:pt x="13298" y="2916"/>
                  <a:pt x="8107" y="8107"/>
                </a:cubicBezTo>
                <a:cubicBezTo>
                  <a:pt x="2916" y="13298"/>
                  <a:pt x="0" y="20338"/>
                  <a:pt x="0" y="27679"/>
                </a:cubicBezTo>
                <a:cubicBezTo>
                  <a:pt x="0" y="35020"/>
                  <a:pt x="2916" y="42060"/>
                  <a:pt x="8107" y="47251"/>
                </a:cubicBezTo>
                <a:cubicBezTo>
                  <a:pt x="13298" y="52442"/>
                  <a:pt x="20338" y="55358"/>
                  <a:pt x="27679" y="55358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319" name="Figure 5 plot object 318">
            <a:extLst>
              <a:ext uri="{FF2B5EF4-FFF2-40B4-BE49-F238E27FC236}">
                <ns2:creationId id="{F4CEC9C4-B214-491F-8454-8C2B73C9DAB1}"/>
              </a:ext>
            </a:extLst>
          </p:cNvPr>
          <p:cNvSpPr>
            <a:spLocks noGrp="1"/>
          </p:cNvSpPr>
          <p:nvPr/>
        </p:nvSpPr>
        <p:spPr>
          <a:xfrm>
            <a:off x="11098835" y="3703693"/>
            <a:ext cx="55358" cy="55358"/>
          </a:xfrm>
          <a:custGeom>
            <a:pathLst>
              <a:path w="55358" h="55358">
                <a:moveTo>
                  <a:pt x="27679" y="55358"/>
                </a:moveTo>
                <a:cubicBezTo>
                  <a:pt x="35020" y="55358"/>
                  <a:pt x="42060" y="52442"/>
                  <a:pt x="47251" y="47251"/>
                </a:cubicBezTo>
                <a:cubicBezTo>
                  <a:pt x="52442" y="42060"/>
                  <a:pt x="55358" y="35020"/>
                  <a:pt x="55358" y="27679"/>
                </a:cubicBezTo>
                <a:cubicBezTo>
                  <a:pt x="55358" y="20338"/>
                  <a:pt x="52442" y="13298"/>
                  <a:pt x="47251" y="8107"/>
                </a:cubicBezTo>
                <a:cubicBezTo>
                  <a:pt x="42060" y="2916"/>
                  <a:pt x="35020" y="0"/>
                  <a:pt x="27679" y="0"/>
                </a:cubicBezTo>
                <a:cubicBezTo>
                  <a:pt x="20338" y="0"/>
                  <a:pt x="13298" y="2916"/>
                  <a:pt x="8107" y="8107"/>
                </a:cubicBezTo>
                <a:cubicBezTo>
                  <a:pt x="2916" y="13298"/>
                  <a:pt x="0" y="20338"/>
                  <a:pt x="0" y="27679"/>
                </a:cubicBezTo>
                <a:cubicBezTo>
                  <a:pt x="0" y="35020"/>
                  <a:pt x="2916" y="42060"/>
                  <a:pt x="8107" y="47251"/>
                </a:cubicBezTo>
                <a:cubicBezTo>
                  <a:pt x="13298" y="52442"/>
                  <a:pt x="20338" y="55358"/>
                  <a:pt x="27679" y="55358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320" name="Figure 5 plot object 319">
            <a:extLst>
              <a:ext uri="{FF2B5EF4-FFF2-40B4-BE49-F238E27FC236}">
                <ns2:creationId id="{72009C4C-533E-4612-B0F0-997593F28792}"/>
              </a:ext>
            </a:extLst>
          </p:cNvPr>
          <p:cNvSpPr>
            <a:spLocks noGrp="1"/>
          </p:cNvSpPr>
          <p:nvPr/>
        </p:nvSpPr>
        <p:spPr>
          <a:xfrm>
            <a:off x="11176716" y="3783144"/>
            <a:ext cx="55358" cy="55358"/>
          </a:xfrm>
          <a:custGeom>
            <a:pathLst>
              <a:path w="55358" h="55358">
                <a:moveTo>
                  <a:pt x="27679" y="55358"/>
                </a:moveTo>
                <a:cubicBezTo>
                  <a:pt x="35020" y="55358"/>
                  <a:pt x="42060" y="52442"/>
                  <a:pt x="47251" y="47251"/>
                </a:cubicBezTo>
                <a:cubicBezTo>
                  <a:pt x="52442" y="42060"/>
                  <a:pt x="55358" y="35020"/>
                  <a:pt x="55358" y="27679"/>
                </a:cubicBezTo>
                <a:cubicBezTo>
                  <a:pt x="55358" y="20338"/>
                  <a:pt x="52442" y="13298"/>
                  <a:pt x="47251" y="8107"/>
                </a:cubicBezTo>
                <a:cubicBezTo>
                  <a:pt x="42060" y="2916"/>
                  <a:pt x="35020" y="0"/>
                  <a:pt x="27679" y="0"/>
                </a:cubicBezTo>
                <a:cubicBezTo>
                  <a:pt x="20338" y="0"/>
                  <a:pt x="13298" y="2916"/>
                  <a:pt x="8107" y="8107"/>
                </a:cubicBezTo>
                <a:cubicBezTo>
                  <a:pt x="2916" y="13298"/>
                  <a:pt x="0" y="20338"/>
                  <a:pt x="0" y="27679"/>
                </a:cubicBezTo>
                <a:cubicBezTo>
                  <a:pt x="0" y="35020"/>
                  <a:pt x="2916" y="42060"/>
                  <a:pt x="8107" y="47251"/>
                </a:cubicBezTo>
                <a:cubicBezTo>
                  <a:pt x="13298" y="52442"/>
                  <a:pt x="20338" y="55358"/>
                  <a:pt x="27679" y="55358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321" name="Figure 5 plot object 320">
            <a:extLst>
              <a:ext uri="{FF2B5EF4-FFF2-40B4-BE49-F238E27FC236}">
                <ns2:creationId id="{86DF190E-D774-4CCB-9B24-32DBCE4F2713}"/>
              </a:ext>
            </a:extLst>
          </p:cNvPr>
          <p:cNvSpPr>
            <a:spLocks noGrp="1"/>
          </p:cNvSpPr>
          <p:nvPr/>
        </p:nvSpPr>
        <p:spPr>
          <a:xfrm>
            <a:off x="11254598" y="3834074"/>
            <a:ext cx="55358" cy="55358"/>
          </a:xfrm>
          <a:custGeom>
            <a:pathLst>
              <a:path w="55358" h="55358">
                <a:moveTo>
                  <a:pt x="27679" y="55358"/>
                </a:moveTo>
                <a:cubicBezTo>
                  <a:pt x="35020" y="55358"/>
                  <a:pt x="42060" y="52442"/>
                  <a:pt x="47251" y="47251"/>
                </a:cubicBezTo>
                <a:cubicBezTo>
                  <a:pt x="52442" y="42060"/>
                  <a:pt x="55358" y="35020"/>
                  <a:pt x="55358" y="27679"/>
                </a:cubicBezTo>
                <a:cubicBezTo>
                  <a:pt x="55358" y="20338"/>
                  <a:pt x="52442" y="13298"/>
                  <a:pt x="47251" y="8107"/>
                </a:cubicBezTo>
                <a:cubicBezTo>
                  <a:pt x="42060" y="2916"/>
                  <a:pt x="35020" y="0"/>
                  <a:pt x="27679" y="0"/>
                </a:cubicBezTo>
                <a:cubicBezTo>
                  <a:pt x="20338" y="0"/>
                  <a:pt x="13298" y="2916"/>
                  <a:pt x="8107" y="8107"/>
                </a:cubicBezTo>
                <a:cubicBezTo>
                  <a:pt x="2916" y="13298"/>
                  <a:pt x="0" y="20338"/>
                  <a:pt x="0" y="27679"/>
                </a:cubicBezTo>
                <a:cubicBezTo>
                  <a:pt x="0" y="35020"/>
                  <a:pt x="2916" y="42060"/>
                  <a:pt x="8107" y="47251"/>
                </a:cubicBezTo>
                <a:cubicBezTo>
                  <a:pt x="13298" y="52442"/>
                  <a:pt x="20338" y="55358"/>
                  <a:pt x="27679" y="55358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322" name="Figure 5 plot object 321">
            <a:extLst>
              <a:ext uri="{FF2B5EF4-FFF2-40B4-BE49-F238E27FC236}">
                <ns2:creationId id="{C65495C4-3F36-407A-B356-3B5538C09237}"/>
              </a:ext>
            </a:extLst>
          </p:cNvPr>
          <p:cNvSpPr>
            <a:spLocks noGrp="1"/>
          </p:cNvSpPr>
          <p:nvPr/>
        </p:nvSpPr>
        <p:spPr>
          <a:xfrm>
            <a:off x="11332480" y="3660742"/>
            <a:ext cx="55358" cy="55358"/>
          </a:xfrm>
          <a:custGeom>
            <a:pathLst>
              <a:path w="55358" h="55358">
                <a:moveTo>
                  <a:pt x="27679" y="55358"/>
                </a:moveTo>
                <a:cubicBezTo>
                  <a:pt x="35020" y="55358"/>
                  <a:pt x="42060" y="52442"/>
                  <a:pt x="47251" y="47251"/>
                </a:cubicBezTo>
                <a:cubicBezTo>
                  <a:pt x="52442" y="42060"/>
                  <a:pt x="55358" y="35020"/>
                  <a:pt x="55358" y="27679"/>
                </a:cubicBezTo>
                <a:cubicBezTo>
                  <a:pt x="55358" y="20338"/>
                  <a:pt x="52442" y="13298"/>
                  <a:pt x="47251" y="8107"/>
                </a:cubicBezTo>
                <a:cubicBezTo>
                  <a:pt x="42060" y="2916"/>
                  <a:pt x="35020" y="0"/>
                  <a:pt x="27679" y="0"/>
                </a:cubicBezTo>
                <a:cubicBezTo>
                  <a:pt x="20338" y="0"/>
                  <a:pt x="13298" y="2916"/>
                  <a:pt x="8107" y="8107"/>
                </a:cubicBezTo>
                <a:cubicBezTo>
                  <a:pt x="2916" y="13298"/>
                  <a:pt x="0" y="20338"/>
                  <a:pt x="0" y="27679"/>
                </a:cubicBezTo>
                <a:cubicBezTo>
                  <a:pt x="0" y="35020"/>
                  <a:pt x="2916" y="42060"/>
                  <a:pt x="8107" y="47251"/>
                </a:cubicBezTo>
                <a:cubicBezTo>
                  <a:pt x="13298" y="52442"/>
                  <a:pt x="20338" y="55358"/>
                  <a:pt x="27679" y="55358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323" name="Figure 5 plot object 322">
            <a:extLst>
              <a:ext uri="{FF2B5EF4-FFF2-40B4-BE49-F238E27FC236}">
                <ns2:creationId id="{804CA075-5CC6-4869-A18D-EE5024BD8B58}"/>
              </a:ext>
            </a:extLst>
          </p:cNvPr>
          <p:cNvSpPr>
            <a:spLocks noGrp="1"/>
          </p:cNvSpPr>
          <p:nvPr/>
        </p:nvSpPr>
        <p:spPr>
          <a:xfrm>
            <a:off x="9073912" y="4182372"/>
            <a:ext cx="55358" cy="55358"/>
          </a:xfrm>
          <a:custGeom>
            <a:pathLst>
              <a:path w="55358" h="55358">
                <a:moveTo>
                  <a:pt x="27679" y="55358"/>
                </a:moveTo>
                <a:cubicBezTo>
                  <a:pt x="35020" y="55358"/>
                  <a:pt x="42060" y="52442"/>
                  <a:pt x="47251" y="47251"/>
                </a:cubicBezTo>
                <a:cubicBezTo>
                  <a:pt x="52442" y="42060"/>
                  <a:pt x="55358" y="35020"/>
                  <a:pt x="55358" y="27679"/>
                </a:cubicBezTo>
                <a:cubicBezTo>
                  <a:pt x="55358" y="20338"/>
                  <a:pt x="52442" y="13298"/>
                  <a:pt x="47251" y="8107"/>
                </a:cubicBezTo>
                <a:cubicBezTo>
                  <a:pt x="42060" y="2916"/>
                  <a:pt x="35020" y="0"/>
                  <a:pt x="27679" y="0"/>
                </a:cubicBezTo>
                <a:cubicBezTo>
                  <a:pt x="20338" y="0"/>
                  <a:pt x="13298" y="2916"/>
                  <a:pt x="8107" y="8107"/>
                </a:cubicBezTo>
                <a:cubicBezTo>
                  <a:pt x="2916" y="13298"/>
                  <a:pt x="0" y="20338"/>
                  <a:pt x="0" y="27679"/>
                </a:cubicBezTo>
                <a:cubicBezTo>
                  <a:pt x="0" y="35020"/>
                  <a:pt x="2916" y="42060"/>
                  <a:pt x="8107" y="47251"/>
                </a:cubicBezTo>
                <a:cubicBezTo>
                  <a:pt x="13298" y="52442"/>
                  <a:pt x="20338" y="55358"/>
                  <a:pt x="27679" y="55358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277F8A"/>
            </a:solidFill>
            <a:prstDash val="solid"/>
          </a:ln>
        </p:spPr>
      </p:sp>
      <p:sp>
        <p:nvSpPr>
          <p:cNvPr id="324" name="Figure 5 plot object 323">
            <a:extLst>
              <a:ext uri="{FF2B5EF4-FFF2-40B4-BE49-F238E27FC236}">
                <ns2:creationId id="{3D5F4089-F778-4411-8EB6-D58F06B858FE}"/>
              </a:ext>
            </a:extLst>
          </p:cNvPr>
          <p:cNvSpPr>
            <a:spLocks noGrp="1"/>
          </p:cNvSpPr>
          <p:nvPr/>
        </p:nvSpPr>
        <p:spPr>
          <a:xfrm>
            <a:off x="9151793" y="4160369"/>
            <a:ext cx="55358" cy="55358"/>
          </a:xfrm>
          <a:custGeom>
            <a:pathLst>
              <a:path w="55358" h="55358">
                <a:moveTo>
                  <a:pt x="27679" y="55358"/>
                </a:moveTo>
                <a:cubicBezTo>
                  <a:pt x="35020" y="55358"/>
                  <a:pt x="42060" y="52442"/>
                  <a:pt x="47251" y="47251"/>
                </a:cubicBezTo>
                <a:cubicBezTo>
                  <a:pt x="52442" y="42060"/>
                  <a:pt x="55358" y="35020"/>
                  <a:pt x="55358" y="27679"/>
                </a:cubicBezTo>
                <a:cubicBezTo>
                  <a:pt x="55358" y="20338"/>
                  <a:pt x="52442" y="13298"/>
                  <a:pt x="47251" y="8107"/>
                </a:cubicBezTo>
                <a:cubicBezTo>
                  <a:pt x="42060" y="2916"/>
                  <a:pt x="35020" y="0"/>
                  <a:pt x="27679" y="0"/>
                </a:cubicBezTo>
                <a:cubicBezTo>
                  <a:pt x="20338" y="0"/>
                  <a:pt x="13298" y="2916"/>
                  <a:pt x="8107" y="8107"/>
                </a:cubicBezTo>
                <a:cubicBezTo>
                  <a:pt x="2916" y="13298"/>
                  <a:pt x="0" y="20338"/>
                  <a:pt x="0" y="27679"/>
                </a:cubicBezTo>
                <a:cubicBezTo>
                  <a:pt x="0" y="35020"/>
                  <a:pt x="2916" y="42060"/>
                  <a:pt x="8107" y="47251"/>
                </a:cubicBezTo>
                <a:cubicBezTo>
                  <a:pt x="13298" y="52442"/>
                  <a:pt x="20338" y="55358"/>
                  <a:pt x="27679" y="55358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277F8A"/>
            </a:solidFill>
            <a:prstDash val="solid"/>
          </a:ln>
        </p:spPr>
      </p:sp>
      <p:sp>
        <p:nvSpPr>
          <p:cNvPr id="325" name="Figure 5 plot object 324">
            <a:extLst>
              <a:ext uri="{FF2B5EF4-FFF2-40B4-BE49-F238E27FC236}">
                <ns2:creationId id="{B41F9839-2396-4F19-9FDD-A74605590A2E}"/>
              </a:ext>
            </a:extLst>
          </p:cNvPr>
          <p:cNvSpPr>
            <a:spLocks noGrp="1"/>
          </p:cNvSpPr>
          <p:nvPr/>
        </p:nvSpPr>
        <p:spPr>
          <a:xfrm>
            <a:off x="9229675" y="4235166"/>
            <a:ext cx="55358" cy="55358"/>
          </a:xfrm>
          <a:custGeom>
            <a:pathLst>
              <a:path w="55358" h="55358">
                <a:moveTo>
                  <a:pt x="27679" y="55358"/>
                </a:moveTo>
                <a:cubicBezTo>
                  <a:pt x="35020" y="55358"/>
                  <a:pt x="42060" y="52442"/>
                  <a:pt x="47251" y="47251"/>
                </a:cubicBezTo>
                <a:cubicBezTo>
                  <a:pt x="52442" y="42060"/>
                  <a:pt x="55358" y="35020"/>
                  <a:pt x="55358" y="27679"/>
                </a:cubicBezTo>
                <a:cubicBezTo>
                  <a:pt x="55358" y="20338"/>
                  <a:pt x="52442" y="13298"/>
                  <a:pt x="47251" y="8107"/>
                </a:cubicBezTo>
                <a:cubicBezTo>
                  <a:pt x="42060" y="2916"/>
                  <a:pt x="35020" y="0"/>
                  <a:pt x="27679" y="0"/>
                </a:cubicBezTo>
                <a:cubicBezTo>
                  <a:pt x="20338" y="0"/>
                  <a:pt x="13298" y="2916"/>
                  <a:pt x="8107" y="8107"/>
                </a:cubicBezTo>
                <a:cubicBezTo>
                  <a:pt x="2916" y="13298"/>
                  <a:pt x="0" y="20338"/>
                  <a:pt x="0" y="27679"/>
                </a:cubicBezTo>
                <a:cubicBezTo>
                  <a:pt x="0" y="35020"/>
                  <a:pt x="2916" y="42060"/>
                  <a:pt x="8107" y="47251"/>
                </a:cubicBezTo>
                <a:cubicBezTo>
                  <a:pt x="13298" y="52442"/>
                  <a:pt x="20338" y="55358"/>
                  <a:pt x="27679" y="55358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277F8A"/>
            </a:solidFill>
            <a:prstDash val="solid"/>
          </a:ln>
        </p:spPr>
      </p:sp>
      <p:sp>
        <p:nvSpPr>
          <p:cNvPr id="326" name="Figure 5 plot object 325">
            <a:extLst>
              <a:ext uri="{FF2B5EF4-FFF2-40B4-BE49-F238E27FC236}">
                <ns2:creationId id="{FA6D8601-2622-4C03-8BF6-C6A2B8462D94}"/>
              </a:ext>
            </a:extLst>
          </p:cNvPr>
          <p:cNvSpPr>
            <a:spLocks noGrp="1"/>
          </p:cNvSpPr>
          <p:nvPr/>
        </p:nvSpPr>
        <p:spPr>
          <a:xfrm>
            <a:off x="9307557" y="4219734"/>
            <a:ext cx="55358" cy="55358"/>
          </a:xfrm>
          <a:custGeom>
            <a:pathLst>
              <a:path w="55358" h="55358">
                <a:moveTo>
                  <a:pt x="27679" y="55358"/>
                </a:moveTo>
                <a:cubicBezTo>
                  <a:pt x="35020" y="55358"/>
                  <a:pt x="42060" y="52442"/>
                  <a:pt x="47251" y="47251"/>
                </a:cubicBezTo>
                <a:cubicBezTo>
                  <a:pt x="52442" y="42060"/>
                  <a:pt x="55358" y="35020"/>
                  <a:pt x="55358" y="27679"/>
                </a:cubicBezTo>
                <a:cubicBezTo>
                  <a:pt x="55358" y="20338"/>
                  <a:pt x="52442" y="13298"/>
                  <a:pt x="47251" y="8107"/>
                </a:cubicBezTo>
                <a:cubicBezTo>
                  <a:pt x="42060" y="2916"/>
                  <a:pt x="35020" y="0"/>
                  <a:pt x="27679" y="0"/>
                </a:cubicBezTo>
                <a:cubicBezTo>
                  <a:pt x="20338" y="0"/>
                  <a:pt x="13298" y="2916"/>
                  <a:pt x="8107" y="8107"/>
                </a:cubicBezTo>
                <a:cubicBezTo>
                  <a:pt x="2916" y="13298"/>
                  <a:pt x="0" y="20338"/>
                  <a:pt x="0" y="27679"/>
                </a:cubicBezTo>
                <a:cubicBezTo>
                  <a:pt x="0" y="35020"/>
                  <a:pt x="2916" y="42060"/>
                  <a:pt x="8107" y="47251"/>
                </a:cubicBezTo>
                <a:cubicBezTo>
                  <a:pt x="13298" y="52442"/>
                  <a:pt x="20338" y="55358"/>
                  <a:pt x="27679" y="55358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277F8A"/>
            </a:solidFill>
            <a:prstDash val="solid"/>
          </a:ln>
        </p:spPr>
      </p:sp>
      <p:sp>
        <p:nvSpPr>
          <p:cNvPr id="327" name="Figure 5 plot object 326">
            <a:extLst>
              <a:ext uri="{FF2B5EF4-FFF2-40B4-BE49-F238E27FC236}">
                <ns2:creationId id="{034BC40F-FF8C-4F63-8388-59A9DF2DB309}"/>
              </a:ext>
            </a:extLst>
          </p:cNvPr>
          <p:cNvSpPr>
            <a:spLocks noGrp="1"/>
          </p:cNvSpPr>
          <p:nvPr/>
        </p:nvSpPr>
        <p:spPr>
          <a:xfrm>
            <a:off x="9385438" y="4305821"/>
            <a:ext cx="55358" cy="55358"/>
          </a:xfrm>
          <a:custGeom>
            <a:pathLst>
              <a:path w="55358" h="55358">
                <a:moveTo>
                  <a:pt x="27679" y="55358"/>
                </a:moveTo>
                <a:cubicBezTo>
                  <a:pt x="35020" y="55358"/>
                  <a:pt x="42060" y="52442"/>
                  <a:pt x="47251" y="47251"/>
                </a:cubicBezTo>
                <a:cubicBezTo>
                  <a:pt x="52442" y="42060"/>
                  <a:pt x="55358" y="35020"/>
                  <a:pt x="55358" y="27679"/>
                </a:cubicBezTo>
                <a:cubicBezTo>
                  <a:pt x="55358" y="20338"/>
                  <a:pt x="52442" y="13298"/>
                  <a:pt x="47251" y="8107"/>
                </a:cubicBezTo>
                <a:cubicBezTo>
                  <a:pt x="42060" y="2916"/>
                  <a:pt x="35020" y="0"/>
                  <a:pt x="27679" y="0"/>
                </a:cubicBezTo>
                <a:cubicBezTo>
                  <a:pt x="20338" y="0"/>
                  <a:pt x="13298" y="2916"/>
                  <a:pt x="8107" y="8107"/>
                </a:cubicBezTo>
                <a:cubicBezTo>
                  <a:pt x="2916" y="13298"/>
                  <a:pt x="0" y="20338"/>
                  <a:pt x="0" y="27679"/>
                </a:cubicBezTo>
                <a:cubicBezTo>
                  <a:pt x="0" y="35020"/>
                  <a:pt x="2916" y="42060"/>
                  <a:pt x="8107" y="47251"/>
                </a:cubicBezTo>
                <a:cubicBezTo>
                  <a:pt x="13298" y="52442"/>
                  <a:pt x="20338" y="55358"/>
                  <a:pt x="27679" y="55358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277F8A"/>
            </a:solidFill>
            <a:prstDash val="solid"/>
          </a:ln>
        </p:spPr>
      </p:sp>
      <p:sp>
        <p:nvSpPr>
          <p:cNvPr id="328" name="Figure 5 plot object 327">
            <a:extLst>
              <a:ext uri="{FF2B5EF4-FFF2-40B4-BE49-F238E27FC236}">
                <ns2:creationId id="{50A04C93-E6C7-4897-AE76-3AF933EB66BF}"/>
              </a:ext>
            </a:extLst>
          </p:cNvPr>
          <p:cNvSpPr>
            <a:spLocks noGrp="1"/>
          </p:cNvSpPr>
          <p:nvPr/>
        </p:nvSpPr>
        <p:spPr>
          <a:xfrm>
            <a:off x="11702418" y="2507819"/>
            <a:ext cx="55358" cy="55358"/>
          </a:xfrm>
          <a:custGeom>
            <a:pathLst>
              <a:path w="55358" h="55358">
                <a:moveTo>
                  <a:pt x="27679" y="55358"/>
                </a:moveTo>
                <a:cubicBezTo>
                  <a:pt x="35020" y="55358"/>
                  <a:pt x="42060" y="52442"/>
                  <a:pt x="47251" y="47251"/>
                </a:cubicBezTo>
                <a:cubicBezTo>
                  <a:pt x="52442" y="42060"/>
                  <a:pt x="55358" y="35020"/>
                  <a:pt x="55358" y="27679"/>
                </a:cubicBezTo>
                <a:cubicBezTo>
                  <a:pt x="55358" y="20338"/>
                  <a:pt x="52442" y="13298"/>
                  <a:pt x="47251" y="8107"/>
                </a:cubicBezTo>
                <a:cubicBezTo>
                  <a:pt x="42060" y="2916"/>
                  <a:pt x="35020" y="0"/>
                  <a:pt x="27679" y="0"/>
                </a:cubicBezTo>
                <a:cubicBezTo>
                  <a:pt x="20338" y="0"/>
                  <a:pt x="13298" y="2916"/>
                  <a:pt x="8107" y="8107"/>
                </a:cubicBezTo>
                <a:cubicBezTo>
                  <a:pt x="2916" y="13298"/>
                  <a:pt x="0" y="20338"/>
                  <a:pt x="0" y="27679"/>
                </a:cubicBezTo>
                <a:cubicBezTo>
                  <a:pt x="0" y="35020"/>
                  <a:pt x="2916" y="42060"/>
                  <a:pt x="8107" y="47251"/>
                </a:cubicBezTo>
                <a:cubicBezTo>
                  <a:pt x="13298" y="52442"/>
                  <a:pt x="20338" y="55358"/>
                  <a:pt x="27679" y="55358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277F8A"/>
            </a:solidFill>
            <a:prstDash val="solid"/>
          </a:ln>
        </p:spPr>
      </p:sp>
      <p:sp>
        <p:nvSpPr>
          <p:cNvPr id="329" name="Figure 5 plot object 328">
            <a:extLst>
              <a:ext uri="{FF2B5EF4-FFF2-40B4-BE49-F238E27FC236}">
                <ns2:creationId id="{05EAC088-EBE8-4B65-9F42-1FB00CB7ED38}"/>
              </a:ext>
            </a:extLst>
          </p:cNvPr>
          <p:cNvSpPr>
            <a:spLocks noGrp="1"/>
          </p:cNvSpPr>
          <p:nvPr/>
        </p:nvSpPr>
        <p:spPr>
          <a:xfrm>
            <a:off x="11780299" y="2524790"/>
            <a:ext cx="55358" cy="55358"/>
          </a:xfrm>
          <a:custGeom>
            <a:pathLst>
              <a:path w="55358" h="55358">
                <a:moveTo>
                  <a:pt x="27679" y="55358"/>
                </a:moveTo>
                <a:cubicBezTo>
                  <a:pt x="35020" y="55358"/>
                  <a:pt x="42060" y="52442"/>
                  <a:pt x="47251" y="47251"/>
                </a:cubicBezTo>
                <a:cubicBezTo>
                  <a:pt x="52442" y="42060"/>
                  <a:pt x="55358" y="35020"/>
                  <a:pt x="55358" y="27679"/>
                </a:cubicBezTo>
                <a:cubicBezTo>
                  <a:pt x="55358" y="20338"/>
                  <a:pt x="52442" y="13298"/>
                  <a:pt x="47251" y="8107"/>
                </a:cubicBezTo>
                <a:cubicBezTo>
                  <a:pt x="42060" y="2916"/>
                  <a:pt x="35020" y="0"/>
                  <a:pt x="27679" y="0"/>
                </a:cubicBezTo>
                <a:cubicBezTo>
                  <a:pt x="20338" y="0"/>
                  <a:pt x="13298" y="2916"/>
                  <a:pt x="8107" y="8107"/>
                </a:cubicBezTo>
                <a:cubicBezTo>
                  <a:pt x="2916" y="13298"/>
                  <a:pt x="0" y="20338"/>
                  <a:pt x="0" y="27679"/>
                </a:cubicBezTo>
                <a:cubicBezTo>
                  <a:pt x="0" y="35020"/>
                  <a:pt x="2916" y="42060"/>
                  <a:pt x="8107" y="47251"/>
                </a:cubicBezTo>
                <a:cubicBezTo>
                  <a:pt x="13298" y="52442"/>
                  <a:pt x="20338" y="55358"/>
                  <a:pt x="27679" y="55358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277F8A"/>
            </a:solidFill>
            <a:prstDash val="solid"/>
          </a:ln>
        </p:spPr>
      </p:sp>
      <p:sp>
        <p:nvSpPr>
          <p:cNvPr id="330" name="Figure 5 plot object 329">
            <a:extLst>
              <a:ext uri="{FF2B5EF4-FFF2-40B4-BE49-F238E27FC236}">
                <ns2:creationId id="{195B8CDE-A204-40AF-BE90-7B6AA59CE69C}"/>
              </a:ext>
            </a:extLst>
          </p:cNvPr>
          <p:cNvSpPr>
            <a:spLocks noGrp="1"/>
          </p:cNvSpPr>
          <p:nvPr/>
        </p:nvSpPr>
        <p:spPr>
          <a:xfrm>
            <a:off x="11858181" y="2617057"/>
            <a:ext cx="55358" cy="55358"/>
          </a:xfrm>
          <a:custGeom>
            <a:pathLst>
              <a:path w="55358" h="55358">
                <a:moveTo>
                  <a:pt x="27679" y="55358"/>
                </a:moveTo>
                <a:cubicBezTo>
                  <a:pt x="35020" y="55358"/>
                  <a:pt x="42060" y="52442"/>
                  <a:pt x="47251" y="47251"/>
                </a:cubicBezTo>
                <a:cubicBezTo>
                  <a:pt x="52442" y="42060"/>
                  <a:pt x="55358" y="35020"/>
                  <a:pt x="55358" y="27679"/>
                </a:cubicBezTo>
                <a:cubicBezTo>
                  <a:pt x="55358" y="20338"/>
                  <a:pt x="52442" y="13298"/>
                  <a:pt x="47251" y="8107"/>
                </a:cubicBezTo>
                <a:cubicBezTo>
                  <a:pt x="42060" y="2916"/>
                  <a:pt x="35020" y="0"/>
                  <a:pt x="27679" y="0"/>
                </a:cubicBezTo>
                <a:cubicBezTo>
                  <a:pt x="20338" y="0"/>
                  <a:pt x="13298" y="2916"/>
                  <a:pt x="8107" y="8107"/>
                </a:cubicBezTo>
                <a:cubicBezTo>
                  <a:pt x="2916" y="13298"/>
                  <a:pt x="0" y="20338"/>
                  <a:pt x="0" y="27679"/>
                </a:cubicBezTo>
                <a:cubicBezTo>
                  <a:pt x="0" y="35020"/>
                  <a:pt x="2916" y="42060"/>
                  <a:pt x="8107" y="47251"/>
                </a:cubicBezTo>
                <a:cubicBezTo>
                  <a:pt x="13298" y="52442"/>
                  <a:pt x="20338" y="55358"/>
                  <a:pt x="27679" y="55358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277F8A"/>
            </a:solidFill>
            <a:prstDash val="solid"/>
          </a:ln>
        </p:spPr>
      </p:sp>
      <p:sp>
        <p:nvSpPr>
          <p:cNvPr id="331" name="Figure 5 plot object 330">
            <a:extLst>
              <a:ext uri="{FF2B5EF4-FFF2-40B4-BE49-F238E27FC236}">
                <ns2:creationId id="{3DB2A99F-80C0-43E6-8D9C-DA993955F6B5}"/>
              </a:ext>
            </a:extLst>
          </p:cNvPr>
          <p:cNvSpPr>
            <a:spLocks noGrp="1"/>
          </p:cNvSpPr>
          <p:nvPr/>
        </p:nvSpPr>
        <p:spPr>
          <a:xfrm>
            <a:off x="11936063" y="2643267"/>
            <a:ext cx="55358" cy="55358"/>
          </a:xfrm>
          <a:custGeom>
            <a:pathLst>
              <a:path w="55358" h="55358">
                <a:moveTo>
                  <a:pt x="27679" y="55358"/>
                </a:moveTo>
                <a:cubicBezTo>
                  <a:pt x="35020" y="55358"/>
                  <a:pt x="42060" y="52442"/>
                  <a:pt x="47251" y="47251"/>
                </a:cubicBezTo>
                <a:cubicBezTo>
                  <a:pt x="52442" y="42060"/>
                  <a:pt x="55358" y="35020"/>
                  <a:pt x="55358" y="27679"/>
                </a:cubicBezTo>
                <a:cubicBezTo>
                  <a:pt x="55358" y="20338"/>
                  <a:pt x="52442" y="13298"/>
                  <a:pt x="47251" y="8107"/>
                </a:cubicBezTo>
                <a:cubicBezTo>
                  <a:pt x="42060" y="2916"/>
                  <a:pt x="35020" y="0"/>
                  <a:pt x="27679" y="0"/>
                </a:cubicBezTo>
                <a:cubicBezTo>
                  <a:pt x="20338" y="0"/>
                  <a:pt x="13298" y="2916"/>
                  <a:pt x="8107" y="8107"/>
                </a:cubicBezTo>
                <a:cubicBezTo>
                  <a:pt x="2916" y="13298"/>
                  <a:pt x="0" y="20338"/>
                  <a:pt x="0" y="27679"/>
                </a:cubicBezTo>
                <a:cubicBezTo>
                  <a:pt x="0" y="35020"/>
                  <a:pt x="2916" y="42060"/>
                  <a:pt x="8107" y="47251"/>
                </a:cubicBezTo>
                <a:cubicBezTo>
                  <a:pt x="13298" y="52442"/>
                  <a:pt x="20338" y="55358"/>
                  <a:pt x="27679" y="55358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277F8A"/>
            </a:solidFill>
            <a:prstDash val="solid"/>
          </a:ln>
        </p:spPr>
      </p:sp>
      <p:sp>
        <p:nvSpPr>
          <p:cNvPr id="332" name="Figure 5 plot object 331">
            <a:extLst>
              <a:ext uri="{FF2B5EF4-FFF2-40B4-BE49-F238E27FC236}">
                <ns2:creationId id="{E69179F8-2E28-4917-8408-30DF7B7A38B6}"/>
              </a:ext>
            </a:extLst>
          </p:cNvPr>
          <p:cNvSpPr>
            <a:spLocks noGrp="1"/>
          </p:cNvSpPr>
          <p:nvPr/>
        </p:nvSpPr>
        <p:spPr>
          <a:xfrm>
            <a:off x="12013944" y="2681510"/>
            <a:ext cx="55358" cy="55358"/>
          </a:xfrm>
          <a:custGeom>
            <a:pathLst>
              <a:path w="55358" h="55358">
                <a:moveTo>
                  <a:pt x="27679" y="55358"/>
                </a:moveTo>
                <a:cubicBezTo>
                  <a:pt x="35020" y="55358"/>
                  <a:pt x="42060" y="52442"/>
                  <a:pt x="47251" y="47251"/>
                </a:cubicBezTo>
                <a:cubicBezTo>
                  <a:pt x="52442" y="42060"/>
                  <a:pt x="55358" y="35020"/>
                  <a:pt x="55358" y="27679"/>
                </a:cubicBezTo>
                <a:cubicBezTo>
                  <a:pt x="55358" y="20338"/>
                  <a:pt x="52442" y="13298"/>
                  <a:pt x="47251" y="8107"/>
                </a:cubicBezTo>
                <a:cubicBezTo>
                  <a:pt x="42060" y="2916"/>
                  <a:pt x="35020" y="0"/>
                  <a:pt x="27679" y="0"/>
                </a:cubicBezTo>
                <a:cubicBezTo>
                  <a:pt x="20338" y="0"/>
                  <a:pt x="13298" y="2916"/>
                  <a:pt x="8107" y="8107"/>
                </a:cubicBezTo>
                <a:cubicBezTo>
                  <a:pt x="2916" y="13298"/>
                  <a:pt x="0" y="20338"/>
                  <a:pt x="0" y="27679"/>
                </a:cubicBezTo>
                <a:cubicBezTo>
                  <a:pt x="0" y="35020"/>
                  <a:pt x="2916" y="42060"/>
                  <a:pt x="8107" y="47251"/>
                </a:cubicBezTo>
                <a:cubicBezTo>
                  <a:pt x="13298" y="52442"/>
                  <a:pt x="20338" y="55358"/>
                  <a:pt x="27679" y="55358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277F8A"/>
            </a:solidFill>
            <a:prstDash val="solid"/>
          </a:ln>
        </p:spPr>
      </p:sp>
      <p:sp>
        <p:nvSpPr>
          <p:cNvPr id="333" name="Figure 5 plot object 332">
            <a:extLst>
              <a:ext uri="{FF2B5EF4-FFF2-40B4-BE49-F238E27FC236}">
                <ns2:creationId id="{E10C5FA6-4910-423C-8E0D-2B76F129CAF3}"/>
              </a:ext>
            </a:extLst>
          </p:cNvPr>
          <p:cNvSpPr>
            <a:spLocks noGrp="1"/>
          </p:cNvSpPr>
          <p:nvPr/>
        </p:nvSpPr>
        <p:spPr>
          <a:xfrm>
            <a:off x="9755376" y="4134085"/>
            <a:ext cx="55358" cy="55358"/>
          </a:xfrm>
          <a:custGeom>
            <a:pathLst>
              <a:path w="55358" h="55358">
                <a:moveTo>
                  <a:pt x="27679" y="55358"/>
                </a:moveTo>
                <a:cubicBezTo>
                  <a:pt x="35020" y="55358"/>
                  <a:pt x="42060" y="52442"/>
                  <a:pt x="47251" y="47251"/>
                </a:cubicBezTo>
                <a:cubicBezTo>
                  <a:pt x="52442" y="42060"/>
                  <a:pt x="55358" y="35020"/>
                  <a:pt x="55358" y="27679"/>
                </a:cubicBezTo>
                <a:cubicBezTo>
                  <a:pt x="55358" y="20338"/>
                  <a:pt x="52442" y="13298"/>
                  <a:pt x="47251" y="8107"/>
                </a:cubicBezTo>
                <a:cubicBezTo>
                  <a:pt x="42060" y="2916"/>
                  <a:pt x="35020" y="0"/>
                  <a:pt x="27679" y="0"/>
                </a:cubicBezTo>
                <a:cubicBezTo>
                  <a:pt x="20338" y="0"/>
                  <a:pt x="13298" y="2916"/>
                  <a:pt x="8107" y="8107"/>
                </a:cubicBezTo>
                <a:cubicBezTo>
                  <a:pt x="2916" y="13298"/>
                  <a:pt x="0" y="20338"/>
                  <a:pt x="0" y="27679"/>
                </a:cubicBezTo>
                <a:cubicBezTo>
                  <a:pt x="0" y="35020"/>
                  <a:pt x="2916" y="42060"/>
                  <a:pt x="8107" y="47251"/>
                </a:cubicBezTo>
                <a:cubicBezTo>
                  <a:pt x="13298" y="52442"/>
                  <a:pt x="20338" y="55358"/>
                  <a:pt x="27679" y="55358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BC7850"/>
            </a:solidFill>
            <a:prstDash val="solid"/>
          </a:ln>
        </p:spPr>
      </p:sp>
      <p:sp>
        <p:nvSpPr>
          <p:cNvPr id="334" name="Figure 5 plot object 333">
            <a:extLst>
              <a:ext uri="{FF2B5EF4-FFF2-40B4-BE49-F238E27FC236}">
                <ns2:creationId id="{054E7B52-30B1-42E1-BFBA-E920AA10034B}"/>
              </a:ext>
            </a:extLst>
          </p:cNvPr>
          <p:cNvSpPr>
            <a:spLocks noGrp="1"/>
          </p:cNvSpPr>
          <p:nvPr/>
        </p:nvSpPr>
        <p:spPr>
          <a:xfrm>
            <a:off x="9833258" y="4087666"/>
            <a:ext cx="55358" cy="55358"/>
          </a:xfrm>
          <a:custGeom>
            <a:pathLst>
              <a:path w="55358" h="55358">
                <a:moveTo>
                  <a:pt x="27679" y="55358"/>
                </a:moveTo>
                <a:cubicBezTo>
                  <a:pt x="35020" y="55358"/>
                  <a:pt x="42060" y="52442"/>
                  <a:pt x="47251" y="47251"/>
                </a:cubicBezTo>
                <a:cubicBezTo>
                  <a:pt x="52442" y="42060"/>
                  <a:pt x="55358" y="35020"/>
                  <a:pt x="55358" y="27679"/>
                </a:cubicBezTo>
                <a:cubicBezTo>
                  <a:pt x="55358" y="20338"/>
                  <a:pt x="52442" y="13298"/>
                  <a:pt x="47251" y="8107"/>
                </a:cubicBezTo>
                <a:cubicBezTo>
                  <a:pt x="42060" y="2916"/>
                  <a:pt x="35020" y="0"/>
                  <a:pt x="27679" y="0"/>
                </a:cubicBezTo>
                <a:cubicBezTo>
                  <a:pt x="20338" y="0"/>
                  <a:pt x="13298" y="2916"/>
                  <a:pt x="8107" y="8107"/>
                </a:cubicBezTo>
                <a:cubicBezTo>
                  <a:pt x="2916" y="13298"/>
                  <a:pt x="0" y="20338"/>
                  <a:pt x="0" y="27679"/>
                </a:cubicBezTo>
                <a:cubicBezTo>
                  <a:pt x="0" y="35020"/>
                  <a:pt x="2916" y="42060"/>
                  <a:pt x="8107" y="47251"/>
                </a:cubicBezTo>
                <a:cubicBezTo>
                  <a:pt x="13298" y="52442"/>
                  <a:pt x="20338" y="55358"/>
                  <a:pt x="27679" y="55358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BC7850"/>
            </a:solidFill>
            <a:prstDash val="solid"/>
          </a:ln>
        </p:spPr>
      </p:sp>
      <p:sp>
        <p:nvSpPr>
          <p:cNvPr id="335" name="Figure 5 plot object 334">
            <a:extLst>
              <a:ext uri="{FF2B5EF4-FFF2-40B4-BE49-F238E27FC236}">
                <ns2:creationId id="{7BABF5ED-2736-4A59-8F50-5EBDC1DDE9A0}"/>
              </a:ext>
            </a:extLst>
          </p:cNvPr>
          <p:cNvSpPr>
            <a:spLocks noGrp="1"/>
          </p:cNvSpPr>
          <p:nvPr/>
        </p:nvSpPr>
        <p:spPr>
          <a:xfrm>
            <a:off x="9911140" y="4657605"/>
            <a:ext cx="55358" cy="55358"/>
          </a:xfrm>
          <a:custGeom>
            <a:pathLst>
              <a:path w="55358" h="55358">
                <a:moveTo>
                  <a:pt x="27679" y="55358"/>
                </a:moveTo>
                <a:cubicBezTo>
                  <a:pt x="35020" y="55358"/>
                  <a:pt x="42060" y="52442"/>
                  <a:pt x="47251" y="47251"/>
                </a:cubicBezTo>
                <a:cubicBezTo>
                  <a:pt x="52442" y="42060"/>
                  <a:pt x="55358" y="35020"/>
                  <a:pt x="55358" y="27679"/>
                </a:cubicBezTo>
                <a:cubicBezTo>
                  <a:pt x="55358" y="20338"/>
                  <a:pt x="52442" y="13298"/>
                  <a:pt x="47251" y="8107"/>
                </a:cubicBezTo>
                <a:cubicBezTo>
                  <a:pt x="42060" y="2916"/>
                  <a:pt x="35020" y="0"/>
                  <a:pt x="27679" y="0"/>
                </a:cubicBezTo>
                <a:cubicBezTo>
                  <a:pt x="20338" y="0"/>
                  <a:pt x="13298" y="2916"/>
                  <a:pt x="8107" y="8107"/>
                </a:cubicBezTo>
                <a:cubicBezTo>
                  <a:pt x="2916" y="13298"/>
                  <a:pt x="0" y="20338"/>
                  <a:pt x="0" y="27679"/>
                </a:cubicBezTo>
                <a:cubicBezTo>
                  <a:pt x="0" y="35020"/>
                  <a:pt x="2916" y="42060"/>
                  <a:pt x="8107" y="47251"/>
                </a:cubicBezTo>
                <a:cubicBezTo>
                  <a:pt x="13298" y="52442"/>
                  <a:pt x="20338" y="55358"/>
                  <a:pt x="27679" y="55358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BC7850"/>
            </a:solidFill>
            <a:prstDash val="solid"/>
          </a:ln>
        </p:spPr>
      </p:sp>
      <p:sp>
        <p:nvSpPr>
          <p:cNvPr id="336" name="Figure 5 plot object 335">
            <a:extLst>
              <a:ext uri="{FF2B5EF4-FFF2-40B4-BE49-F238E27FC236}">
                <ns2:creationId id="{87CB338E-FF49-46FC-BDCE-8B6C4A545915}"/>
              </a:ext>
            </a:extLst>
          </p:cNvPr>
          <p:cNvSpPr>
            <a:spLocks noGrp="1"/>
          </p:cNvSpPr>
          <p:nvPr/>
        </p:nvSpPr>
        <p:spPr>
          <a:xfrm>
            <a:off x="9989021" y="4244095"/>
            <a:ext cx="55358" cy="55358"/>
          </a:xfrm>
          <a:custGeom>
            <a:pathLst>
              <a:path w="55358" h="55358">
                <a:moveTo>
                  <a:pt x="27679" y="55358"/>
                </a:moveTo>
                <a:cubicBezTo>
                  <a:pt x="35020" y="55358"/>
                  <a:pt x="42060" y="52442"/>
                  <a:pt x="47251" y="47251"/>
                </a:cubicBezTo>
                <a:cubicBezTo>
                  <a:pt x="52442" y="42060"/>
                  <a:pt x="55358" y="35020"/>
                  <a:pt x="55358" y="27679"/>
                </a:cubicBezTo>
                <a:cubicBezTo>
                  <a:pt x="55358" y="20338"/>
                  <a:pt x="52442" y="13298"/>
                  <a:pt x="47251" y="8107"/>
                </a:cubicBezTo>
                <a:cubicBezTo>
                  <a:pt x="42060" y="2916"/>
                  <a:pt x="35020" y="0"/>
                  <a:pt x="27679" y="0"/>
                </a:cubicBezTo>
                <a:cubicBezTo>
                  <a:pt x="20338" y="0"/>
                  <a:pt x="13298" y="2916"/>
                  <a:pt x="8107" y="8107"/>
                </a:cubicBezTo>
                <a:cubicBezTo>
                  <a:pt x="2916" y="13298"/>
                  <a:pt x="0" y="20338"/>
                  <a:pt x="0" y="27679"/>
                </a:cubicBezTo>
                <a:cubicBezTo>
                  <a:pt x="0" y="35020"/>
                  <a:pt x="2916" y="42060"/>
                  <a:pt x="8107" y="47251"/>
                </a:cubicBezTo>
                <a:cubicBezTo>
                  <a:pt x="13298" y="52442"/>
                  <a:pt x="20338" y="55358"/>
                  <a:pt x="27679" y="55358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BC7850"/>
            </a:solidFill>
            <a:prstDash val="solid"/>
          </a:ln>
        </p:spPr>
      </p:sp>
      <p:sp>
        <p:nvSpPr>
          <p:cNvPr id="337" name="Figure 5 plot object 336">
            <a:extLst>
              <a:ext uri="{FF2B5EF4-FFF2-40B4-BE49-F238E27FC236}">
                <ns2:creationId id="{DD8E098A-B1F8-49B9-BD3A-D2255D3F0D3D}"/>
              </a:ext>
            </a:extLst>
          </p:cNvPr>
          <p:cNvSpPr>
            <a:spLocks noGrp="1"/>
          </p:cNvSpPr>
          <p:nvPr/>
        </p:nvSpPr>
        <p:spPr>
          <a:xfrm>
            <a:off x="10066903" y="4284283"/>
            <a:ext cx="55358" cy="55358"/>
          </a:xfrm>
          <a:custGeom>
            <a:pathLst>
              <a:path w="55358" h="55358">
                <a:moveTo>
                  <a:pt x="27679" y="55358"/>
                </a:moveTo>
                <a:cubicBezTo>
                  <a:pt x="35020" y="55358"/>
                  <a:pt x="42060" y="52442"/>
                  <a:pt x="47251" y="47251"/>
                </a:cubicBezTo>
                <a:cubicBezTo>
                  <a:pt x="52442" y="42060"/>
                  <a:pt x="55358" y="35020"/>
                  <a:pt x="55358" y="27679"/>
                </a:cubicBezTo>
                <a:cubicBezTo>
                  <a:pt x="55358" y="20338"/>
                  <a:pt x="52442" y="13298"/>
                  <a:pt x="47251" y="8107"/>
                </a:cubicBezTo>
                <a:cubicBezTo>
                  <a:pt x="42060" y="2916"/>
                  <a:pt x="35020" y="0"/>
                  <a:pt x="27679" y="0"/>
                </a:cubicBezTo>
                <a:cubicBezTo>
                  <a:pt x="20338" y="0"/>
                  <a:pt x="13298" y="2916"/>
                  <a:pt x="8107" y="8107"/>
                </a:cubicBezTo>
                <a:cubicBezTo>
                  <a:pt x="2916" y="13298"/>
                  <a:pt x="0" y="20338"/>
                  <a:pt x="0" y="27679"/>
                </a:cubicBezTo>
                <a:cubicBezTo>
                  <a:pt x="0" y="35020"/>
                  <a:pt x="2916" y="42060"/>
                  <a:pt x="8107" y="47251"/>
                </a:cubicBezTo>
                <a:cubicBezTo>
                  <a:pt x="13298" y="52442"/>
                  <a:pt x="20338" y="55358"/>
                  <a:pt x="27679" y="55358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BC7850"/>
            </a:solidFill>
            <a:prstDash val="solid"/>
          </a:ln>
        </p:spPr>
      </p:sp>
      <p:sp>
        <p:nvSpPr>
          <p:cNvPr id="338" name="Figure 5 plot object 337">
            <a:extLst>
              <a:ext uri="{FF2B5EF4-FFF2-40B4-BE49-F238E27FC236}">
                <ns2:creationId id="{9D77AA6B-CAE5-4D3F-91A8-6BE544792A16}"/>
              </a:ext>
            </a:extLst>
          </p:cNvPr>
          <p:cNvSpPr>
            <a:spLocks noGrp="1"/>
          </p:cNvSpPr>
          <p:nvPr/>
        </p:nvSpPr>
        <p:spPr>
          <a:xfrm>
            <a:off x="12383882" y="2507691"/>
            <a:ext cx="55358" cy="55358"/>
          </a:xfrm>
          <a:custGeom>
            <a:pathLst>
              <a:path w="55358" h="55358">
                <a:moveTo>
                  <a:pt x="27679" y="55358"/>
                </a:moveTo>
                <a:cubicBezTo>
                  <a:pt x="35020" y="55358"/>
                  <a:pt x="42060" y="52442"/>
                  <a:pt x="47251" y="47251"/>
                </a:cubicBezTo>
                <a:cubicBezTo>
                  <a:pt x="52442" y="42060"/>
                  <a:pt x="55358" y="35020"/>
                  <a:pt x="55358" y="27679"/>
                </a:cubicBezTo>
                <a:cubicBezTo>
                  <a:pt x="55358" y="20338"/>
                  <a:pt x="52442" y="13298"/>
                  <a:pt x="47251" y="8107"/>
                </a:cubicBezTo>
                <a:cubicBezTo>
                  <a:pt x="42060" y="2916"/>
                  <a:pt x="35020" y="0"/>
                  <a:pt x="27679" y="0"/>
                </a:cubicBezTo>
                <a:cubicBezTo>
                  <a:pt x="20338" y="0"/>
                  <a:pt x="13298" y="2916"/>
                  <a:pt x="8107" y="8107"/>
                </a:cubicBezTo>
                <a:cubicBezTo>
                  <a:pt x="2916" y="13298"/>
                  <a:pt x="0" y="20338"/>
                  <a:pt x="0" y="27679"/>
                </a:cubicBezTo>
                <a:cubicBezTo>
                  <a:pt x="0" y="35020"/>
                  <a:pt x="2916" y="42060"/>
                  <a:pt x="8107" y="47251"/>
                </a:cubicBezTo>
                <a:cubicBezTo>
                  <a:pt x="13298" y="52442"/>
                  <a:pt x="20338" y="55358"/>
                  <a:pt x="27679" y="55358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BC7850"/>
            </a:solidFill>
            <a:prstDash val="solid"/>
          </a:ln>
        </p:spPr>
      </p:sp>
      <p:sp>
        <p:nvSpPr>
          <p:cNvPr id="339" name="Figure 5 plot object 338">
            <a:extLst>
              <a:ext uri="{FF2B5EF4-FFF2-40B4-BE49-F238E27FC236}">
                <ns2:creationId id="{E72B3F9D-12A0-45CF-8031-C7DF79AAF21E}"/>
              </a:ext>
            </a:extLst>
          </p:cNvPr>
          <p:cNvSpPr>
            <a:spLocks noGrp="1"/>
          </p:cNvSpPr>
          <p:nvPr/>
        </p:nvSpPr>
        <p:spPr>
          <a:xfrm>
            <a:off x="12461764" y="2511056"/>
            <a:ext cx="55358" cy="55358"/>
          </a:xfrm>
          <a:custGeom>
            <a:pathLst>
              <a:path w="55358" h="55358">
                <a:moveTo>
                  <a:pt x="27679" y="55358"/>
                </a:moveTo>
                <a:cubicBezTo>
                  <a:pt x="35020" y="55358"/>
                  <a:pt x="42060" y="52442"/>
                  <a:pt x="47251" y="47251"/>
                </a:cubicBezTo>
                <a:cubicBezTo>
                  <a:pt x="52442" y="42060"/>
                  <a:pt x="55358" y="35020"/>
                  <a:pt x="55358" y="27679"/>
                </a:cubicBezTo>
                <a:cubicBezTo>
                  <a:pt x="55358" y="20338"/>
                  <a:pt x="52442" y="13298"/>
                  <a:pt x="47251" y="8107"/>
                </a:cubicBezTo>
                <a:cubicBezTo>
                  <a:pt x="42060" y="2916"/>
                  <a:pt x="35020" y="0"/>
                  <a:pt x="27679" y="0"/>
                </a:cubicBezTo>
                <a:cubicBezTo>
                  <a:pt x="20338" y="0"/>
                  <a:pt x="13298" y="2916"/>
                  <a:pt x="8107" y="8107"/>
                </a:cubicBezTo>
                <a:cubicBezTo>
                  <a:pt x="2916" y="13298"/>
                  <a:pt x="0" y="20338"/>
                  <a:pt x="0" y="27679"/>
                </a:cubicBezTo>
                <a:cubicBezTo>
                  <a:pt x="0" y="35020"/>
                  <a:pt x="2916" y="42060"/>
                  <a:pt x="8107" y="47251"/>
                </a:cubicBezTo>
                <a:cubicBezTo>
                  <a:pt x="13298" y="52442"/>
                  <a:pt x="20338" y="55358"/>
                  <a:pt x="27679" y="55358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BC7850"/>
            </a:solidFill>
            <a:prstDash val="solid"/>
          </a:ln>
        </p:spPr>
      </p:sp>
      <p:sp>
        <p:nvSpPr>
          <p:cNvPr id="340" name="Figure 5 plot object 339">
            <a:extLst>
              <a:ext uri="{FF2B5EF4-FFF2-40B4-BE49-F238E27FC236}">
                <ns2:creationId id="{A60320DB-49C8-4F09-9730-2C253AF27039}"/>
              </a:ext>
            </a:extLst>
          </p:cNvPr>
          <p:cNvSpPr>
            <a:spLocks noGrp="1"/>
          </p:cNvSpPr>
          <p:nvPr/>
        </p:nvSpPr>
        <p:spPr>
          <a:xfrm>
            <a:off x="12539645" y="2949219"/>
            <a:ext cx="55358" cy="55358"/>
          </a:xfrm>
          <a:custGeom>
            <a:pathLst>
              <a:path w="55358" h="55358">
                <a:moveTo>
                  <a:pt x="27679" y="55358"/>
                </a:moveTo>
                <a:cubicBezTo>
                  <a:pt x="35020" y="55358"/>
                  <a:pt x="42060" y="52442"/>
                  <a:pt x="47251" y="47251"/>
                </a:cubicBezTo>
                <a:cubicBezTo>
                  <a:pt x="52442" y="42060"/>
                  <a:pt x="55358" y="35020"/>
                  <a:pt x="55358" y="27679"/>
                </a:cubicBezTo>
                <a:cubicBezTo>
                  <a:pt x="55358" y="20338"/>
                  <a:pt x="52442" y="13298"/>
                  <a:pt x="47251" y="8107"/>
                </a:cubicBezTo>
                <a:cubicBezTo>
                  <a:pt x="42060" y="2916"/>
                  <a:pt x="35020" y="0"/>
                  <a:pt x="27679" y="0"/>
                </a:cubicBezTo>
                <a:cubicBezTo>
                  <a:pt x="20338" y="0"/>
                  <a:pt x="13298" y="2916"/>
                  <a:pt x="8107" y="8107"/>
                </a:cubicBezTo>
                <a:cubicBezTo>
                  <a:pt x="2916" y="13298"/>
                  <a:pt x="0" y="20338"/>
                  <a:pt x="0" y="27679"/>
                </a:cubicBezTo>
                <a:cubicBezTo>
                  <a:pt x="0" y="35020"/>
                  <a:pt x="2916" y="42060"/>
                  <a:pt x="8107" y="47251"/>
                </a:cubicBezTo>
                <a:cubicBezTo>
                  <a:pt x="13298" y="52442"/>
                  <a:pt x="20338" y="55358"/>
                  <a:pt x="27679" y="55358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BC7850"/>
            </a:solidFill>
            <a:prstDash val="solid"/>
          </a:ln>
        </p:spPr>
      </p:sp>
      <p:sp>
        <p:nvSpPr>
          <p:cNvPr id="341" name="Figure 5 plot object 340">
            <a:extLst>
              <a:ext uri="{FF2B5EF4-FFF2-40B4-BE49-F238E27FC236}">
                <ns2:creationId id="{D32B0DB3-E8EC-430C-9BFE-51F7DD9B1B15}"/>
              </a:ext>
            </a:extLst>
          </p:cNvPr>
          <p:cNvSpPr>
            <a:spLocks noGrp="1"/>
          </p:cNvSpPr>
          <p:nvPr/>
        </p:nvSpPr>
        <p:spPr>
          <a:xfrm>
            <a:off x="12617527" y="2643957"/>
            <a:ext cx="55358" cy="55358"/>
          </a:xfrm>
          <a:custGeom>
            <a:pathLst>
              <a:path w="55358" h="55358">
                <a:moveTo>
                  <a:pt x="27679" y="55358"/>
                </a:moveTo>
                <a:cubicBezTo>
                  <a:pt x="35020" y="55358"/>
                  <a:pt x="42060" y="52442"/>
                  <a:pt x="47251" y="47251"/>
                </a:cubicBezTo>
                <a:cubicBezTo>
                  <a:pt x="52442" y="42060"/>
                  <a:pt x="55358" y="35020"/>
                  <a:pt x="55358" y="27679"/>
                </a:cubicBezTo>
                <a:cubicBezTo>
                  <a:pt x="55358" y="20338"/>
                  <a:pt x="52442" y="13298"/>
                  <a:pt x="47251" y="8107"/>
                </a:cubicBezTo>
                <a:cubicBezTo>
                  <a:pt x="42060" y="2916"/>
                  <a:pt x="35020" y="0"/>
                  <a:pt x="27679" y="0"/>
                </a:cubicBezTo>
                <a:cubicBezTo>
                  <a:pt x="20338" y="0"/>
                  <a:pt x="13298" y="2916"/>
                  <a:pt x="8107" y="8107"/>
                </a:cubicBezTo>
                <a:cubicBezTo>
                  <a:pt x="2916" y="13298"/>
                  <a:pt x="0" y="20338"/>
                  <a:pt x="0" y="27679"/>
                </a:cubicBezTo>
                <a:cubicBezTo>
                  <a:pt x="0" y="35020"/>
                  <a:pt x="2916" y="42060"/>
                  <a:pt x="8107" y="47251"/>
                </a:cubicBezTo>
                <a:cubicBezTo>
                  <a:pt x="13298" y="52442"/>
                  <a:pt x="20338" y="55358"/>
                  <a:pt x="27679" y="55358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BC7850"/>
            </a:solidFill>
            <a:prstDash val="solid"/>
          </a:ln>
        </p:spPr>
      </p:sp>
      <p:sp>
        <p:nvSpPr>
          <p:cNvPr id="342" name="Figure 5 plot object 341">
            <a:extLst>
              <a:ext uri="{FF2B5EF4-FFF2-40B4-BE49-F238E27FC236}">
                <ns2:creationId id="{1CA3004E-E536-4CC0-8969-0318368A4717}"/>
              </a:ext>
            </a:extLst>
          </p:cNvPr>
          <p:cNvSpPr>
            <a:spLocks noGrp="1"/>
          </p:cNvSpPr>
          <p:nvPr/>
        </p:nvSpPr>
        <p:spPr>
          <a:xfrm>
            <a:off x="12695409" y="2688177"/>
            <a:ext cx="55358" cy="55358"/>
          </a:xfrm>
          <a:custGeom>
            <a:pathLst>
              <a:path w="55358" h="55358">
                <a:moveTo>
                  <a:pt x="27679" y="55358"/>
                </a:moveTo>
                <a:cubicBezTo>
                  <a:pt x="35020" y="55358"/>
                  <a:pt x="42060" y="52442"/>
                  <a:pt x="47251" y="47251"/>
                </a:cubicBezTo>
                <a:cubicBezTo>
                  <a:pt x="52442" y="42060"/>
                  <a:pt x="55358" y="35020"/>
                  <a:pt x="55358" y="27679"/>
                </a:cubicBezTo>
                <a:cubicBezTo>
                  <a:pt x="55358" y="20338"/>
                  <a:pt x="52442" y="13298"/>
                  <a:pt x="47251" y="8107"/>
                </a:cubicBezTo>
                <a:cubicBezTo>
                  <a:pt x="42060" y="2916"/>
                  <a:pt x="35020" y="0"/>
                  <a:pt x="27679" y="0"/>
                </a:cubicBezTo>
                <a:cubicBezTo>
                  <a:pt x="20338" y="0"/>
                  <a:pt x="13298" y="2916"/>
                  <a:pt x="8107" y="8107"/>
                </a:cubicBezTo>
                <a:cubicBezTo>
                  <a:pt x="2916" y="13298"/>
                  <a:pt x="0" y="20338"/>
                  <a:pt x="0" y="27679"/>
                </a:cubicBezTo>
                <a:cubicBezTo>
                  <a:pt x="0" y="35020"/>
                  <a:pt x="2916" y="42060"/>
                  <a:pt x="8107" y="47251"/>
                </a:cubicBezTo>
                <a:cubicBezTo>
                  <a:pt x="13298" y="52442"/>
                  <a:pt x="20338" y="55358"/>
                  <a:pt x="27679" y="55358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BC7850"/>
            </a:solidFill>
            <a:prstDash val="solid"/>
          </a:ln>
        </p:spPr>
      </p:sp>
      <p:sp>
        <p:nvSpPr>
          <p:cNvPr id="343" name="Figure 5 plot object 342">
            <a:extLst>
              <a:ext uri="{FF2B5EF4-FFF2-40B4-BE49-F238E27FC236}">
                <ns2:creationId id="{2DA670E2-363D-4322-A41A-F7057925151B}"/>
              </a:ext>
            </a:extLst>
          </p:cNvPr>
          <p:cNvSpPr>
            <a:spLocks noGrp="1"/>
          </p:cNvSpPr>
          <p:nvPr/>
        </p:nvSpPr>
        <p:spPr>
          <a:xfrm>
            <a:off x="1450467" y="6903720"/>
            <a:ext cx="11662029" cy="2472538"/>
          </a:xfrm>
          <a:custGeom>
            <a:pathLst>
              <a:path w="11662029" h="2472538">
                <a:moveTo>
                  <a:pt x="0" y="2472538"/>
                </a:moveTo>
                <a:lnTo>
                  <a:pt x="11662029" y="2472538"/>
                </a:lnTo>
                <a:lnTo>
                  <a:pt x="1166202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noFill/>
            <a:prstDash val="solid"/>
          </a:ln>
        </p:spPr>
      </p:sp>
      <p:sp>
        <p:nvSpPr>
          <p:cNvPr id="344" name="Figure 5 plot object 343">
            <a:extLst>
              <a:ext uri="{FF2B5EF4-FFF2-40B4-BE49-F238E27FC236}">
                <ns2:creationId id="{4D5D5311-9132-48E7-B299-EEE648DBCF26}"/>
              </a:ext>
            </a:extLst>
          </p:cNvPr>
          <p:cNvSpPr>
            <a:spLocks noGrp="1"/>
          </p:cNvSpPr>
          <p:nvPr/>
        </p:nvSpPr>
        <p:spPr>
          <a:xfrm>
            <a:off x="1450467" y="9113494"/>
            <a:ext cx="11662029" cy="106711"/>
          </a:xfrm>
          <a:custGeom>
            <a:pathLst>
              <a:path w="11662029" h="106711">
                <a:moveTo>
                  <a:pt x="0" y="106711"/>
                </a:moveTo>
                <a:lnTo>
                  <a:pt x="11662029" y="106711"/>
                </a:lnTo>
                <a:lnTo>
                  <a:pt x="11662029" y="0"/>
                </a:lnTo>
                <a:lnTo>
                  <a:pt x="0" y="0"/>
                </a:lnTo>
                <a:close/>
              </a:path>
            </a:pathLst>
          </a:custGeom>
          <a:solidFill>
            <a:srgbClr val="E6EAED"/>
          </a:solidFill>
          <a:ln w="12700">
            <a:solidFill>
              <a:srgbClr val="E6EAED"/>
            </a:solidFill>
            <a:prstDash val="solid"/>
          </a:ln>
        </p:spPr>
      </p:sp>
      <p:sp>
        <p:nvSpPr>
          <p:cNvPr id="345" name="World 1">
            <a:extLst>
              <a:ext uri="{FF2B5EF4-FFF2-40B4-BE49-F238E27FC236}">
                <ns2:creationId id="{2092DF15-4474-4863-8A7B-CFBA31FF0A88}"/>
              </a:ext>
            </a:extLst>
          </p:cNvPr>
          <p:cNvSpPr>
            <a:spLocks noGrp="1"/>
          </p:cNvSpPr>
          <p:nvPr/>
        </p:nvSpPr>
        <p:spPr>
          <a:xfrm rot="0">
            <a:off x="2322015" y="9400880"/>
            <a:ext cx="852488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World 1</a:t>
            </a:r>
          </a:p>
        </p:txBody>
      </p:sp>
      <p:sp>
        <p:nvSpPr>
          <p:cNvPr id="346" name="World 2">
            <a:extLst>
              <a:ext uri="{FF2B5EF4-FFF2-40B4-BE49-F238E27FC236}">
                <ns2:creationId id="{BF63EDA6-7DA6-4070-9F99-91E83F9CA9BE}"/>
              </a:ext>
            </a:extLst>
          </p:cNvPr>
          <p:cNvSpPr>
            <a:spLocks noGrp="1"/>
          </p:cNvSpPr>
          <p:nvPr/>
        </p:nvSpPr>
        <p:spPr>
          <a:xfrm rot="0">
            <a:off x="4578520" y="9400880"/>
            <a:ext cx="85090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World 2</a:t>
            </a:r>
          </a:p>
        </p:txBody>
      </p:sp>
      <p:sp>
        <p:nvSpPr>
          <p:cNvPr id="347" name="World 3">
            <a:extLst>
              <a:ext uri="{FF2B5EF4-FFF2-40B4-BE49-F238E27FC236}">
                <ns2:creationId id="{7CB29AEB-6FE8-4277-8F6B-ACD8ADEE8207}"/>
              </a:ext>
            </a:extLst>
          </p:cNvPr>
          <p:cNvSpPr>
            <a:spLocks noGrp="1"/>
          </p:cNvSpPr>
          <p:nvPr/>
        </p:nvSpPr>
        <p:spPr>
          <a:xfrm rot="0">
            <a:off x="6834232" y="9400880"/>
            <a:ext cx="85090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World 3</a:t>
            </a:r>
          </a:p>
        </p:txBody>
      </p:sp>
      <p:sp>
        <p:nvSpPr>
          <p:cNvPr id="348" name="World 4">
            <a:extLst>
              <a:ext uri="{FF2B5EF4-FFF2-40B4-BE49-F238E27FC236}">
                <ns2:creationId id="{7F547467-44BE-4AC5-A0F3-72F7C588640C}"/>
              </a:ext>
            </a:extLst>
          </p:cNvPr>
          <p:cNvSpPr>
            <a:spLocks noGrp="1"/>
          </p:cNvSpPr>
          <p:nvPr/>
        </p:nvSpPr>
        <p:spPr>
          <a:xfrm rot="0">
            <a:off x="9089943" y="9400880"/>
            <a:ext cx="85090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World 4</a:t>
            </a:r>
          </a:p>
        </p:txBody>
      </p:sp>
      <p:sp>
        <p:nvSpPr>
          <p:cNvPr id="349" name="World 5">
            <a:extLst>
              <a:ext uri="{FF2B5EF4-FFF2-40B4-BE49-F238E27FC236}">
                <ns2:creationId id="{4F68FAD2-7D72-47F1-B622-912D5FB8F208}"/>
              </a:ext>
            </a:extLst>
          </p:cNvPr>
          <p:cNvSpPr>
            <a:spLocks noGrp="1"/>
          </p:cNvSpPr>
          <p:nvPr/>
        </p:nvSpPr>
        <p:spPr>
          <a:xfrm rot="0">
            <a:off x="11345655" y="9400880"/>
            <a:ext cx="85090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World 5</a:t>
            </a:r>
          </a:p>
        </p:txBody>
      </p:sp>
      <p:sp>
        <p:nvSpPr>
          <p:cNvPr id="350" name="Figure 5 plot object 349">
            <a:extLst>
              <a:ext uri="{FF2B5EF4-FFF2-40B4-BE49-F238E27FC236}">
                <ns2:creationId id="{9B03512E-CE4A-4A96-B081-9EF01340E009}"/>
              </a:ext>
            </a:extLst>
          </p:cNvPr>
          <p:cNvSpPr>
            <a:spLocks noGrp="1"/>
          </p:cNvSpPr>
          <p:nvPr/>
        </p:nvSpPr>
        <p:spPr>
          <a:xfrm>
            <a:off x="1386967" y="9376258"/>
            <a:ext cx="63500" cy="13"/>
          </a:xfrm>
          <a:custGeom>
            <a:pathLst>
              <a:path w="63500" h="13">
                <a:moveTo>
                  <a:pt x="635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1" name="0">
            <a:extLst>
              <a:ext uri="{FF2B5EF4-FFF2-40B4-BE49-F238E27FC236}">
                <ns2:creationId id="{B24C2219-65B3-41FA-91A5-AA256AE11BD3}"/>
              </a:ext>
            </a:extLst>
          </p:cNvPr>
          <p:cNvSpPr>
            <a:spLocks noGrp="1"/>
          </p:cNvSpPr>
          <p:nvPr/>
        </p:nvSpPr>
        <p:spPr>
          <a:xfrm rot="0">
            <a:off x="1196467" y="9245313"/>
            <a:ext cx="22860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352" name="Figure 5 plot object 351">
            <a:extLst>
              <a:ext uri="{FF2B5EF4-FFF2-40B4-BE49-F238E27FC236}">
                <ns2:creationId id="{BB357FA1-263E-4A19-A0DC-9ACC6519003E}"/>
              </a:ext>
            </a:extLst>
          </p:cNvPr>
          <p:cNvSpPr>
            <a:spLocks noGrp="1"/>
          </p:cNvSpPr>
          <p:nvPr/>
        </p:nvSpPr>
        <p:spPr>
          <a:xfrm>
            <a:off x="1386967" y="8807858"/>
            <a:ext cx="63500" cy="13"/>
          </a:xfrm>
          <a:custGeom>
            <a:pathLst>
              <a:path w="63500" h="13">
                <a:moveTo>
                  <a:pt x="635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3" name="20">
            <a:extLst>
              <a:ext uri="{FF2B5EF4-FFF2-40B4-BE49-F238E27FC236}">
                <ns2:creationId id="{36E1ED7D-640D-4B2B-ABBE-8E7A71C1FCF9}"/>
              </a:ext>
            </a:extLst>
          </p:cNvPr>
          <p:cNvSpPr>
            <a:spLocks noGrp="1"/>
          </p:cNvSpPr>
          <p:nvPr/>
        </p:nvSpPr>
        <p:spPr>
          <a:xfrm rot="0">
            <a:off x="1082167" y="8676913"/>
            <a:ext cx="34290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20</a:t>
            </a:r>
          </a:p>
        </p:txBody>
      </p:sp>
      <p:sp>
        <p:nvSpPr>
          <p:cNvPr id="354" name="Figure 5 plot object 353">
            <a:extLst>
              <a:ext uri="{FF2B5EF4-FFF2-40B4-BE49-F238E27FC236}">
                <ns2:creationId id="{0064A4F7-C7B1-4A82-8EF4-A76F119AB7DD}"/>
              </a:ext>
            </a:extLst>
          </p:cNvPr>
          <p:cNvSpPr>
            <a:spLocks noGrp="1"/>
          </p:cNvSpPr>
          <p:nvPr/>
        </p:nvSpPr>
        <p:spPr>
          <a:xfrm>
            <a:off x="1386967" y="8239459"/>
            <a:ext cx="63500" cy="13"/>
          </a:xfrm>
          <a:custGeom>
            <a:pathLst>
              <a:path w="63500" h="13">
                <a:moveTo>
                  <a:pt x="635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5" name="40">
            <a:extLst>
              <a:ext uri="{FF2B5EF4-FFF2-40B4-BE49-F238E27FC236}">
                <ns2:creationId id="{F9496FC9-C242-4028-98E0-BAC5E7A95F0A}"/>
              </a:ext>
            </a:extLst>
          </p:cNvPr>
          <p:cNvSpPr>
            <a:spLocks noGrp="1"/>
          </p:cNvSpPr>
          <p:nvPr/>
        </p:nvSpPr>
        <p:spPr>
          <a:xfrm rot="0">
            <a:off x="1082167" y="8108514"/>
            <a:ext cx="34290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40</a:t>
            </a:r>
          </a:p>
        </p:txBody>
      </p:sp>
      <p:sp>
        <p:nvSpPr>
          <p:cNvPr id="356" name="Figure 5 plot object 355">
            <a:extLst>
              <a:ext uri="{FF2B5EF4-FFF2-40B4-BE49-F238E27FC236}">
                <ns2:creationId id="{DB33EC2B-29BE-45F1-8335-42410F928927}"/>
              </a:ext>
            </a:extLst>
          </p:cNvPr>
          <p:cNvSpPr>
            <a:spLocks noGrp="1"/>
          </p:cNvSpPr>
          <p:nvPr/>
        </p:nvSpPr>
        <p:spPr>
          <a:xfrm>
            <a:off x="1386967" y="7671059"/>
            <a:ext cx="63500" cy="13"/>
          </a:xfrm>
          <a:custGeom>
            <a:pathLst>
              <a:path w="63500" h="13">
                <a:moveTo>
                  <a:pt x="635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7" name="60">
            <a:extLst>
              <a:ext uri="{FF2B5EF4-FFF2-40B4-BE49-F238E27FC236}">
                <ns2:creationId id="{C344F423-B256-4B76-9A8D-91476B7B3B3D}"/>
              </a:ext>
            </a:extLst>
          </p:cNvPr>
          <p:cNvSpPr>
            <a:spLocks noGrp="1"/>
          </p:cNvSpPr>
          <p:nvPr/>
        </p:nvSpPr>
        <p:spPr>
          <a:xfrm rot="0">
            <a:off x="1080580" y="7540114"/>
            <a:ext cx="344488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60</a:t>
            </a:r>
          </a:p>
        </p:txBody>
      </p:sp>
      <p:sp>
        <p:nvSpPr>
          <p:cNvPr id="358" name="Figure 5 plot object 357">
            <a:extLst>
              <a:ext uri="{FF2B5EF4-FFF2-40B4-BE49-F238E27FC236}">
                <ns2:creationId id="{3754A6A0-CEB7-404D-805D-CA937A10A61E}"/>
              </a:ext>
            </a:extLst>
          </p:cNvPr>
          <p:cNvSpPr>
            <a:spLocks noGrp="1"/>
          </p:cNvSpPr>
          <p:nvPr/>
        </p:nvSpPr>
        <p:spPr>
          <a:xfrm>
            <a:off x="1386967" y="7102660"/>
            <a:ext cx="63500" cy="13"/>
          </a:xfrm>
          <a:custGeom>
            <a:pathLst>
              <a:path w="63500" h="13">
                <a:moveTo>
                  <a:pt x="635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9" name="80">
            <a:extLst>
              <a:ext uri="{FF2B5EF4-FFF2-40B4-BE49-F238E27FC236}">
                <ns2:creationId id="{7D42C7C6-9268-4E64-B730-9218590A9713}"/>
              </a:ext>
            </a:extLst>
          </p:cNvPr>
          <p:cNvSpPr>
            <a:spLocks noGrp="1"/>
          </p:cNvSpPr>
          <p:nvPr/>
        </p:nvSpPr>
        <p:spPr>
          <a:xfrm rot="0">
            <a:off x="1082167" y="6971715"/>
            <a:ext cx="34290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80</a:t>
            </a:r>
          </a:p>
        </p:txBody>
      </p:sp>
      <p:sp>
        <p:nvSpPr>
          <p:cNvPr id="360" name="Dissociation (%)">
            <a:extLst>
              <a:ext uri="{FF2B5EF4-FFF2-40B4-BE49-F238E27FC236}">
                <ns2:creationId id="{DECEB143-F489-4E6E-A45A-16F8B057B9BD}"/>
              </a:ext>
            </a:extLst>
          </p:cNvPr>
          <p:cNvSpPr>
            <a:spLocks noGrp="1"/>
          </p:cNvSpPr>
          <p:nvPr/>
        </p:nvSpPr>
        <p:spPr>
          <a:xfrm rot="-5400000">
            <a:off x="35080" y="7928534"/>
            <a:ext cx="1655762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Dissociation (%)</a:t>
            </a:r>
          </a:p>
        </p:txBody>
      </p:sp>
      <p:sp>
        <p:nvSpPr>
          <p:cNvPr id="361" name="Figure 5 plot object 360">
            <a:extLst>
              <a:ext uri="{FF2B5EF4-FFF2-40B4-BE49-F238E27FC236}">
                <ns2:creationId id="{28C82392-BC7B-4DBD-8FC0-7A673F97E671}"/>
              </a:ext>
            </a:extLst>
          </p:cNvPr>
          <p:cNvSpPr>
            <a:spLocks noGrp="1"/>
          </p:cNvSpPr>
          <p:nvPr/>
        </p:nvSpPr>
        <p:spPr>
          <a:xfrm>
            <a:off x="1876796" y="7341291"/>
            <a:ext cx="383471" cy="2034966"/>
          </a:xfrm>
          <a:custGeom>
            <a:pathLst>
              <a:path w="383471" h="2034966">
                <a:moveTo>
                  <a:pt x="0" y="2034966"/>
                </a:moveTo>
                <a:lnTo>
                  <a:pt x="383471" y="2034966"/>
                </a:lnTo>
                <a:lnTo>
                  <a:pt x="383471" y="0"/>
                </a:lnTo>
                <a:lnTo>
                  <a:pt x="0" y="0"/>
                </a:lnTo>
                <a:close/>
              </a:path>
            </a:pathLst>
          </a:custGeom>
          <a:solidFill>
            <a:srgbClr val="BFC9C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62" name="Figure 5 plot object 361">
            <a:extLst>
              <a:ext uri="{FF2B5EF4-FFF2-40B4-BE49-F238E27FC236}">
                <ns2:creationId id="{EDBDC4FB-D744-4140-B344-9A93AA132233}"/>
              </a:ext>
            </a:extLst>
          </p:cNvPr>
          <p:cNvSpPr>
            <a:spLocks noGrp="1"/>
          </p:cNvSpPr>
          <p:nvPr/>
        </p:nvSpPr>
        <p:spPr>
          <a:xfrm>
            <a:off x="4132508" y="7515797"/>
            <a:ext cx="383471" cy="1860460"/>
          </a:xfrm>
          <a:custGeom>
            <a:pathLst>
              <a:path w="383471" h="1860460">
                <a:moveTo>
                  <a:pt x="0" y="1860460"/>
                </a:moveTo>
                <a:lnTo>
                  <a:pt x="383471" y="1860460"/>
                </a:lnTo>
                <a:lnTo>
                  <a:pt x="383471" y="0"/>
                </a:lnTo>
                <a:lnTo>
                  <a:pt x="0" y="0"/>
                </a:lnTo>
                <a:close/>
              </a:path>
            </a:pathLst>
          </a:custGeom>
          <a:solidFill>
            <a:srgbClr val="BFC9C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63" name="Figure 5 plot object 362">
            <a:extLst>
              <a:ext uri="{FF2B5EF4-FFF2-40B4-BE49-F238E27FC236}">
                <ns2:creationId id="{5DCFFDF6-E326-4DD6-B923-E40706856FFD}"/>
              </a:ext>
            </a:extLst>
          </p:cNvPr>
          <p:cNvSpPr>
            <a:spLocks noGrp="1"/>
          </p:cNvSpPr>
          <p:nvPr/>
        </p:nvSpPr>
        <p:spPr>
          <a:xfrm>
            <a:off x="6388220" y="7728809"/>
            <a:ext cx="383471" cy="1647448"/>
          </a:xfrm>
          <a:custGeom>
            <a:pathLst>
              <a:path w="383471" h="1647448">
                <a:moveTo>
                  <a:pt x="0" y="1647448"/>
                </a:moveTo>
                <a:lnTo>
                  <a:pt x="383471" y="1647448"/>
                </a:lnTo>
                <a:lnTo>
                  <a:pt x="383471" y="0"/>
                </a:lnTo>
                <a:lnTo>
                  <a:pt x="0" y="0"/>
                </a:lnTo>
                <a:close/>
              </a:path>
            </a:pathLst>
          </a:custGeom>
          <a:solidFill>
            <a:srgbClr val="BFC9C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64" name="Figure 5 plot object 363">
            <a:extLst>
              <a:ext uri="{FF2B5EF4-FFF2-40B4-BE49-F238E27FC236}">
                <ns2:creationId id="{FCB905E4-8E51-49BB-9F9C-022748949915}"/>
              </a:ext>
            </a:extLst>
          </p:cNvPr>
          <p:cNvSpPr>
            <a:spLocks noGrp="1"/>
          </p:cNvSpPr>
          <p:nvPr/>
        </p:nvSpPr>
        <p:spPr>
          <a:xfrm>
            <a:off x="8643931" y="7906072"/>
            <a:ext cx="383471" cy="1470185"/>
          </a:xfrm>
          <a:custGeom>
            <a:pathLst>
              <a:path w="383471" h="1470185">
                <a:moveTo>
                  <a:pt x="0" y="1470185"/>
                </a:moveTo>
                <a:lnTo>
                  <a:pt x="383471" y="1470185"/>
                </a:lnTo>
                <a:lnTo>
                  <a:pt x="383471" y="0"/>
                </a:lnTo>
                <a:lnTo>
                  <a:pt x="0" y="0"/>
                </a:lnTo>
                <a:close/>
              </a:path>
            </a:pathLst>
          </a:custGeom>
          <a:solidFill>
            <a:srgbClr val="BFC9C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65" name="Figure 5 plot object 364">
            <a:extLst>
              <a:ext uri="{FF2B5EF4-FFF2-40B4-BE49-F238E27FC236}">
                <ns2:creationId id="{CDE34282-F726-40F3-997B-59BF9F62C79C}"/>
              </a:ext>
            </a:extLst>
          </p:cNvPr>
          <p:cNvSpPr>
            <a:spLocks noGrp="1"/>
          </p:cNvSpPr>
          <p:nvPr/>
        </p:nvSpPr>
        <p:spPr>
          <a:xfrm>
            <a:off x="10899643" y="8103140"/>
            <a:ext cx="383471" cy="1273118"/>
          </a:xfrm>
          <a:custGeom>
            <a:pathLst>
              <a:path w="383471" h="1273118">
                <a:moveTo>
                  <a:pt x="0" y="1273118"/>
                </a:moveTo>
                <a:lnTo>
                  <a:pt x="383471" y="1273118"/>
                </a:lnTo>
                <a:lnTo>
                  <a:pt x="383471" y="0"/>
                </a:lnTo>
                <a:lnTo>
                  <a:pt x="0" y="0"/>
                </a:lnTo>
                <a:close/>
              </a:path>
            </a:pathLst>
          </a:custGeom>
          <a:solidFill>
            <a:srgbClr val="BFC9C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66" name="Figure 5 plot object 365">
            <a:extLst>
              <a:ext uri="{FF2B5EF4-FFF2-40B4-BE49-F238E27FC236}">
                <ns2:creationId id="{6F228DB0-1675-49AE-925B-CBB90FF71B51}"/>
              </a:ext>
            </a:extLst>
          </p:cNvPr>
          <p:cNvSpPr>
            <a:spLocks noGrp="1"/>
          </p:cNvSpPr>
          <p:nvPr/>
        </p:nvSpPr>
        <p:spPr>
          <a:xfrm>
            <a:off x="2291847" y="7389702"/>
            <a:ext cx="383471" cy="1986556"/>
          </a:xfrm>
          <a:custGeom>
            <a:pathLst>
              <a:path w="383471" h="1986556">
                <a:moveTo>
                  <a:pt x="0" y="1986556"/>
                </a:moveTo>
                <a:lnTo>
                  <a:pt x="383471" y="1986556"/>
                </a:lnTo>
                <a:lnTo>
                  <a:pt x="383471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67" name="Figure 5 plot object 366">
            <a:extLst>
              <a:ext uri="{FF2B5EF4-FFF2-40B4-BE49-F238E27FC236}">
                <ns2:creationId id="{B9EA5921-B985-4D65-A799-CDE891A10210}"/>
              </a:ext>
            </a:extLst>
          </p:cNvPr>
          <p:cNvSpPr>
            <a:spLocks noGrp="1"/>
          </p:cNvSpPr>
          <p:nvPr/>
        </p:nvSpPr>
        <p:spPr>
          <a:xfrm>
            <a:off x="4547559" y="7588641"/>
            <a:ext cx="383471" cy="1787616"/>
          </a:xfrm>
          <a:custGeom>
            <a:pathLst>
              <a:path w="383471" h="1787616">
                <a:moveTo>
                  <a:pt x="0" y="1787616"/>
                </a:moveTo>
                <a:lnTo>
                  <a:pt x="383471" y="1787616"/>
                </a:lnTo>
                <a:lnTo>
                  <a:pt x="383471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68" name="Figure 5 plot object 367">
            <a:extLst>
              <a:ext uri="{FF2B5EF4-FFF2-40B4-BE49-F238E27FC236}">
                <ns2:creationId id="{2DD2A1F1-A5F5-4FA6-90CB-1966AC30B936}"/>
              </a:ext>
            </a:extLst>
          </p:cNvPr>
          <p:cNvSpPr>
            <a:spLocks noGrp="1"/>
          </p:cNvSpPr>
          <p:nvPr/>
        </p:nvSpPr>
        <p:spPr>
          <a:xfrm>
            <a:off x="6803271" y="7776213"/>
            <a:ext cx="383471" cy="1600044"/>
          </a:xfrm>
          <a:custGeom>
            <a:pathLst>
              <a:path w="383471" h="1600044">
                <a:moveTo>
                  <a:pt x="0" y="1600044"/>
                </a:moveTo>
                <a:lnTo>
                  <a:pt x="383471" y="1600044"/>
                </a:lnTo>
                <a:lnTo>
                  <a:pt x="383471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69" name="Figure 5 plot object 368">
            <a:extLst>
              <a:ext uri="{FF2B5EF4-FFF2-40B4-BE49-F238E27FC236}">
                <ns2:creationId id="{C01A177B-D2AD-4DC7-916F-58FFD21CF604}"/>
              </a:ext>
            </a:extLst>
          </p:cNvPr>
          <p:cNvSpPr>
            <a:spLocks noGrp="1"/>
          </p:cNvSpPr>
          <p:nvPr/>
        </p:nvSpPr>
        <p:spPr>
          <a:xfrm>
            <a:off x="9058982" y="7898419"/>
            <a:ext cx="383471" cy="1477839"/>
          </a:xfrm>
          <a:custGeom>
            <a:pathLst>
              <a:path w="383471" h="1477839">
                <a:moveTo>
                  <a:pt x="0" y="1477839"/>
                </a:moveTo>
                <a:lnTo>
                  <a:pt x="383471" y="1477839"/>
                </a:lnTo>
                <a:lnTo>
                  <a:pt x="383471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70" name="Figure 5 plot object 369">
            <a:extLst>
              <a:ext uri="{FF2B5EF4-FFF2-40B4-BE49-F238E27FC236}">
                <ns2:creationId id="{5A21B1C4-4B34-45C4-8AC3-FCF874617576}"/>
              </a:ext>
            </a:extLst>
          </p:cNvPr>
          <p:cNvSpPr>
            <a:spLocks noGrp="1"/>
          </p:cNvSpPr>
          <p:nvPr/>
        </p:nvSpPr>
        <p:spPr>
          <a:xfrm>
            <a:off x="11314694" y="8202513"/>
            <a:ext cx="383471" cy="1173745"/>
          </a:xfrm>
          <a:custGeom>
            <a:pathLst>
              <a:path w="383471" h="1173745">
                <a:moveTo>
                  <a:pt x="0" y="1173745"/>
                </a:moveTo>
                <a:lnTo>
                  <a:pt x="383471" y="1173745"/>
                </a:lnTo>
                <a:lnTo>
                  <a:pt x="383471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71" name="Figure 5 plot object 370">
            <a:extLst>
              <a:ext uri="{FF2B5EF4-FFF2-40B4-BE49-F238E27FC236}">
                <ns2:creationId id="{FD54BBD7-52D6-4DA4-8C05-00564B8AA513}"/>
              </a:ext>
            </a:extLst>
          </p:cNvPr>
          <p:cNvSpPr>
            <a:spLocks noGrp="1"/>
          </p:cNvSpPr>
          <p:nvPr/>
        </p:nvSpPr>
        <p:spPr>
          <a:xfrm>
            <a:off x="2706898" y="9080690"/>
            <a:ext cx="383471" cy="295568"/>
          </a:xfrm>
          <a:custGeom>
            <a:pathLst>
              <a:path w="383471" h="295568">
                <a:moveTo>
                  <a:pt x="0" y="295568"/>
                </a:moveTo>
                <a:lnTo>
                  <a:pt x="383471" y="295568"/>
                </a:lnTo>
                <a:lnTo>
                  <a:pt x="383471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72" name="Figure 5 plot object 371">
            <a:extLst>
              <a:ext uri="{FF2B5EF4-FFF2-40B4-BE49-F238E27FC236}">
                <ns2:creationId id="{BEA19C59-7BFF-4747-86D1-5C6B99EF766F}"/>
              </a:ext>
            </a:extLst>
          </p:cNvPr>
          <p:cNvSpPr>
            <a:spLocks noGrp="1"/>
          </p:cNvSpPr>
          <p:nvPr/>
        </p:nvSpPr>
        <p:spPr>
          <a:xfrm>
            <a:off x="4962610" y="9147761"/>
            <a:ext cx="383471" cy="228497"/>
          </a:xfrm>
          <a:custGeom>
            <a:pathLst>
              <a:path w="383471" h="228497">
                <a:moveTo>
                  <a:pt x="0" y="228497"/>
                </a:moveTo>
                <a:lnTo>
                  <a:pt x="383471" y="228497"/>
                </a:lnTo>
                <a:lnTo>
                  <a:pt x="383471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73" name="Figure 5 plot object 372">
            <a:extLst>
              <a:ext uri="{FF2B5EF4-FFF2-40B4-BE49-F238E27FC236}">
                <ns2:creationId id="{4C727113-7246-46E6-8CCD-E8652E990C31}"/>
              </a:ext>
            </a:extLst>
          </p:cNvPr>
          <p:cNvSpPr>
            <a:spLocks noGrp="1"/>
          </p:cNvSpPr>
          <p:nvPr/>
        </p:nvSpPr>
        <p:spPr>
          <a:xfrm>
            <a:off x="7218322" y="9063638"/>
            <a:ext cx="383471" cy="312620"/>
          </a:xfrm>
          <a:custGeom>
            <a:pathLst>
              <a:path w="383471" h="312620">
                <a:moveTo>
                  <a:pt x="0" y="312620"/>
                </a:moveTo>
                <a:lnTo>
                  <a:pt x="383471" y="312620"/>
                </a:lnTo>
                <a:lnTo>
                  <a:pt x="383471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74" name="Figure 5 plot object 373">
            <a:extLst>
              <a:ext uri="{FF2B5EF4-FFF2-40B4-BE49-F238E27FC236}">
                <ns2:creationId id="{84B90B19-CC7B-4952-A81B-73F0BEFB5A84}"/>
              </a:ext>
            </a:extLst>
          </p:cNvPr>
          <p:cNvSpPr>
            <a:spLocks noGrp="1"/>
          </p:cNvSpPr>
          <p:nvPr/>
        </p:nvSpPr>
        <p:spPr>
          <a:xfrm>
            <a:off x="9474033" y="9170497"/>
            <a:ext cx="383471" cy="205761"/>
          </a:xfrm>
          <a:custGeom>
            <a:pathLst>
              <a:path w="383471" h="205761">
                <a:moveTo>
                  <a:pt x="0" y="205761"/>
                </a:moveTo>
                <a:lnTo>
                  <a:pt x="383471" y="205761"/>
                </a:lnTo>
                <a:lnTo>
                  <a:pt x="383471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75" name="Figure 5 plot object 374">
            <a:extLst>
              <a:ext uri="{FF2B5EF4-FFF2-40B4-BE49-F238E27FC236}">
                <ns2:creationId id="{F4173165-B633-4238-92F3-BF0BBC730967}"/>
              </a:ext>
            </a:extLst>
          </p:cNvPr>
          <p:cNvSpPr>
            <a:spLocks noGrp="1"/>
          </p:cNvSpPr>
          <p:nvPr/>
        </p:nvSpPr>
        <p:spPr>
          <a:xfrm>
            <a:off x="11729745" y="9151740"/>
            <a:ext cx="383471" cy="224518"/>
          </a:xfrm>
          <a:custGeom>
            <a:pathLst>
              <a:path w="383471" h="224518">
                <a:moveTo>
                  <a:pt x="0" y="224518"/>
                </a:moveTo>
                <a:lnTo>
                  <a:pt x="383471" y="224518"/>
                </a:lnTo>
                <a:lnTo>
                  <a:pt x="383471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76" name="Figure 5 plot object 375">
            <a:extLst>
              <a:ext uri="{FF2B5EF4-FFF2-40B4-BE49-F238E27FC236}">
                <ns2:creationId id="{4346D0BB-7AD6-47E9-A83C-B9AB00ABB136}"/>
              </a:ext>
            </a:extLst>
          </p:cNvPr>
          <p:cNvSpPr>
            <a:spLocks noGrp="1"/>
          </p:cNvSpPr>
          <p:nvPr/>
        </p:nvSpPr>
        <p:spPr>
          <a:xfrm>
            <a:off x="3121949" y="9065784"/>
            <a:ext cx="383471" cy="310474"/>
          </a:xfrm>
          <a:custGeom>
            <a:pathLst>
              <a:path w="383471" h="310474">
                <a:moveTo>
                  <a:pt x="0" y="310474"/>
                </a:moveTo>
                <a:lnTo>
                  <a:pt x="383471" y="310474"/>
                </a:lnTo>
                <a:lnTo>
                  <a:pt x="383471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77" name="Figure 5 plot object 376">
            <a:extLst>
              <a:ext uri="{FF2B5EF4-FFF2-40B4-BE49-F238E27FC236}">
                <ns2:creationId id="{EB5D0A46-046E-4A36-BDF2-EE7D423C1B69}"/>
              </a:ext>
            </a:extLst>
          </p:cNvPr>
          <p:cNvSpPr>
            <a:spLocks noGrp="1"/>
          </p:cNvSpPr>
          <p:nvPr/>
        </p:nvSpPr>
        <p:spPr>
          <a:xfrm>
            <a:off x="5377661" y="9147193"/>
            <a:ext cx="383471" cy="229065"/>
          </a:xfrm>
          <a:custGeom>
            <a:pathLst>
              <a:path w="383471" h="229065">
                <a:moveTo>
                  <a:pt x="0" y="229065"/>
                </a:moveTo>
                <a:lnTo>
                  <a:pt x="383471" y="229065"/>
                </a:lnTo>
                <a:lnTo>
                  <a:pt x="383471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78" name="Figure 5 plot object 377">
            <a:extLst>
              <a:ext uri="{FF2B5EF4-FFF2-40B4-BE49-F238E27FC236}">
                <ns2:creationId id="{A745C3A3-FA20-4EBC-89D1-DD9FB34AF028}"/>
              </a:ext>
            </a:extLst>
          </p:cNvPr>
          <p:cNvSpPr>
            <a:spLocks noGrp="1"/>
          </p:cNvSpPr>
          <p:nvPr/>
        </p:nvSpPr>
        <p:spPr>
          <a:xfrm>
            <a:off x="7633373" y="8068939"/>
            <a:ext cx="383471" cy="1307319"/>
          </a:xfrm>
          <a:custGeom>
            <a:pathLst>
              <a:path w="383471" h="1307319">
                <a:moveTo>
                  <a:pt x="0" y="1307319"/>
                </a:moveTo>
                <a:lnTo>
                  <a:pt x="383471" y="1307319"/>
                </a:lnTo>
                <a:lnTo>
                  <a:pt x="383471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79" name="Figure 5 plot object 378">
            <a:extLst>
              <a:ext uri="{FF2B5EF4-FFF2-40B4-BE49-F238E27FC236}">
                <ns2:creationId id="{78E7E871-9274-46D0-98DA-1B4BFAE72C38}"/>
              </a:ext>
            </a:extLst>
          </p:cNvPr>
          <p:cNvSpPr>
            <a:spLocks noGrp="1"/>
          </p:cNvSpPr>
          <p:nvPr/>
        </p:nvSpPr>
        <p:spPr>
          <a:xfrm>
            <a:off x="9889084" y="9102857"/>
            <a:ext cx="383471" cy="273400"/>
          </a:xfrm>
          <a:custGeom>
            <a:pathLst>
              <a:path w="383471" h="273400">
                <a:moveTo>
                  <a:pt x="0" y="273400"/>
                </a:moveTo>
                <a:lnTo>
                  <a:pt x="383471" y="273400"/>
                </a:lnTo>
                <a:lnTo>
                  <a:pt x="383471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80" name="Figure 5 plot object 379">
            <a:extLst>
              <a:ext uri="{FF2B5EF4-FFF2-40B4-BE49-F238E27FC236}">
                <ns2:creationId id="{002F7A92-30EB-478B-BE62-878B55A35563}"/>
              </a:ext>
            </a:extLst>
          </p:cNvPr>
          <p:cNvSpPr>
            <a:spLocks noGrp="1"/>
          </p:cNvSpPr>
          <p:nvPr/>
        </p:nvSpPr>
        <p:spPr>
          <a:xfrm>
            <a:off x="12144796" y="9182718"/>
            <a:ext cx="383471" cy="193540"/>
          </a:xfrm>
          <a:custGeom>
            <a:pathLst>
              <a:path w="383471" h="193540">
                <a:moveTo>
                  <a:pt x="0" y="193540"/>
                </a:moveTo>
                <a:lnTo>
                  <a:pt x="383471" y="193540"/>
                </a:lnTo>
                <a:lnTo>
                  <a:pt x="383471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81" name="Figure 5 plot object 380">
            <a:extLst>
              <a:ext uri="{FF2B5EF4-FFF2-40B4-BE49-F238E27FC236}">
                <ns2:creationId id="{B7721220-47E0-4559-A40A-AE12217D1BBF}"/>
              </a:ext>
            </a:extLst>
          </p:cNvPr>
          <p:cNvSpPr>
            <a:spLocks noGrp="1"/>
          </p:cNvSpPr>
          <p:nvPr/>
        </p:nvSpPr>
        <p:spPr>
          <a:xfrm>
            <a:off x="1450467" y="6903720"/>
            <a:ext cx="13" cy="2472538"/>
          </a:xfrm>
          <a:custGeom>
            <a:pathLst>
              <a:path w="13" h="2472538">
                <a:moveTo>
                  <a:pt x="0" y="2472538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382" name="Figure 5 plot object 381">
            <a:extLst>
              <a:ext uri="{FF2B5EF4-FFF2-40B4-BE49-F238E27FC236}">
                <ns2:creationId id="{43EB16BD-7C89-4C77-97FC-24887BD4E83F}"/>
              </a:ext>
            </a:extLst>
          </p:cNvPr>
          <p:cNvSpPr>
            <a:spLocks noGrp="1"/>
          </p:cNvSpPr>
          <p:nvPr/>
        </p:nvSpPr>
        <p:spPr>
          <a:xfrm>
            <a:off x="13112496" y="6903720"/>
            <a:ext cx="13" cy="2472538"/>
          </a:xfrm>
          <a:custGeom>
            <a:pathLst>
              <a:path w="13" h="2472538">
                <a:moveTo>
                  <a:pt x="0" y="2472538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383" name="Figure 5 plot object 382">
            <a:extLst>
              <a:ext uri="{FF2B5EF4-FFF2-40B4-BE49-F238E27FC236}">
                <ns2:creationId id="{FED0A2A9-F1FE-42A3-BA53-051358DA3D2C}"/>
              </a:ext>
            </a:extLst>
          </p:cNvPr>
          <p:cNvSpPr>
            <a:spLocks noGrp="1"/>
          </p:cNvSpPr>
          <p:nvPr/>
        </p:nvSpPr>
        <p:spPr>
          <a:xfrm>
            <a:off x="1450467" y="9376258"/>
            <a:ext cx="11662029" cy="13"/>
          </a:xfrm>
          <a:custGeom>
            <a:pathLst>
              <a:path w="11662029" h="13">
                <a:moveTo>
                  <a:pt x="0" y="0"/>
                </a:moveTo>
                <a:lnTo>
                  <a:pt x="11662029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384" name="Figure 5 plot object 383">
            <a:extLst>
              <a:ext uri="{FF2B5EF4-FFF2-40B4-BE49-F238E27FC236}">
                <ns2:creationId id="{CBBAC7B4-4592-4DFA-B4E2-FD6EDA4F2526}"/>
              </a:ext>
            </a:extLst>
          </p:cNvPr>
          <p:cNvSpPr>
            <a:spLocks noGrp="1"/>
          </p:cNvSpPr>
          <p:nvPr/>
        </p:nvSpPr>
        <p:spPr>
          <a:xfrm>
            <a:off x="1450467" y="6903720"/>
            <a:ext cx="11662029" cy="13"/>
          </a:xfrm>
          <a:custGeom>
            <a:pathLst>
              <a:path w="11662029" h="13">
                <a:moveTo>
                  <a:pt x="0" y="0"/>
                </a:moveTo>
                <a:lnTo>
                  <a:pt x="11662029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385" name="71.6">
            <a:extLst>
              <a:ext uri="{FF2B5EF4-FFF2-40B4-BE49-F238E27FC236}">
                <ns2:creationId id="{9E506ED7-6533-4CBE-911D-A50994983C69}"/>
              </a:ext>
            </a:extLst>
          </p:cNvPr>
          <p:cNvSpPr>
            <a:spLocks noGrp="1"/>
          </p:cNvSpPr>
          <p:nvPr/>
        </p:nvSpPr>
        <p:spPr>
          <a:xfrm rot="0">
            <a:off x="1891526" y="7068251"/>
            <a:ext cx="455612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71.6</a:t>
            </a:r>
          </a:p>
        </p:txBody>
      </p:sp>
      <p:sp>
        <p:nvSpPr>
          <p:cNvPr id="386" name="65.5">
            <a:extLst>
              <a:ext uri="{FF2B5EF4-FFF2-40B4-BE49-F238E27FC236}">
                <ns2:creationId id="{5B5B4CD4-263E-4A29-9E0F-BF33691BE7E5}"/>
              </a:ext>
            </a:extLst>
          </p:cNvPr>
          <p:cNvSpPr>
            <a:spLocks noGrp="1"/>
          </p:cNvSpPr>
          <p:nvPr/>
        </p:nvSpPr>
        <p:spPr>
          <a:xfrm rot="0">
            <a:off x="4146444" y="7242757"/>
            <a:ext cx="4572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65.5</a:t>
            </a:r>
          </a:p>
        </p:txBody>
      </p:sp>
      <p:sp>
        <p:nvSpPr>
          <p:cNvPr id="387" name="58.0">
            <a:extLst>
              <a:ext uri="{FF2B5EF4-FFF2-40B4-BE49-F238E27FC236}">
                <ns2:creationId id="{0E036B7E-46F0-4B6B-8C02-DF07B79F9CFF}"/>
              </a:ext>
            </a:extLst>
          </p:cNvPr>
          <p:cNvSpPr>
            <a:spLocks noGrp="1"/>
          </p:cNvSpPr>
          <p:nvPr/>
        </p:nvSpPr>
        <p:spPr>
          <a:xfrm rot="0">
            <a:off x="6401361" y="7455770"/>
            <a:ext cx="45878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58.0</a:t>
            </a:r>
          </a:p>
        </p:txBody>
      </p:sp>
      <p:sp>
        <p:nvSpPr>
          <p:cNvPr id="388" name="51.7">
            <a:extLst>
              <a:ext uri="{FF2B5EF4-FFF2-40B4-BE49-F238E27FC236}">
                <ns2:creationId id="{B72855C0-3EFA-48F2-B293-6DE7623AA1D7}"/>
              </a:ext>
            </a:extLst>
          </p:cNvPr>
          <p:cNvSpPr>
            <a:spLocks noGrp="1"/>
          </p:cNvSpPr>
          <p:nvPr/>
        </p:nvSpPr>
        <p:spPr>
          <a:xfrm rot="0">
            <a:off x="8658661" y="7633033"/>
            <a:ext cx="455612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51.7</a:t>
            </a:r>
          </a:p>
        </p:txBody>
      </p:sp>
      <p:sp>
        <p:nvSpPr>
          <p:cNvPr id="389" name="44.8">
            <a:extLst>
              <a:ext uri="{FF2B5EF4-FFF2-40B4-BE49-F238E27FC236}">
                <ns2:creationId id="{6DAE4314-7295-42D6-959D-8226A2881178}"/>
              </a:ext>
            </a:extLst>
          </p:cNvPr>
          <p:cNvSpPr>
            <a:spLocks noGrp="1"/>
          </p:cNvSpPr>
          <p:nvPr/>
        </p:nvSpPr>
        <p:spPr>
          <a:xfrm rot="0">
            <a:off x="10913578" y="7830100"/>
            <a:ext cx="4572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44.8</a:t>
            </a:r>
          </a:p>
        </p:txBody>
      </p:sp>
      <p:sp>
        <p:nvSpPr>
          <p:cNvPr id="390" name="69.9">
            <a:extLst>
              <a:ext uri="{FF2B5EF4-FFF2-40B4-BE49-F238E27FC236}">
                <ns2:creationId id="{629D6C33-DB90-4B2A-B0A0-C90850E6263A}"/>
              </a:ext>
            </a:extLst>
          </p:cNvPr>
          <p:cNvSpPr>
            <a:spLocks noGrp="1"/>
          </p:cNvSpPr>
          <p:nvPr/>
        </p:nvSpPr>
        <p:spPr>
          <a:xfrm rot="0">
            <a:off x="2305783" y="7116662"/>
            <a:ext cx="4572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69.9</a:t>
            </a:r>
          </a:p>
        </p:txBody>
      </p:sp>
      <p:sp>
        <p:nvSpPr>
          <p:cNvPr id="391" name="62.9">
            <a:extLst>
              <a:ext uri="{FF2B5EF4-FFF2-40B4-BE49-F238E27FC236}">
                <ns2:creationId id="{4284DC2A-9D5D-4808-A713-C731B1DDB401}"/>
              </a:ext>
            </a:extLst>
          </p:cNvPr>
          <p:cNvSpPr>
            <a:spLocks noGrp="1"/>
          </p:cNvSpPr>
          <p:nvPr/>
        </p:nvSpPr>
        <p:spPr>
          <a:xfrm rot="0">
            <a:off x="4560701" y="7315602"/>
            <a:ext cx="45878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62.9</a:t>
            </a:r>
          </a:p>
        </p:txBody>
      </p:sp>
      <p:sp>
        <p:nvSpPr>
          <p:cNvPr id="392" name="56.3">
            <a:extLst>
              <a:ext uri="{FF2B5EF4-FFF2-40B4-BE49-F238E27FC236}">
                <ns2:creationId id="{1B422B93-58B9-408A-BB3A-F4BC4EAA3C86}"/>
              </a:ext>
            </a:extLst>
          </p:cNvPr>
          <p:cNvSpPr>
            <a:spLocks noGrp="1"/>
          </p:cNvSpPr>
          <p:nvPr/>
        </p:nvSpPr>
        <p:spPr>
          <a:xfrm rot="0">
            <a:off x="6817206" y="7503173"/>
            <a:ext cx="4572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56.3</a:t>
            </a:r>
          </a:p>
        </p:txBody>
      </p:sp>
      <p:sp>
        <p:nvSpPr>
          <p:cNvPr id="393" name="52.0">
            <a:extLst>
              <a:ext uri="{FF2B5EF4-FFF2-40B4-BE49-F238E27FC236}">
                <ns2:creationId id="{ECA9E514-AE52-4838-85CD-01AF3DAEBC5E}"/>
              </a:ext>
            </a:extLst>
          </p:cNvPr>
          <p:cNvSpPr>
            <a:spLocks noGrp="1"/>
          </p:cNvSpPr>
          <p:nvPr/>
        </p:nvSpPr>
        <p:spPr>
          <a:xfrm rot="0">
            <a:off x="9071330" y="7625379"/>
            <a:ext cx="4603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52.0</a:t>
            </a:r>
          </a:p>
        </p:txBody>
      </p:sp>
      <p:sp>
        <p:nvSpPr>
          <p:cNvPr id="394" name="41.3">
            <a:extLst>
              <a:ext uri="{FF2B5EF4-FFF2-40B4-BE49-F238E27FC236}">
                <ns2:creationId id="{19826826-4478-423A-BC99-582E30F500BE}"/>
              </a:ext>
            </a:extLst>
          </p:cNvPr>
          <p:cNvSpPr>
            <a:spLocks noGrp="1"/>
          </p:cNvSpPr>
          <p:nvPr/>
        </p:nvSpPr>
        <p:spPr>
          <a:xfrm rot="0">
            <a:off x="11329423" y="7929473"/>
            <a:ext cx="455612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41.3</a:t>
            </a:r>
          </a:p>
        </p:txBody>
      </p:sp>
      <p:sp>
        <p:nvSpPr>
          <p:cNvPr id="395" name="10.4">
            <a:extLst>
              <a:ext uri="{FF2B5EF4-FFF2-40B4-BE49-F238E27FC236}">
                <ns2:creationId id="{37204861-E826-47B6-8DC8-AF98F04EE5CE}"/>
              </a:ext>
            </a:extLst>
          </p:cNvPr>
          <p:cNvSpPr>
            <a:spLocks noGrp="1"/>
          </p:cNvSpPr>
          <p:nvPr/>
        </p:nvSpPr>
        <p:spPr>
          <a:xfrm rot="0">
            <a:off x="2720834" y="8807650"/>
            <a:ext cx="4572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10.4</a:t>
            </a:r>
          </a:p>
        </p:txBody>
      </p:sp>
      <p:sp>
        <p:nvSpPr>
          <p:cNvPr id="396" name="8.0">
            <a:extLst>
              <a:ext uri="{FF2B5EF4-FFF2-40B4-BE49-F238E27FC236}">
                <ns2:creationId id="{875904E5-3B74-4A6A-9576-CEA5259CB0F7}"/>
              </a:ext>
            </a:extLst>
          </p:cNvPr>
          <p:cNvSpPr>
            <a:spLocks noGrp="1"/>
          </p:cNvSpPr>
          <p:nvPr/>
        </p:nvSpPr>
        <p:spPr>
          <a:xfrm rot="0">
            <a:off x="5026552" y="8874721"/>
            <a:ext cx="35718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8.0</a:t>
            </a:r>
          </a:p>
        </p:txBody>
      </p:sp>
      <p:sp>
        <p:nvSpPr>
          <p:cNvPr id="397" name="11.0">
            <a:extLst>
              <a:ext uri="{FF2B5EF4-FFF2-40B4-BE49-F238E27FC236}">
                <ns2:creationId id="{FF7458D0-260E-43AF-810D-7B3E25F454FA}"/>
              </a:ext>
            </a:extLst>
          </p:cNvPr>
          <p:cNvSpPr>
            <a:spLocks noGrp="1"/>
          </p:cNvSpPr>
          <p:nvPr/>
        </p:nvSpPr>
        <p:spPr>
          <a:xfrm rot="0">
            <a:off x="7237020" y="8790598"/>
            <a:ext cx="4476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11.0</a:t>
            </a:r>
          </a:p>
        </p:txBody>
      </p:sp>
      <p:sp>
        <p:nvSpPr>
          <p:cNvPr id="398" name="7.2">
            <a:extLst>
              <a:ext uri="{FF2B5EF4-FFF2-40B4-BE49-F238E27FC236}">
                <ns2:creationId id="{5BF4F2FE-2D66-4208-A67B-919B7A0CAA32}"/>
              </a:ext>
            </a:extLst>
          </p:cNvPr>
          <p:cNvSpPr>
            <a:spLocks noGrp="1"/>
          </p:cNvSpPr>
          <p:nvPr/>
        </p:nvSpPr>
        <p:spPr>
          <a:xfrm rot="0">
            <a:off x="9537975" y="8897457"/>
            <a:ext cx="35718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7.2</a:t>
            </a:r>
          </a:p>
        </p:txBody>
      </p:sp>
      <p:sp>
        <p:nvSpPr>
          <p:cNvPr id="399" name="7.9">
            <a:extLst>
              <a:ext uri="{FF2B5EF4-FFF2-40B4-BE49-F238E27FC236}">
                <ns2:creationId id="{3B8D07F7-C8D8-4CCF-A1F7-F0DD5191F132}"/>
              </a:ext>
            </a:extLst>
          </p:cNvPr>
          <p:cNvSpPr>
            <a:spLocks noGrp="1"/>
          </p:cNvSpPr>
          <p:nvPr/>
        </p:nvSpPr>
        <p:spPr>
          <a:xfrm rot="0">
            <a:off x="11794480" y="8878700"/>
            <a:ext cx="3556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7.9</a:t>
            </a:r>
          </a:p>
        </p:txBody>
      </p:sp>
      <p:sp>
        <p:nvSpPr>
          <p:cNvPr id="400" name="10.9">
            <a:extLst>
              <a:ext uri="{FF2B5EF4-FFF2-40B4-BE49-F238E27FC236}">
                <ns2:creationId id="{2E2745C3-2583-408A-9491-92B046D687CD}"/>
              </a:ext>
            </a:extLst>
          </p:cNvPr>
          <p:cNvSpPr>
            <a:spLocks noGrp="1"/>
          </p:cNvSpPr>
          <p:nvPr/>
        </p:nvSpPr>
        <p:spPr>
          <a:xfrm rot="0">
            <a:off x="3135885" y="8792744"/>
            <a:ext cx="4572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10.9</a:t>
            </a:r>
          </a:p>
        </p:txBody>
      </p:sp>
      <p:sp>
        <p:nvSpPr>
          <p:cNvPr id="401" name="8.1">
            <a:extLst>
              <a:ext uri="{FF2B5EF4-FFF2-40B4-BE49-F238E27FC236}">
                <ns2:creationId id="{53CC6614-786B-448F-86E7-522E0EF51E73}"/>
              </a:ext>
            </a:extLst>
          </p:cNvPr>
          <p:cNvSpPr>
            <a:spLocks noGrp="1"/>
          </p:cNvSpPr>
          <p:nvPr/>
        </p:nvSpPr>
        <p:spPr>
          <a:xfrm rot="0">
            <a:off x="5443190" y="8874153"/>
            <a:ext cx="354013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8.1</a:t>
            </a:r>
          </a:p>
        </p:txBody>
      </p:sp>
      <p:sp>
        <p:nvSpPr>
          <p:cNvPr id="402" name="46.0">
            <a:extLst>
              <a:ext uri="{FF2B5EF4-FFF2-40B4-BE49-F238E27FC236}">
                <ns2:creationId id="{DF814808-6952-4B24-A490-C265C4ED8EDA}"/>
              </a:ext>
            </a:extLst>
          </p:cNvPr>
          <p:cNvSpPr>
            <a:spLocks noGrp="1"/>
          </p:cNvSpPr>
          <p:nvPr/>
        </p:nvSpPr>
        <p:spPr>
          <a:xfrm rot="0">
            <a:off x="7646514" y="7795899"/>
            <a:ext cx="45878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46.0</a:t>
            </a:r>
          </a:p>
        </p:txBody>
      </p:sp>
      <p:sp>
        <p:nvSpPr>
          <p:cNvPr id="403" name="9.6">
            <a:extLst>
              <a:ext uri="{FF2B5EF4-FFF2-40B4-BE49-F238E27FC236}">
                <ns2:creationId id="{BF828507-5337-42AB-BC71-937EE04FC20E}"/>
              </a:ext>
            </a:extLst>
          </p:cNvPr>
          <p:cNvSpPr>
            <a:spLocks noGrp="1"/>
          </p:cNvSpPr>
          <p:nvPr/>
        </p:nvSpPr>
        <p:spPr>
          <a:xfrm rot="0">
            <a:off x="9953820" y="8829818"/>
            <a:ext cx="3556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9.6</a:t>
            </a:r>
          </a:p>
        </p:txBody>
      </p:sp>
      <p:sp>
        <p:nvSpPr>
          <p:cNvPr id="404" name="6.8">
            <a:extLst>
              <a:ext uri="{FF2B5EF4-FFF2-40B4-BE49-F238E27FC236}">
                <ns2:creationId id="{F548DF2F-E6E9-407C-BE2A-D34D8C9260D8}"/>
              </a:ext>
            </a:extLst>
          </p:cNvPr>
          <p:cNvSpPr>
            <a:spLocks noGrp="1"/>
          </p:cNvSpPr>
          <p:nvPr/>
        </p:nvSpPr>
        <p:spPr>
          <a:xfrm rot="0">
            <a:off x="12209531" y="8909678"/>
            <a:ext cx="3556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6.8</a:t>
            </a:r>
          </a:p>
        </p:txBody>
      </p:sp>
      <p:sp>
        <p:nvSpPr>
          <p:cNvPr id="405" name="Figure 5 plot object 404">
            <a:extLst>
              <a:ext uri="{FF2B5EF4-FFF2-40B4-BE49-F238E27FC236}">
                <ns2:creationId id="{51723292-D412-4269-AC58-B5E10C9F9C4A}"/>
              </a:ext>
            </a:extLst>
          </p:cNvPr>
          <p:cNvSpPr>
            <a:spLocks noGrp="1"/>
          </p:cNvSpPr>
          <p:nvPr/>
        </p:nvSpPr>
        <p:spPr>
          <a:xfrm>
            <a:off x="12460681" y="8766873"/>
            <a:ext cx="296431" cy="327792"/>
          </a:xfrm>
          <a:custGeom>
            <a:pathLst>
              <a:path w="296431" h="327792">
                <a:moveTo>
                  <a:pt x="0" y="0"/>
                </a:moveTo>
                <a:quadBezTo>
                  <a:pt x="148215" y="163896"/>
                  <a:pt x="296431" y="327792"/>
                </a:quadBezTo>
              </a:path>
            </a:pathLst>
          </a:custGeom>
          <a:noFill/>
          <a:ln w="10160">
            <a:solidFill>
              <a:srgbClr val="75838C"/>
            </a:solidFill>
            <a:prstDash val="solid"/>
          </a:ln>
        </p:spPr>
      </p:sp>
      <p:sp>
        <p:nvSpPr>
          <p:cNvPr id="406" name="Source range">
            <a:extLst>
              <a:ext uri="{FF2B5EF4-FFF2-40B4-BE49-F238E27FC236}">
                <ns2:creationId id="{D6B5E18F-CAB5-4B87-814C-363EBC776DEB}"/>
              </a:ext>
            </a:extLst>
          </p:cNvPr>
          <p:cNvSpPr>
            <a:spLocks noGrp="1"/>
          </p:cNvSpPr>
          <p:nvPr/>
        </p:nvSpPr>
        <p:spPr>
          <a:xfrm rot="0">
            <a:off x="11707816" y="8279025"/>
            <a:ext cx="116363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Source range</a:t>
            </a:r>
          </a:p>
        </p:txBody>
      </p:sp>
      <p:sp>
        <p:nvSpPr>
          <p:cNvPr id="407" name="5.5–9.2%">
            <a:extLst>
              <a:ext uri="{FF2B5EF4-FFF2-40B4-BE49-F238E27FC236}">
                <ns2:creationId id="{855E47CF-735D-4631-BAD1-35FD476010E7}"/>
              </a:ext>
            </a:extLst>
          </p:cNvPr>
          <p:cNvSpPr>
            <a:spLocks noGrp="1"/>
          </p:cNvSpPr>
          <p:nvPr/>
        </p:nvSpPr>
        <p:spPr>
          <a:xfrm rot="0">
            <a:off x="11995280" y="8492188"/>
            <a:ext cx="881063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5.5–9.2%</a:t>
            </a:r>
          </a:p>
        </p:txBody>
      </p:sp>
      <p:sp>
        <p:nvSpPr>
          <p:cNvPr id="408" name="a">
            <a:extLst>
              <a:ext uri="{FF2B5EF4-FFF2-40B4-BE49-F238E27FC236}">
                <ns2:creationId id="{25D1F98B-39A4-4114-AA15-24657EF4D6D1}"/>
              </a:ext>
            </a:extLst>
          </p:cNvPr>
          <p:cNvSpPr>
            <a:spLocks noGrp="1"/>
          </p:cNvSpPr>
          <p:nvPr/>
        </p:nvSpPr>
        <p:spPr>
          <a:xfrm rot="0">
            <a:off x="603504" y="1081027"/>
            <a:ext cx="2540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409" name="Evidence coverage gap">
            <a:extLst>
              <a:ext uri="{FF2B5EF4-FFF2-40B4-BE49-F238E27FC236}">
                <ns2:creationId id="{49B68D06-133F-4E68-BE46-D1DA74725987}"/>
              </a:ext>
            </a:extLst>
          </p:cNvPr>
          <p:cNvSpPr>
            <a:spLocks noGrp="1"/>
          </p:cNvSpPr>
          <p:nvPr/>
        </p:nvSpPr>
        <p:spPr>
          <a:xfrm rot="0">
            <a:off x="1450467" y="1109400"/>
            <a:ext cx="233680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Evidence coverage gap</a:t>
            </a:r>
          </a:p>
        </p:txBody>
      </p:sp>
      <p:sp>
        <p:nvSpPr>
          <p:cNvPr id="410" name="b">
            <a:extLst>
              <a:ext uri="{FF2B5EF4-FFF2-40B4-BE49-F238E27FC236}">
                <ns2:creationId id="{AA522243-88A7-4F75-8B3B-6EC8D2612F8F}"/>
              </a:ext>
            </a:extLst>
          </p:cNvPr>
          <p:cNvSpPr>
            <a:spLocks noGrp="1"/>
          </p:cNvSpPr>
          <p:nvPr/>
        </p:nvSpPr>
        <p:spPr>
          <a:xfrm rot="0">
            <a:off x="7183755" y="1081027"/>
            <a:ext cx="268288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411" name="Error reversal across regimes">
            <a:extLst>
              <a:ext uri="{FF2B5EF4-FFF2-40B4-BE49-F238E27FC236}">
                <ns2:creationId id="{39919206-66C3-4E23-A381-EE9706D4E556}"/>
              </a:ext>
            </a:extLst>
          </p:cNvPr>
          <p:cNvSpPr>
            <a:spLocks noGrp="1"/>
          </p:cNvSpPr>
          <p:nvPr/>
        </p:nvSpPr>
        <p:spPr>
          <a:xfrm rot="0">
            <a:off x="8030718" y="1109400"/>
            <a:ext cx="2992437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Error reversal across regimes</a:t>
            </a:r>
          </a:p>
        </p:txBody>
      </p:sp>
      <p:sp>
        <p:nvSpPr>
          <p:cNvPr id="412" name="c">
            <a:extLst>
              <a:ext uri="{FF2B5EF4-FFF2-40B4-BE49-F238E27FC236}">
                <ns2:creationId id="{3173DBDC-2FE2-4CFD-8865-E0E4F9111991}"/>
              </a:ext>
            </a:extLst>
          </p:cNvPr>
          <p:cNvSpPr>
            <a:spLocks noGrp="1"/>
          </p:cNvSpPr>
          <p:nvPr/>
        </p:nvSpPr>
        <p:spPr>
          <a:xfrm rot="0">
            <a:off x="603504" y="6159239"/>
            <a:ext cx="239712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413" name="Original forecasts at the most dilute condition">
            <a:extLst>
              <a:ext uri="{FF2B5EF4-FFF2-40B4-BE49-F238E27FC236}">
                <ns2:creationId id="{B8D240CD-BB7E-4D5D-88DB-D5666237B57D}"/>
              </a:ext>
            </a:extLst>
          </p:cNvPr>
          <p:cNvSpPr>
            <a:spLocks noGrp="1"/>
          </p:cNvSpPr>
          <p:nvPr/>
        </p:nvSpPr>
        <p:spPr>
          <a:xfrm rot="0">
            <a:off x="1450467" y="6187612"/>
            <a:ext cx="4576763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Original forecasts at the most dilute condition</a:t>
            </a:r>
          </a:p>
        </p:txBody>
      </p:sp>
      <p:sp>
        <p:nvSpPr>
          <p:cNvPr id="414" name="13.3 µM">
            <a:extLst>
              <a:ext uri="{FF2B5EF4-FFF2-40B4-BE49-F238E27FC236}">
                <ns2:creationId id="{D4EFB1D1-201C-493F-B0B4-801D6AFA5340}"/>
              </a:ext>
            </a:extLst>
          </p:cNvPr>
          <p:cNvSpPr>
            <a:spLocks noGrp="1"/>
          </p:cNvSpPr>
          <p:nvPr/>
        </p:nvSpPr>
        <p:spPr>
          <a:xfrm rot="0">
            <a:off x="12320334" y="6187612"/>
            <a:ext cx="906462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13.3 µM</a:t>
            </a:r>
          </a:p>
        </p:txBody>
      </p:sp>
      <p:sp>
        <p:nvSpPr>
          <p:cNvPr id="415" name="12 withheld queries: mean ± SD across 5 worlds">
            <a:extLst>
              <a:ext uri="{FF2B5EF4-FFF2-40B4-BE49-F238E27FC236}">
                <ns2:creationId id="{2F7276FF-A7A9-4030-8B7A-6A64DCADDADB}"/>
              </a:ext>
            </a:extLst>
          </p:cNvPr>
          <p:cNvSpPr>
            <a:spLocks noGrp="1"/>
          </p:cNvSpPr>
          <p:nvPr/>
        </p:nvSpPr>
        <p:spPr>
          <a:xfrm rot="0">
            <a:off x="1450467" y="1438859"/>
            <a:ext cx="40259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12 withheld queries: mean ± SD across 5 worlds</a:t>
            </a:r>
          </a:p>
        </p:txBody>
      </p:sp>
      <p:sp>
        <p:nvSpPr>
          <p:cNvPr id="416" name="Bars: mean ± SD; dots: 5 worlds">
            <a:extLst>
              <a:ext uri="{FF2B5EF4-FFF2-40B4-BE49-F238E27FC236}">
                <ns2:creationId id="{3EE73C60-7689-4FFA-B09D-BAC71039B7BF}"/>
              </a:ext>
            </a:extLst>
          </p:cNvPr>
          <p:cNvSpPr>
            <a:spLocks noGrp="1"/>
          </p:cNvSpPr>
          <p:nvPr/>
        </p:nvSpPr>
        <p:spPr>
          <a:xfrm rot="0">
            <a:off x="8030718" y="1438859"/>
            <a:ext cx="27463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Bars: mean ± SD; dots: 5 worlds</a:t>
            </a:r>
          </a:p>
        </p:txBody>
      </p:sp>
      <p:sp>
        <p:nvSpPr>
          <p:cNvPr id="417" name="Figure 5 plot object 416">
            <a:extLst>
              <a:ext uri="{FF2B5EF4-FFF2-40B4-BE49-F238E27FC236}">
                <ns2:creationId id="{D34D0319-687E-4C31-9EF2-FF650B2E9DF4}"/>
              </a:ext>
            </a:extLst>
          </p:cNvPr>
          <p:cNvSpPr>
            <a:spLocks noGrp="1"/>
          </p:cNvSpPr>
          <p:nvPr/>
        </p:nvSpPr>
        <p:spPr>
          <a:xfrm>
            <a:off x="8711438" y="5574408"/>
            <a:ext cx="243840" cy="142240"/>
          </a:xfrm>
          <a:custGeom>
            <a:pathLst>
              <a:path w="243840" h="142240">
                <a:moveTo>
                  <a:pt x="0" y="142240"/>
                </a:moveTo>
                <a:lnTo>
                  <a:pt x="243840" y="142240"/>
                </a:lnTo>
                <a:lnTo>
                  <a:pt x="243840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2700">
            <a:noFill/>
            <a:prstDash val="solid"/>
          </a:ln>
        </p:spPr>
      </p:sp>
      <p:sp>
        <p:nvSpPr>
          <p:cNvPr id="418" name="Opaque">
            <a:extLst>
              <a:ext uri="{FF2B5EF4-FFF2-40B4-BE49-F238E27FC236}">
                <ns2:creationId id="{683E46C6-9A3C-4A47-99AF-FD22C89D8735}"/>
              </a:ext>
            </a:extLst>
          </p:cNvPr>
          <p:cNvSpPr>
            <a:spLocks noGrp="1"/>
          </p:cNvSpPr>
          <p:nvPr/>
        </p:nvSpPr>
        <p:spPr>
          <a:xfrm rot="0">
            <a:off x="9036558" y="5529704"/>
            <a:ext cx="73183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Opaque</a:t>
            </a:r>
          </a:p>
        </p:txBody>
      </p:sp>
      <p:sp>
        <p:nvSpPr>
          <p:cNvPr id="419" name="Figure 5 plot object 418">
            <a:extLst>
              <a:ext uri="{FF2B5EF4-FFF2-40B4-BE49-F238E27FC236}">
                <ns2:creationId id="{4D9EFE6F-4726-4F36-9D34-9D07E8726216}"/>
              </a:ext>
            </a:extLst>
          </p:cNvPr>
          <p:cNvSpPr>
            <a:spLocks noGrp="1"/>
          </p:cNvSpPr>
          <p:nvPr/>
        </p:nvSpPr>
        <p:spPr>
          <a:xfrm>
            <a:off x="9912350" y="5574408"/>
            <a:ext cx="243840" cy="142240"/>
          </a:xfrm>
          <a:custGeom>
            <a:pathLst>
              <a:path w="243840" h="142240">
                <a:moveTo>
                  <a:pt x="0" y="142240"/>
                </a:moveTo>
                <a:lnTo>
                  <a:pt x="243840" y="142240"/>
                </a:lnTo>
                <a:lnTo>
                  <a:pt x="243840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2700">
            <a:noFill/>
            <a:prstDash val="solid"/>
          </a:ln>
        </p:spPr>
      </p:sp>
      <p:sp>
        <p:nvSpPr>
          <p:cNvPr id="420" name="Aligned">
            <a:extLst>
              <a:ext uri="{FF2B5EF4-FFF2-40B4-BE49-F238E27FC236}">
                <ns2:creationId id="{1FF14C9E-9658-4007-A09F-62EC21F56B67}"/>
              </a:ext>
            </a:extLst>
          </p:cNvPr>
          <p:cNvSpPr>
            <a:spLocks noGrp="1"/>
          </p:cNvSpPr>
          <p:nvPr/>
        </p:nvSpPr>
        <p:spPr>
          <a:xfrm rot="0">
            <a:off x="10237470" y="5529704"/>
            <a:ext cx="754062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Aligned</a:t>
            </a:r>
          </a:p>
        </p:txBody>
      </p:sp>
      <p:sp>
        <p:nvSpPr>
          <p:cNvPr id="421" name="Figure 5 plot object 420">
            <a:extLst>
              <a:ext uri="{FF2B5EF4-FFF2-40B4-BE49-F238E27FC236}">
                <ns2:creationId id="{9C22F486-AA9B-422C-9089-67B0F534AEE8}"/>
              </a:ext>
            </a:extLst>
          </p:cNvPr>
          <p:cNvSpPr>
            <a:spLocks noGrp="1"/>
          </p:cNvSpPr>
          <p:nvPr/>
        </p:nvSpPr>
        <p:spPr>
          <a:xfrm>
            <a:off x="11135963" y="5574408"/>
            <a:ext cx="243840" cy="142240"/>
          </a:xfrm>
          <a:custGeom>
            <a:pathLst>
              <a:path w="243840" h="142240">
                <a:moveTo>
                  <a:pt x="0" y="142240"/>
                </a:moveTo>
                <a:lnTo>
                  <a:pt x="243840" y="142240"/>
                </a:lnTo>
                <a:lnTo>
                  <a:pt x="243840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2700">
            <a:noFill/>
            <a:prstDash val="solid"/>
          </a:ln>
        </p:spPr>
      </p:sp>
      <p:sp>
        <p:nvSpPr>
          <p:cNvPr id="422" name="MisIndexed">
            <a:extLst>
              <a:ext uri="{FF2B5EF4-FFF2-40B4-BE49-F238E27FC236}">
                <ns2:creationId id="{0A9E38C8-EA76-467E-ACA2-3433051DACA3}"/>
              </a:ext>
            </a:extLst>
          </p:cNvPr>
          <p:cNvSpPr>
            <a:spLocks noGrp="1"/>
          </p:cNvSpPr>
          <p:nvPr/>
        </p:nvSpPr>
        <p:spPr>
          <a:xfrm rot="0">
            <a:off x="11461083" y="5529704"/>
            <a:ext cx="106838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MisIndexed</a:t>
            </a:r>
          </a:p>
        </p:txBody>
      </p:sp>
      <p:sp>
        <p:nvSpPr>
          <p:cNvPr id="423" name="Figure 5 plot object 422">
            <a:extLst>
              <a:ext uri="{FF2B5EF4-FFF2-40B4-BE49-F238E27FC236}">
                <ns2:creationId id="{F50AA031-5176-4E25-8F73-63B6EEC23D4E}"/>
              </a:ext>
            </a:extLst>
          </p:cNvPr>
          <p:cNvSpPr>
            <a:spLocks noGrp="1"/>
          </p:cNvSpPr>
          <p:nvPr/>
        </p:nvSpPr>
        <p:spPr>
          <a:xfrm>
            <a:off x="3729788" y="10060894"/>
            <a:ext cx="297180" cy="160020"/>
          </a:xfrm>
          <a:custGeom>
            <a:pathLst>
              <a:path w="297180" h="160020">
                <a:moveTo>
                  <a:pt x="0" y="160020"/>
                </a:moveTo>
                <a:lnTo>
                  <a:pt x="297180" y="160020"/>
                </a:lnTo>
                <a:lnTo>
                  <a:pt x="297180" y="0"/>
                </a:lnTo>
                <a:lnTo>
                  <a:pt x="0" y="0"/>
                </a:lnTo>
                <a:close/>
              </a:path>
            </a:pathLst>
          </a:custGeom>
          <a:solidFill>
            <a:srgbClr val="BFC9CF"/>
          </a:solidFill>
          <a:ln w="12700">
            <a:noFill/>
            <a:prstDash val="solid"/>
          </a:ln>
        </p:spPr>
      </p:sp>
      <p:sp>
        <p:nvSpPr>
          <p:cNvPr id="424" name="Withheld reference">
            <a:extLst>
              <a:ext uri="{FF2B5EF4-FFF2-40B4-BE49-F238E27FC236}">
                <ns2:creationId id="{10AA5091-9DBC-422E-B4F8-5493C48DEE5A}"/>
              </a:ext>
            </a:extLst>
          </p:cNvPr>
          <p:cNvSpPr>
            <a:spLocks noGrp="1"/>
          </p:cNvSpPr>
          <p:nvPr/>
        </p:nvSpPr>
        <p:spPr>
          <a:xfrm rot="0">
            <a:off x="4141268" y="10010602"/>
            <a:ext cx="1865312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Withheld reference</a:t>
            </a:r>
          </a:p>
        </p:txBody>
      </p:sp>
      <p:sp>
        <p:nvSpPr>
          <p:cNvPr id="425" name="Figure 5 plot object 424">
            <a:extLst>
              <a:ext uri="{FF2B5EF4-FFF2-40B4-BE49-F238E27FC236}">
                <ns2:creationId id="{68EB22F7-406E-4737-A106-05090D66E1A4}"/>
              </a:ext>
            </a:extLst>
          </p:cNvPr>
          <p:cNvSpPr>
            <a:spLocks noGrp="1"/>
          </p:cNvSpPr>
          <p:nvPr/>
        </p:nvSpPr>
        <p:spPr>
          <a:xfrm>
            <a:off x="6301466" y="10060894"/>
            <a:ext cx="297180" cy="160020"/>
          </a:xfrm>
          <a:custGeom>
            <a:pathLst>
              <a:path w="297180" h="160020">
                <a:moveTo>
                  <a:pt x="0" y="160020"/>
                </a:moveTo>
                <a:lnTo>
                  <a:pt x="297180" y="160020"/>
                </a:lnTo>
                <a:lnTo>
                  <a:pt x="297180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2700">
            <a:noFill/>
            <a:prstDash val="solid"/>
          </a:ln>
        </p:spPr>
      </p:sp>
      <p:sp>
        <p:nvSpPr>
          <p:cNvPr id="426" name="Opaque">
            <a:extLst>
              <a:ext uri="{FF2B5EF4-FFF2-40B4-BE49-F238E27FC236}">
                <ns2:creationId id="{51FC32FD-0C25-49C1-8642-D0DFCD86EB47}"/>
              </a:ext>
            </a:extLst>
          </p:cNvPr>
          <p:cNvSpPr>
            <a:spLocks noGrp="1"/>
          </p:cNvSpPr>
          <p:nvPr/>
        </p:nvSpPr>
        <p:spPr>
          <a:xfrm rot="0">
            <a:off x="6712946" y="10010602"/>
            <a:ext cx="827088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Opaque</a:t>
            </a:r>
          </a:p>
        </p:txBody>
      </p:sp>
      <p:sp>
        <p:nvSpPr>
          <p:cNvPr id="427" name="Figure 5 plot object 426">
            <a:extLst>
              <a:ext uri="{FF2B5EF4-FFF2-40B4-BE49-F238E27FC236}">
                <ns2:creationId id="{3E5A8946-69D6-4DBE-B4A0-83F76237A76D}"/>
              </a:ext>
            </a:extLst>
          </p:cNvPr>
          <p:cNvSpPr>
            <a:spLocks noGrp="1"/>
          </p:cNvSpPr>
          <p:nvPr/>
        </p:nvSpPr>
        <p:spPr>
          <a:xfrm>
            <a:off x="7835372" y="10060894"/>
            <a:ext cx="297180" cy="160020"/>
          </a:xfrm>
          <a:custGeom>
            <a:pathLst>
              <a:path w="297180" h="160020">
                <a:moveTo>
                  <a:pt x="0" y="160020"/>
                </a:moveTo>
                <a:lnTo>
                  <a:pt x="297180" y="160020"/>
                </a:lnTo>
                <a:lnTo>
                  <a:pt x="297180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2700">
            <a:noFill/>
            <a:prstDash val="solid"/>
          </a:ln>
        </p:spPr>
      </p:sp>
      <p:sp>
        <p:nvSpPr>
          <p:cNvPr id="428" name="Aligned">
            <a:extLst>
              <a:ext uri="{FF2B5EF4-FFF2-40B4-BE49-F238E27FC236}">
                <ns2:creationId id="{FD4EDCE4-4E87-4016-A0E4-AD1F30956319}"/>
              </a:ext>
            </a:extLst>
          </p:cNvPr>
          <p:cNvSpPr>
            <a:spLocks noGrp="1"/>
          </p:cNvSpPr>
          <p:nvPr/>
        </p:nvSpPr>
        <p:spPr>
          <a:xfrm rot="0">
            <a:off x="8246852" y="10010602"/>
            <a:ext cx="849312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Aligned</a:t>
            </a:r>
          </a:p>
        </p:txBody>
      </p:sp>
      <p:sp>
        <p:nvSpPr>
          <p:cNvPr id="429" name="Figure 5 plot object 428">
            <a:extLst>
              <a:ext uri="{FF2B5EF4-FFF2-40B4-BE49-F238E27FC236}">
                <ns2:creationId id="{2099CDE8-DBCD-4428-A479-E0DF5E2383DD}"/>
              </a:ext>
            </a:extLst>
          </p:cNvPr>
          <p:cNvSpPr>
            <a:spLocks noGrp="1"/>
          </p:cNvSpPr>
          <p:nvPr/>
        </p:nvSpPr>
        <p:spPr>
          <a:xfrm>
            <a:off x="9394817" y="10060894"/>
            <a:ext cx="297180" cy="160020"/>
          </a:xfrm>
          <a:custGeom>
            <a:pathLst>
              <a:path w="297180" h="160020">
                <a:moveTo>
                  <a:pt x="0" y="160020"/>
                </a:moveTo>
                <a:lnTo>
                  <a:pt x="297180" y="160020"/>
                </a:lnTo>
                <a:lnTo>
                  <a:pt x="297180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2700">
            <a:noFill/>
            <a:prstDash val="solid"/>
          </a:ln>
        </p:spPr>
      </p:sp>
      <p:sp>
        <p:nvSpPr>
          <p:cNvPr id="430" name="MisIndexed">
            <a:extLst>
              <a:ext uri="{FF2B5EF4-FFF2-40B4-BE49-F238E27FC236}">
                <ns2:creationId id="{61C9AF1A-F551-46FC-8297-1BC85D59255D}"/>
              </a:ext>
            </a:extLst>
          </p:cNvPr>
          <p:cNvSpPr>
            <a:spLocks noGrp="1"/>
          </p:cNvSpPr>
          <p:nvPr/>
        </p:nvSpPr>
        <p:spPr>
          <a:xfrm rot="0">
            <a:off x="9806297" y="10010602"/>
            <a:ext cx="1204913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MisIndexed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5" name="Figure 6 plot object 0"/>
          <p:cNvSpPr>
            <a:spLocks noGrp="1"/>
          </p:cNvSpPr>
          <p:nvPr/>
        </p:nvSpPr>
        <p:spPr>
          <a:xfrm>
            <a:off x="342900" y="769925"/>
            <a:ext cx="13030200" cy="9890151"/>
          </a:xfrm>
          <a:custGeom>
            <a:avLst/>
            <a:gdLst/>
            <a:ahLst/>
            <a:cxnLst/>
            <a:pathLst>
              <a:path w="13030200" h="9890151">
                <a:moveTo>
                  <a:pt x="0" y="9890151"/>
                </a:moveTo>
                <a:lnTo>
                  <a:pt x="13030200" y="9890151"/>
                </a:lnTo>
                <a:lnTo>
                  <a:pt x="13030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572">
            <a:noFill/>
            <a:prstDash val="solid"/>
          </a:ln>
        </p:spPr>
      </p:sp>
      <p:sp>
        <p:nvSpPr>
          <p:cNvPr id="2" name="Figure 6 plot object 1"/>
          <p:cNvSpPr>
            <a:spLocks noGrp="1"/>
          </p:cNvSpPr>
          <p:nvPr/>
        </p:nvSpPr>
        <p:spPr>
          <a:xfrm>
            <a:off x="2814806" y="1757284"/>
            <a:ext cx="3884111" cy="3131813"/>
          </a:xfrm>
          <a:custGeom>
            <a:avLst/>
            <a:gdLst/>
            <a:ahLst/>
            <a:cxnLst/>
            <a:pathLst>
              <a:path w="3884111" h="3131813">
                <a:moveTo>
                  <a:pt x="0" y="3131813"/>
                </a:moveTo>
                <a:lnTo>
                  <a:pt x="3884111" y="3131813"/>
                </a:lnTo>
                <a:lnTo>
                  <a:pt x="388411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572">
            <a:noFill/>
            <a:prstDash val="solid"/>
          </a:ln>
        </p:spPr>
      </p:sp>
      <p:sp>
        <p:nvSpPr>
          <p:cNvPr id="3" name="Figure 6 plot object 2"/>
          <p:cNvSpPr>
            <a:spLocks noGrp="1"/>
          </p:cNvSpPr>
          <p:nvPr/>
        </p:nvSpPr>
        <p:spPr>
          <a:xfrm>
            <a:off x="2814806" y="1979424"/>
            <a:ext cx="3827168" cy="356881"/>
          </a:xfrm>
          <a:custGeom>
            <a:avLst/>
            <a:gdLst/>
            <a:ahLst/>
            <a:cxnLst/>
            <a:pathLst>
              <a:path w="3827168" h="356881">
                <a:moveTo>
                  <a:pt x="0" y="356881"/>
                </a:moveTo>
                <a:lnTo>
                  <a:pt x="3827168" y="356881"/>
                </a:lnTo>
                <a:lnTo>
                  <a:pt x="3827168" y="0"/>
                </a:lnTo>
                <a:lnTo>
                  <a:pt x="0" y="0"/>
                </a:lnTo>
                <a:close/>
              </a:path>
            </a:pathLst>
          </a:custGeom>
          <a:solidFill>
            <a:srgbClr val="92A0AA"/>
          </a:solidFill>
          <a:ln w="25572">
            <a:noFill/>
            <a:prstDash val="solid"/>
          </a:ln>
        </p:spPr>
      </p:sp>
      <p:sp>
        <p:nvSpPr>
          <p:cNvPr id="4" name="Figure 6 plot object 3"/>
          <p:cNvSpPr>
            <a:spLocks noGrp="1"/>
          </p:cNvSpPr>
          <p:nvPr/>
        </p:nvSpPr>
        <p:spPr>
          <a:xfrm>
            <a:off x="2814806" y="2707752"/>
            <a:ext cx="3826164" cy="356881"/>
          </a:xfrm>
          <a:custGeom>
            <a:avLst/>
            <a:gdLst/>
            <a:ahLst/>
            <a:cxnLst/>
            <a:pathLst>
              <a:path w="3826164" h="356881">
                <a:moveTo>
                  <a:pt x="0" y="356881"/>
                </a:moveTo>
                <a:lnTo>
                  <a:pt x="3826164" y="356881"/>
                </a:lnTo>
                <a:lnTo>
                  <a:pt x="3826164" y="0"/>
                </a:lnTo>
                <a:lnTo>
                  <a:pt x="0" y="0"/>
                </a:lnTo>
                <a:close/>
              </a:path>
            </a:pathLst>
          </a:custGeom>
          <a:solidFill>
            <a:srgbClr val="CDD5DA"/>
          </a:solidFill>
          <a:ln w="25572">
            <a:noFill/>
            <a:prstDash val="solid"/>
          </a:ln>
        </p:spPr>
      </p:sp>
      <p:sp>
        <p:nvSpPr>
          <p:cNvPr id="5" name="Figure 6 plot object 4"/>
          <p:cNvSpPr>
            <a:spLocks noGrp="1"/>
          </p:cNvSpPr>
          <p:nvPr/>
        </p:nvSpPr>
        <p:spPr>
          <a:xfrm>
            <a:off x="2814806" y="3618163"/>
            <a:ext cx="3633349" cy="356881"/>
          </a:xfrm>
          <a:custGeom>
            <a:avLst/>
            <a:gdLst/>
            <a:ahLst/>
            <a:cxnLst/>
            <a:pathLst>
              <a:path w="3633349" h="356881">
                <a:moveTo>
                  <a:pt x="0" y="356881"/>
                </a:moveTo>
                <a:lnTo>
                  <a:pt x="3633349" y="356881"/>
                </a:lnTo>
                <a:lnTo>
                  <a:pt x="3633349" y="0"/>
                </a:lnTo>
                <a:lnTo>
                  <a:pt x="0" y="0"/>
                </a:lnTo>
                <a:close/>
              </a:path>
            </a:pathLst>
          </a:custGeom>
          <a:solidFill>
            <a:srgbClr val="337F89"/>
          </a:solidFill>
          <a:ln w="25572">
            <a:noFill/>
            <a:prstDash val="solid"/>
          </a:ln>
        </p:spPr>
      </p:sp>
      <p:sp>
        <p:nvSpPr>
          <p:cNvPr id="6" name="Figure 6 plot object 5"/>
          <p:cNvSpPr>
            <a:spLocks noGrp="1"/>
          </p:cNvSpPr>
          <p:nvPr/>
        </p:nvSpPr>
        <p:spPr>
          <a:xfrm>
            <a:off x="2814806" y="4346492"/>
            <a:ext cx="3685763" cy="356881"/>
          </a:xfrm>
          <a:custGeom>
            <a:avLst/>
            <a:gdLst/>
            <a:ahLst/>
            <a:cxnLst/>
            <a:pathLst>
              <a:path w="3685763" h="356881">
                <a:moveTo>
                  <a:pt x="0" y="356881"/>
                </a:moveTo>
                <a:lnTo>
                  <a:pt x="3685763" y="356881"/>
                </a:lnTo>
                <a:lnTo>
                  <a:pt x="3685763" y="0"/>
                </a:lnTo>
                <a:lnTo>
                  <a:pt x="0" y="0"/>
                </a:lnTo>
                <a:close/>
              </a:path>
            </a:pathLst>
          </a:custGeom>
          <a:solidFill>
            <a:srgbClr val="337F89"/>
          </a:solidFill>
          <a:ln w="25572">
            <a:noFill/>
            <a:prstDash val="solid"/>
          </a:ln>
        </p:spPr>
      </p:sp>
      <p:sp>
        <p:nvSpPr>
          <p:cNvPr id="7" name="Figure 6 plot object 6"/>
          <p:cNvSpPr>
            <a:spLocks noGrp="1"/>
          </p:cNvSpPr>
          <p:nvPr/>
        </p:nvSpPr>
        <p:spPr>
          <a:xfrm>
            <a:off x="2814806" y="4889097"/>
            <a:ext cx="26" cy="102287"/>
          </a:xfrm>
          <a:custGeom>
            <a:avLst/>
            <a:gdLst/>
            <a:ahLst/>
            <a:cxnLst/>
            <a:pathLst>
              <a:path w="26" h="102287">
                <a:moveTo>
                  <a:pt x="0" y="0"/>
                </a:moveTo>
                <a:lnTo>
                  <a:pt x="0" y="102287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8" name="0"/>
          <p:cNvSpPr>
            <a:spLocks noGrp="1"/>
          </p:cNvSpPr>
          <p:nvPr/>
        </p:nvSpPr>
        <p:spPr>
          <a:xfrm>
            <a:off x="2757269" y="5128607"/>
            <a:ext cx="217359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" name="Figure 6 plot object 8"/>
          <p:cNvSpPr>
            <a:spLocks noGrp="1"/>
          </p:cNvSpPr>
          <p:nvPr/>
        </p:nvSpPr>
        <p:spPr>
          <a:xfrm>
            <a:off x="3785833" y="4889097"/>
            <a:ext cx="26" cy="102287"/>
          </a:xfrm>
          <a:custGeom>
            <a:avLst/>
            <a:gdLst/>
            <a:ahLst/>
            <a:cxnLst/>
            <a:pathLst>
              <a:path w="26" h="102287">
                <a:moveTo>
                  <a:pt x="0" y="0"/>
                </a:moveTo>
                <a:lnTo>
                  <a:pt x="0" y="102287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10" name="25"/>
          <p:cNvSpPr>
            <a:spLocks noGrp="1"/>
          </p:cNvSpPr>
          <p:nvPr/>
        </p:nvSpPr>
        <p:spPr>
          <a:xfrm>
            <a:off x="3673957" y="5128607"/>
            <a:ext cx="326039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25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" name="Figure 6 plot object 10"/>
          <p:cNvSpPr>
            <a:spLocks noGrp="1"/>
          </p:cNvSpPr>
          <p:nvPr/>
        </p:nvSpPr>
        <p:spPr>
          <a:xfrm>
            <a:off x="4756861" y="4889097"/>
            <a:ext cx="26" cy="102287"/>
          </a:xfrm>
          <a:custGeom>
            <a:avLst/>
            <a:gdLst/>
            <a:ahLst/>
            <a:cxnLst/>
            <a:pathLst>
              <a:path w="26" h="102287">
                <a:moveTo>
                  <a:pt x="0" y="0"/>
                </a:moveTo>
                <a:lnTo>
                  <a:pt x="0" y="102287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12" name="50"/>
          <p:cNvSpPr>
            <a:spLocks noGrp="1"/>
          </p:cNvSpPr>
          <p:nvPr/>
        </p:nvSpPr>
        <p:spPr>
          <a:xfrm>
            <a:off x="4643387" y="5128607"/>
            <a:ext cx="329235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50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" name="Figure 6 plot object 12"/>
          <p:cNvSpPr>
            <a:spLocks noGrp="1"/>
          </p:cNvSpPr>
          <p:nvPr/>
        </p:nvSpPr>
        <p:spPr>
          <a:xfrm>
            <a:off x="5727889" y="4889097"/>
            <a:ext cx="26" cy="102287"/>
          </a:xfrm>
          <a:custGeom>
            <a:avLst/>
            <a:gdLst/>
            <a:ahLst/>
            <a:cxnLst/>
            <a:pathLst>
              <a:path w="26" h="102287">
                <a:moveTo>
                  <a:pt x="0" y="0"/>
                </a:moveTo>
                <a:lnTo>
                  <a:pt x="0" y="102287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14" name="75"/>
          <p:cNvSpPr>
            <a:spLocks noGrp="1"/>
          </p:cNvSpPr>
          <p:nvPr/>
        </p:nvSpPr>
        <p:spPr>
          <a:xfrm>
            <a:off x="5616013" y="5128607"/>
            <a:ext cx="326039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75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" name="Figure 6 plot object 14"/>
          <p:cNvSpPr>
            <a:spLocks noGrp="1"/>
          </p:cNvSpPr>
          <p:nvPr/>
        </p:nvSpPr>
        <p:spPr>
          <a:xfrm>
            <a:off x="6698917" y="4889097"/>
            <a:ext cx="26" cy="102287"/>
          </a:xfrm>
          <a:custGeom>
            <a:avLst/>
            <a:gdLst/>
            <a:ahLst/>
            <a:cxnLst/>
            <a:pathLst>
              <a:path w="26" h="102287">
                <a:moveTo>
                  <a:pt x="0" y="0"/>
                </a:moveTo>
                <a:lnTo>
                  <a:pt x="0" y="102287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16" name="100"/>
          <p:cNvSpPr>
            <a:spLocks noGrp="1"/>
          </p:cNvSpPr>
          <p:nvPr/>
        </p:nvSpPr>
        <p:spPr>
          <a:xfrm>
            <a:off x="6526308" y="5128607"/>
            <a:ext cx="447504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100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7" name="Mean crystal purity (%)"/>
          <p:cNvSpPr>
            <a:spLocks noGrp="1"/>
          </p:cNvSpPr>
          <p:nvPr/>
        </p:nvSpPr>
        <p:spPr>
          <a:xfrm>
            <a:off x="3711619" y="5420476"/>
            <a:ext cx="2218055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Mean crystal purity (%)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8" name="Figure 6 plot object 17"/>
          <p:cNvSpPr>
            <a:spLocks noGrp="1"/>
          </p:cNvSpPr>
          <p:nvPr/>
        </p:nvSpPr>
        <p:spPr>
          <a:xfrm>
            <a:off x="2814806" y="1757284"/>
            <a:ext cx="26" cy="3131813"/>
          </a:xfrm>
          <a:custGeom>
            <a:avLst/>
            <a:gdLst/>
            <a:ahLst/>
            <a:cxnLst/>
            <a:pathLst>
              <a:path w="26" h="3131813">
                <a:moveTo>
                  <a:pt x="0" y="3131813"/>
                </a:moveTo>
                <a:lnTo>
                  <a:pt x="0" y="0"/>
                </a:lnTo>
              </a:path>
            </a:pathLst>
          </a:custGeom>
          <a:noFill/>
          <a:ln w="23014">
            <a:solidFill>
              <a:srgbClr val="111111"/>
            </a:solidFill>
            <a:prstDash val="solid"/>
          </a:ln>
        </p:spPr>
      </p:sp>
      <p:sp>
        <p:nvSpPr>
          <p:cNvPr id="19" name="Figure 6 plot object 18"/>
          <p:cNvSpPr>
            <a:spLocks noGrp="1"/>
          </p:cNvSpPr>
          <p:nvPr/>
        </p:nvSpPr>
        <p:spPr>
          <a:xfrm>
            <a:off x="2814806" y="4889097"/>
            <a:ext cx="3884111" cy="26"/>
          </a:xfrm>
          <a:custGeom>
            <a:avLst/>
            <a:gdLst/>
            <a:ahLst/>
            <a:cxnLst/>
            <a:pathLst>
              <a:path w="3884111" h="26">
                <a:moveTo>
                  <a:pt x="0" y="0"/>
                </a:moveTo>
                <a:lnTo>
                  <a:pt x="3884111" y="0"/>
                </a:lnTo>
              </a:path>
            </a:pathLst>
          </a:custGeom>
          <a:noFill/>
          <a:ln w="23014">
            <a:solidFill>
              <a:srgbClr val="111111"/>
            </a:solidFill>
            <a:prstDash val="solid"/>
          </a:ln>
        </p:spPr>
      </p:sp>
      <p:sp>
        <p:nvSpPr>
          <p:cNvPr id="20" name="Research observations"/>
          <p:cNvSpPr>
            <a:spLocks noGrp="1"/>
          </p:cNvSpPr>
          <p:nvPr/>
        </p:nvSpPr>
        <p:spPr>
          <a:xfrm>
            <a:off x="510516" y="1890736"/>
            <a:ext cx="221996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Research observations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1" name="30 campaigns"/>
          <p:cNvSpPr>
            <a:spLocks noGrp="1"/>
          </p:cNvSpPr>
          <p:nvPr/>
        </p:nvSpPr>
        <p:spPr>
          <a:xfrm>
            <a:off x="1329065" y="2151951"/>
            <a:ext cx="138087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30 campaigns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2" name="98.53%"/>
          <p:cNvSpPr>
            <a:spLocks noGrp="1"/>
          </p:cNvSpPr>
          <p:nvPr/>
        </p:nvSpPr>
        <p:spPr>
          <a:xfrm>
            <a:off x="5867463" y="2022542"/>
            <a:ext cx="799115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98.53%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3" name="Blind-test reference"/>
          <p:cNvSpPr>
            <a:spLocks noGrp="1"/>
          </p:cNvSpPr>
          <p:nvPr/>
        </p:nvSpPr>
        <p:spPr>
          <a:xfrm>
            <a:off x="828947" y="2619065"/>
            <a:ext cx="188341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Blind-test reference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4" name="30 campaigns"/>
          <p:cNvSpPr>
            <a:spLocks noGrp="1"/>
          </p:cNvSpPr>
          <p:nvPr/>
        </p:nvSpPr>
        <p:spPr>
          <a:xfrm>
            <a:off x="1329065" y="2880280"/>
            <a:ext cx="138087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30 campaigns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5" name="98.51%"/>
          <p:cNvSpPr>
            <a:spLocks noGrp="1"/>
          </p:cNvSpPr>
          <p:nvPr/>
        </p:nvSpPr>
        <p:spPr>
          <a:xfrm>
            <a:off x="5866459" y="2750871"/>
            <a:ext cx="799115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98.51%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6" name="Agent: 12 batches"/>
          <p:cNvSpPr>
            <a:spLocks noGrp="1"/>
          </p:cNvSpPr>
          <p:nvPr/>
        </p:nvSpPr>
        <p:spPr>
          <a:xfrm>
            <a:off x="953609" y="3528581"/>
            <a:ext cx="1748463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Agent: 12 batches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7" name="15 campaigns"/>
          <p:cNvSpPr>
            <a:spLocks noGrp="1"/>
          </p:cNvSpPr>
          <p:nvPr/>
        </p:nvSpPr>
        <p:spPr>
          <a:xfrm>
            <a:off x="1329065" y="3792193"/>
            <a:ext cx="1377674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15 campaigns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8" name="93.54%"/>
          <p:cNvSpPr>
            <a:spLocks noGrp="1"/>
          </p:cNvSpPr>
          <p:nvPr/>
        </p:nvSpPr>
        <p:spPr>
          <a:xfrm>
            <a:off x="5673644" y="3661282"/>
            <a:ext cx="799115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93.54%</a:t>
            </a:r>
            <a:endParaRPr sz="1800" b="0" i="0">
              <a:solidFill>
                <a:srgbClr val="FFFFFF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9" name="Agent: 24 batches"/>
          <p:cNvSpPr>
            <a:spLocks noGrp="1"/>
          </p:cNvSpPr>
          <p:nvPr/>
        </p:nvSpPr>
        <p:spPr>
          <a:xfrm>
            <a:off x="953609" y="4256909"/>
            <a:ext cx="1748463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Agent: 24 batches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0" name="15 campaigns"/>
          <p:cNvSpPr>
            <a:spLocks noGrp="1"/>
          </p:cNvSpPr>
          <p:nvPr/>
        </p:nvSpPr>
        <p:spPr>
          <a:xfrm>
            <a:off x="1329065" y="4520521"/>
            <a:ext cx="1377674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15 campaigns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1" name="94.89%"/>
          <p:cNvSpPr>
            <a:spLocks noGrp="1"/>
          </p:cNvSpPr>
          <p:nvPr/>
        </p:nvSpPr>
        <p:spPr>
          <a:xfrm>
            <a:off x="5722862" y="4389610"/>
            <a:ext cx="802311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94.89%</a:t>
            </a:r>
            <a:endParaRPr sz="1800" b="0" i="0">
              <a:solidFill>
                <a:srgbClr val="FFFFFF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2" name="Figure 6 plot object 31"/>
          <p:cNvSpPr>
            <a:spLocks noGrp="1"/>
          </p:cNvSpPr>
          <p:nvPr/>
        </p:nvSpPr>
        <p:spPr>
          <a:xfrm>
            <a:off x="9429725" y="1757284"/>
            <a:ext cx="3645497" cy="3131813"/>
          </a:xfrm>
          <a:custGeom>
            <a:avLst/>
            <a:gdLst/>
            <a:ahLst/>
            <a:cxnLst/>
            <a:pathLst>
              <a:path w="3645497" h="3131813">
                <a:moveTo>
                  <a:pt x="0" y="3131813"/>
                </a:moveTo>
                <a:lnTo>
                  <a:pt x="3645497" y="3131813"/>
                </a:lnTo>
                <a:lnTo>
                  <a:pt x="364549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572">
            <a:noFill/>
            <a:prstDash val="solid"/>
          </a:ln>
        </p:spPr>
      </p:sp>
      <p:sp>
        <p:nvSpPr>
          <p:cNvPr id="33" name="Figure 6 plot object 32"/>
          <p:cNvSpPr>
            <a:spLocks noGrp="1"/>
          </p:cNvSpPr>
          <p:nvPr/>
        </p:nvSpPr>
        <p:spPr>
          <a:xfrm>
            <a:off x="9429725" y="2095956"/>
            <a:ext cx="3159431" cy="342314"/>
          </a:xfrm>
          <a:custGeom>
            <a:avLst/>
            <a:gdLst/>
            <a:ahLst/>
            <a:cxnLst/>
            <a:pathLst>
              <a:path w="3159431" h="342314">
                <a:moveTo>
                  <a:pt x="0" y="342314"/>
                </a:moveTo>
                <a:lnTo>
                  <a:pt x="3159431" y="342314"/>
                </a:lnTo>
                <a:lnTo>
                  <a:pt x="3159431" y="0"/>
                </a:lnTo>
                <a:lnTo>
                  <a:pt x="0" y="0"/>
                </a:lnTo>
                <a:close/>
              </a:path>
            </a:pathLst>
          </a:custGeom>
          <a:solidFill>
            <a:srgbClr val="337F89"/>
          </a:solidFill>
          <a:ln w="25572">
            <a:noFill/>
            <a:prstDash val="solid"/>
          </a:ln>
        </p:spPr>
      </p:sp>
      <p:sp>
        <p:nvSpPr>
          <p:cNvPr id="34" name="Figure 6 plot object 33"/>
          <p:cNvSpPr>
            <a:spLocks noGrp="1"/>
          </p:cNvSpPr>
          <p:nvPr/>
        </p:nvSpPr>
        <p:spPr>
          <a:xfrm>
            <a:off x="9429725" y="2824285"/>
            <a:ext cx="2551848" cy="342314"/>
          </a:xfrm>
          <a:custGeom>
            <a:avLst/>
            <a:gdLst/>
            <a:ahLst/>
            <a:cxnLst/>
            <a:pathLst>
              <a:path w="2551848" h="342314">
                <a:moveTo>
                  <a:pt x="0" y="342314"/>
                </a:moveTo>
                <a:lnTo>
                  <a:pt x="2551848" y="342314"/>
                </a:lnTo>
                <a:lnTo>
                  <a:pt x="2551848" y="0"/>
                </a:lnTo>
                <a:lnTo>
                  <a:pt x="0" y="0"/>
                </a:lnTo>
                <a:close/>
              </a:path>
            </a:pathLst>
          </a:custGeom>
          <a:solidFill>
            <a:srgbClr val="337F89"/>
          </a:solidFill>
          <a:ln w="25572">
            <a:noFill/>
            <a:prstDash val="solid"/>
          </a:ln>
        </p:spPr>
      </p:sp>
      <p:sp>
        <p:nvSpPr>
          <p:cNvPr id="35" name="Figure 6 plot object 34"/>
          <p:cNvSpPr>
            <a:spLocks noGrp="1"/>
          </p:cNvSpPr>
          <p:nvPr/>
        </p:nvSpPr>
        <p:spPr>
          <a:xfrm>
            <a:off x="9429725" y="3552614"/>
            <a:ext cx="486066" cy="342314"/>
          </a:xfrm>
          <a:custGeom>
            <a:avLst/>
            <a:gdLst/>
            <a:ahLst/>
            <a:cxnLst/>
            <a:pathLst>
              <a:path w="486066" h="342314">
                <a:moveTo>
                  <a:pt x="0" y="342314"/>
                </a:moveTo>
                <a:lnTo>
                  <a:pt x="486066" y="342314"/>
                </a:lnTo>
                <a:lnTo>
                  <a:pt x="486066" y="0"/>
                </a:lnTo>
                <a:lnTo>
                  <a:pt x="0" y="0"/>
                </a:lnTo>
                <a:close/>
              </a:path>
            </a:pathLst>
          </a:custGeom>
          <a:solidFill>
            <a:srgbClr val="337F89"/>
          </a:solidFill>
          <a:ln w="25572">
            <a:noFill/>
            <a:prstDash val="solid"/>
          </a:ln>
        </p:spPr>
      </p:sp>
      <p:sp>
        <p:nvSpPr>
          <p:cNvPr id="36" name="Figure 6 plot object 35"/>
          <p:cNvSpPr>
            <a:spLocks noGrp="1"/>
          </p:cNvSpPr>
          <p:nvPr/>
        </p:nvSpPr>
        <p:spPr>
          <a:xfrm>
            <a:off x="9429725" y="4280942"/>
            <a:ext cx="26" cy="342314"/>
          </a:xfrm>
          <a:custGeom>
            <a:avLst/>
            <a:gdLst/>
            <a:ahLst/>
            <a:cxnLst/>
            <a:pathLst>
              <a:path w="26" h="342314">
                <a:moveTo>
                  <a:pt x="0" y="342314"/>
                </a:moveTo>
                <a:lnTo>
                  <a:pt x="0" y="34231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337F89"/>
          </a:solidFill>
          <a:ln w="25572">
            <a:noFill/>
            <a:prstDash val="solid"/>
          </a:ln>
        </p:spPr>
      </p:sp>
      <p:sp>
        <p:nvSpPr>
          <p:cNvPr id="37" name="Figure 6 plot object 36"/>
          <p:cNvSpPr>
            <a:spLocks noGrp="1"/>
          </p:cNvSpPr>
          <p:nvPr/>
        </p:nvSpPr>
        <p:spPr>
          <a:xfrm>
            <a:off x="9429725" y="4889097"/>
            <a:ext cx="26" cy="102287"/>
          </a:xfrm>
          <a:custGeom>
            <a:avLst/>
            <a:gdLst/>
            <a:ahLst/>
            <a:cxnLst/>
            <a:pathLst>
              <a:path w="26" h="102287">
                <a:moveTo>
                  <a:pt x="0" y="0"/>
                </a:moveTo>
                <a:lnTo>
                  <a:pt x="0" y="102287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38" name="0"/>
          <p:cNvSpPr>
            <a:spLocks noGrp="1"/>
          </p:cNvSpPr>
          <p:nvPr/>
        </p:nvSpPr>
        <p:spPr>
          <a:xfrm>
            <a:off x="9372189" y="5128607"/>
            <a:ext cx="217359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9" name="Figure 6 plot object 38"/>
          <p:cNvSpPr>
            <a:spLocks noGrp="1"/>
          </p:cNvSpPr>
          <p:nvPr/>
        </p:nvSpPr>
        <p:spPr>
          <a:xfrm>
            <a:off x="10644891" y="4889097"/>
            <a:ext cx="26" cy="102287"/>
          </a:xfrm>
          <a:custGeom>
            <a:avLst/>
            <a:gdLst/>
            <a:ahLst/>
            <a:cxnLst/>
            <a:pathLst>
              <a:path w="26" h="102287">
                <a:moveTo>
                  <a:pt x="0" y="0"/>
                </a:moveTo>
                <a:lnTo>
                  <a:pt x="0" y="102287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40" name="10"/>
          <p:cNvSpPr>
            <a:spLocks noGrp="1"/>
          </p:cNvSpPr>
          <p:nvPr/>
        </p:nvSpPr>
        <p:spPr>
          <a:xfrm>
            <a:off x="10529818" y="5128607"/>
            <a:ext cx="332432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41" name="Figure 6 plot object 40"/>
          <p:cNvSpPr>
            <a:spLocks noGrp="1"/>
          </p:cNvSpPr>
          <p:nvPr/>
        </p:nvSpPr>
        <p:spPr>
          <a:xfrm>
            <a:off x="11860056" y="4889097"/>
            <a:ext cx="26" cy="102287"/>
          </a:xfrm>
          <a:custGeom>
            <a:avLst/>
            <a:gdLst/>
            <a:ahLst/>
            <a:cxnLst/>
            <a:pathLst>
              <a:path w="26" h="102287">
                <a:moveTo>
                  <a:pt x="0" y="0"/>
                </a:moveTo>
                <a:lnTo>
                  <a:pt x="0" y="102287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42" name="20"/>
          <p:cNvSpPr>
            <a:spLocks noGrp="1"/>
          </p:cNvSpPr>
          <p:nvPr/>
        </p:nvSpPr>
        <p:spPr>
          <a:xfrm>
            <a:off x="11746582" y="5128607"/>
            <a:ext cx="329235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43" name="Figure 6 plot object 42"/>
          <p:cNvSpPr>
            <a:spLocks noGrp="1"/>
          </p:cNvSpPr>
          <p:nvPr/>
        </p:nvSpPr>
        <p:spPr>
          <a:xfrm>
            <a:off x="13075222" y="4889097"/>
            <a:ext cx="26" cy="102287"/>
          </a:xfrm>
          <a:custGeom>
            <a:avLst/>
            <a:gdLst/>
            <a:ahLst/>
            <a:cxnLst/>
            <a:pathLst>
              <a:path w="26" h="102287">
                <a:moveTo>
                  <a:pt x="0" y="0"/>
                </a:moveTo>
                <a:lnTo>
                  <a:pt x="0" y="102287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44" name="30"/>
          <p:cNvSpPr>
            <a:spLocks noGrp="1"/>
          </p:cNvSpPr>
          <p:nvPr/>
        </p:nvSpPr>
        <p:spPr>
          <a:xfrm>
            <a:off x="12960150" y="5128607"/>
            <a:ext cx="332432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30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45" name="Campaigns (of 30)"/>
          <p:cNvSpPr>
            <a:spLocks noGrp="1"/>
          </p:cNvSpPr>
          <p:nvPr/>
        </p:nvSpPr>
        <p:spPr>
          <a:xfrm>
            <a:off x="10410207" y="5420476"/>
            <a:ext cx="178682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Campaigns (of 30)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46" name="Figure 6 plot object 45"/>
          <p:cNvSpPr>
            <a:spLocks noGrp="1"/>
          </p:cNvSpPr>
          <p:nvPr/>
        </p:nvSpPr>
        <p:spPr>
          <a:xfrm>
            <a:off x="9327439" y="2267114"/>
            <a:ext cx="102287" cy="26"/>
          </a:xfrm>
          <a:custGeom>
            <a:avLst/>
            <a:gdLst/>
            <a:ahLst/>
            <a:cxnLst/>
            <a:pathLst>
              <a:path w="102287" h="26">
                <a:moveTo>
                  <a:pt x="102287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47" name="Recovery"/>
          <p:cNvSpPr>
            <a:spLocks noGrp="1"/>
          </p:cNvSpPr>
          <p:nvPr/>
        </p:nvSpPr>
        <p:spPr>
          <a:xfrm>
            <a:off x="8288590" y="2152121"/>
            <a:ext cx="962134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Recovery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48" name="Figure 6 plot object 47"/>
          <p:cNvSpPr>
            <a:spLocks noGrp="1"/>
          </p:cNvSpPr>
          <p:nvPr/>
        </p:nvSpPr>
        <p:spPr>
          <a:xfrm>
            <a:off x="9327439" y="2995442"/>
            <a:ext cx="102287" cy="26"/>
          </a:xfrm>
          <a:custGeom>
            <a:avLst/>
            <a:gdLst/>
            <a:ahLst/>
            <a:cxnLst/>
            <a:pathLst>
              <a:path w="102287" h="26">
                <a:moveTo>
                  <a:pt x="102287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49" name="Fines fraction"/>
          <p:cNvSpPr>
            <a:spLocks noGrp="1"/>
          </p:cNvSpPr>
          <p:nvPr/>
        </p:nvSpPr>
        <p:spPr>
          <a:xfrm>
            <a:off x="7927390" y="2880450"/>
            <a:ext cx="1323334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Fines fraction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0" name="Figure 6 plot object 49"/>
          <p:cNvSpPr>
            <a:spLocks noGrp="1"/>
          </p:cNvSpPr>
          <p:nvPr/>
        </p:nvSpPr>
        <p:spPr>
          <a:xfrm>
            <a:off x="9327439" y="3723771"/>
            <a:ext cx="102287" cy="26"/>
          </a:xfrm>
          <a:custGeom>
            <a:avLst/>
            <a:gdLst/>
            <a:ahLst/>
            <a:cxnLst/>
            <a:pathLst>
              <a:path w="102287" h="26">
                <a:moveTo>
                  <a:pt x="102287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51" name="Particle size index"/>
          <p:cNvSpPr>
            <a:spLocks noGrp="1"/>
          </p:cNvSpPr>
          <p:nvPr/>
        </p:nvSpPr>
        <p:spPr>
          <a:xfrm>
            <a:off x="7508654" y="3608778"/>
            <a:ext cx="174207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Particle size index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2" name="Figure 6 plot object 51"/>
          <p:cNvSpPr>
            <a:spLocks noGrp="1"/>
          </p:cNvSpPr>
          <p:nvPr/>
        </p:nvSpPr>
        <p:spPr>
          <a:xfrm>
            <a:off x="9327439" y="4452100"/>
            <a:ext cx="102287" cy="26"/>
          </a:xfrm>
          <a:custGeom>
            <a:avLst/>
            <a:gdLst/>
            <a:ahLst/>
            <a:cxnLst/>
            <a:pathLst>
              <a:path w="102287" h="26">
                <a:moveTo>
                  <a:pt x="102287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53" name="Purity"/>
          <p:cNvSpPr>
            <a:spLocks noGrp="1"/>
          </p:cNvSpPr>
          <p:nvPr/>
        </p:nvSpPr>
        <p:spPr>
          <a:xfrm>
            <a:off x="8624218" y="4337107"/>
            <a:ext cx="626506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Purity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4" name="Figure 6 plot object 53"/>
          <p:cNvSpPr>
            <a:spLocks noGrp="1"/>
          </p:cNvSpPr>
          <p:nvPr/>
        </p:nvSpPr>
        <p:spPr>
          <a:xfrm>
            <a:off x="9429725" y="1757284"/>
            <a:ext cx="26" cy="3131813"/>
          </a:xfrm>
          <a:custGeom>
            <a:avLst/>
            <a:gdLst/>
            <a:ahLst/>
            <a:cxnLst/>
            <a:pathLst>
              <a:path w="26" h="3131813">
                <a:moveTo>
                  <a:pt x="0" y="3131813"/>
                </a:moveTo>
                <a:lnTo>
                  <a:pt x="0" y="0"/>
                </a:lnTo>
              </a:path>
            </a:pathLst>
          </a:custGeom>
          <a:noFill/>
          <a:ln w="23014">
            <a:solidFill>
              <a:srgbClr val="111111"/>
            </a:solidFill>
            <a:prstDash val="solid"/>
          </a:ln>
        </p:spPr>
      </p:sp>
      <p:sp>
        <p:nvSpPr>
          <p:cNvPr id="55" name="Figure 6 plot object 54"/>
          <p:cNvSpPr>
            <a:spLocks noGrp="1"/>
          </p:cNvSpPr>
          <p:nvPr/>
        </p:nvSpPr>
        <p:spPr>
          <a:xfrm>
            <a:off x="9429725" y="4889097"/>
            <a:ext cx="3645497" cy="26"/>
          </a:xfrm>
          <a:custGeom>
            <a:avLst/>
            <a:gdLst/>
            <a:ahLst/>
            <a:cxnLst/>
            <a:pathLst>
              <a:path w="3645497" h="26">
                <a:moveTo>
                  <a:pt x="0" y="0"/>
                </a:moveTo>
                <a:lnTo>
                  <a:pt x="3645497" y="0"/>
                </a:lnTo>
              </a:path>
            </a:pathLst>
          </a:custGeom>
          <a:noFill/>
          <a:ln w="23014">
            <a:solidFill>
              <a:srgbClr val="111111"/>
            </a:solidFill>
            <a:prstDash val="solid"/>
          </a:ln>
        </p:spPr>
      </p:sp>
      <p:sp>
        <p:nvSpPr>
          <p:cNvPr id="56" name="26/30"/>
          <p:cNvSpPr>
            <a:spLocks noGrp="1"/>
          </p:cNvSpPr>
          <p:nvPr/>
        </p:nvSpPr>
        <p:spPr>
          <a:xfrm>
            <a:off x="12004813" y="2131792"/>
            <a:ext cx="61372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26/30</a:t>
            </a:r>
            <a:endParaRPr sz="1800" b="0" i="0">
              <a:solidFill>
                <a:srgbClr val="FFFFFF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7" name="21/30"/>
          <p:cNvSpPr>
            <a:spLocks noGrp="1"/>
          </p:cNvSpPr>
          <p:nvPr/>
        </p:nvSpPr>
        <p:spPr>
          <a:xfrm>
            <a:off x="11394033" y="2860120"/>
            <a:ext cx="616916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21/30</a:t>
            </a:r>
            <a:endParaRPr sz="1800" b="0" i="0">
              <a:solidFill>
                <a:srgbClr val="FFFFFF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8" name="4/30"/>
          <p:cNvSpPr>
            <a:spLocks noGrp="1"/>
          </p:cNvSpPr>
          <p:nvPr/>
        </p:nvSpPr>
        <p:spPr>
          <a:xfrm>
            <a:off x="9988701" y="3588449"/>
            <a:ext cx="50504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4/30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9" name="0/30"/>
          <p:cNvSpPr>
            <a:spLocks noGrp="1"/>
          </p:cNvSpPr>
          <p:nvPr/>
        </p:nvSpPr>
        <p:spPr>
          <a:xfrm>
            <a:off x="9502635" y="4316778"/>
            <a:ext cx="50504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0/30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60" name="Figure 6 plot object 59"/>
          <p:cNvSpPr>
            <a:spLocks noGrp="1"/>
          </p:cNvSpPr>
          <p:nvPr/>
        </p:nvSpPr>
        <p:spPr>
          <a:xfrm>
            <a:off x="1330094" y="6788069"/>
            <a:ext cx="5368823" cy="2803718"/>
          </a:xfrm>
          <a:custGeom>
            <a:avLst/>
            <a:gdLst/>
            <a:ahLst/>
            <a:cxnLst/>
            <a:pathLst>
              <a:path w="5368823" h="2803718">
                <a:moveTo>
                  <a:pt x="0" y="2803718"/>
                </a:moveTo>
                <a:lnTo>
                  <a:pt x="5368823" y="2803718"/>
                </a:lnTo>
                <a:lnTo>
                  <a:pt x="5368823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572">
            <a:noFill/>
            <a:prstDash val="solid"/>
          </a:ln>
        </p:spPr>
      </p:sp>
      <p:sp>
        <p:nvSpPr>
          <p:cNvPr id="61" name="Figure 6 plot object 60"/>
          <p:cNvSpPr>
            <a:spLocks noGrp="1"/>
          </p:cNvSpPr>
          <p:nvPr/>
        </p:nvSpPr>
        <p:spPr>
          <a:xfrm>
            <a:off x="1574132" y="7157695"/>
            <a:ext cx="230224" cy="2434093"/>
          </a:xfrm>
          <a:custGeom>
            <a:avLst/>
            <a:gdLst/>
            <a:ahLst/>
            <a:cxnLst/>
            <a:pathLst>
              <a:path w="230224" h="2434093">
                <a:moveTo>
                  <a:pt x="0" y="2434093"/>
                </a:moveTo>
                <a:lnTo>
                  <a:pt x="230224" y="2434093"/>
                </a:lnTo>
                <a:lnTo>
                  <a:pt x="230224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25572">
            <a:noFill/>
            <a:prstDash val="solid"/>
          </a:ln>
        </p:spPr>
      </p:sp>
      <p:sp>
        <p:nvSpPr>
          <p:cNvPr id="62" name="Figure 6 plot object 61"/>
          <p:cNvSpPr>
            <a:spLocks noGrp="1"/>
          </p:cNvSpPr>
          <p:nvPr/>
        </p:nvSpPr>
        <p:spPr>
          <a:xfrm>
            <a:off x="2725251" y="8233560"/>
            <a:ext cx="230224" cy="1358228"/>
          </a:xfrm>
          <a:custGeom>
            <a:avLst/>
            <a:gdLst/>
            <a:ahLst/>
            <a:cxnLst/>
            <a:pathLst>
              <a:path w="230224" h="1358228">
                <a:moveTo>
                  <a:pt x="0" y="1358228"/>
                </a:moveTo>
                <a:lnTo>
                  <a:pt x="230224" y="1358228"/>
                </a:lnTo>
                <a:lnTo>
                  <a:pt x="230224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25572">
            <a:noFill/>
            <a:prstDash val="solid"/>
          </a:ln>
        </p:spPr>
      </p:sp>
      <p:sp>
        <p:nvSpPr>
          <p:cNvPr id="63" name="Figure 6 plot object 62"/>
          <p:cNvSpPr>
            <a:spLocks noGrp="1"/>
          </p:cNvSpPr>
          <p:nvPr/>
        </p:nvSpPr>
        <p:spPr>
          <a:xfrm>
            <a:off x="4567043" y="9449834"/>
            <a:ext cx="230224" cy="141954"/>
          </a:xfrm>
          <a:custGeom>
            <a:avLst/>
            <a:gdLst/>
            <a:ahLst/>
            <a:cxnLst/>
            <a:pathLst>
              <a:path w="230224" h="141954">
                <a:moveTo>
                  <a:pt x="0" y="141954"/>
                </a:moveTo>
                <a:lnTo>
                  <a:pt x="230224" y="141954"/>
                </a:lnTo>
                <a:lnTo>
                  <a:pt x="230224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25572">
            <a:noFill/>
            <a:prstDash val="solid"/>
          </a:ln>
        </p:spPr>
      </p:sp>
      <p:sp>
        <p:nvSpPr>
          <p:cNvPr id="64" name="Figure 6 plot object 63"/>
          <p:cNvSpPr>
            <a:spLocks noGrp="1"/>
          </p:cNvSpPr>
          <p:nvPr/>
        </p:nvSpPr>
        <p:spPr>
          <a:xfrm>
            <a:off x="5718163" y="9297272"/>
            <a:ext cx="230224" cy="294516"/>
          </a:xfrm>
          <a:custGeom>
            <a:avLst/>
            <a:gdLst/>
            <a:ahLst/>
            <a:cxnLst/>
            <a:pathLst>
              <a:path w="230224" h="294516">
                <a:moveTo>
                  <a:pt x="0" y="294516"/>
                </a:moveTo>
                <a:lnTo>
                  <a:pt x="230224" y="294516"/>
                </a:lnTo>
                <a:lnTo>
                  <a:pt x="230224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25572">
            <a:noFill/>
            <a:prstDash val="solid"/>
          </a:ln>
        </p:spPr>
      </p:sp>
      <p:sp>
        <p:nvSpPr>
          <p:cNvPr id="65" name="Figure 6 plot object 64"/>
          <p:cNvSpPr>
            <a:spLocks noGrp="1"/>
          </p:cNvSpPr>
          <p:nvPr/>
        </p:nvSpPr>
        <p:spPr>
          <a:xfrm>
            <a:off x="1827378" y="8688771"/>
            <a:ext cx="230224" cy="903016"/>
          </a:xfrm>
          <a:custGeom>
            <a:avLst/>
            <a:gdLst/>
            <a:ahLst/>
            <a:cxnLst/>
            <a:pathLst>
              <a:path w="230224" h="903016">
                <a:moveTo>
                  <a:pt x="0" y="903016"/>
                </a:moveTo>
                <a:lnTo>
                  <a:pt x="230224" y="903016"/>
                </a:lnTo>
                <a:lnTo>
                  <a:pt x="230224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25572">
            <a:noFill/>
            <a:prstDash val="solid"/>
          </a:ln>
        </p:spPr>
      </p:sp>
      <p:sp>
        <p:nvSpPr>
          <p:cNvPr id="66" name="Figure 6 plot object 65"/>
          <p:cNvSpPr>
            <a:spLocks noGrp="1"/>
          </p:cNvSpPr>
          <p:nvPr/>
        </p:nvSpPr>
        <p:spPr>
          <a:xfrm>
            <a:off x="2978498" y="8571833"/>
            <a:ext cx="230224" cy="1019955"/>
          </a:xfrm>
          <a:custGeom>
            <a:avLst/>
            <a:gdLst/>
            <a:ahLst/>
            <a:cxnLst/>
            <a:pathLst>
              <a:path w="230224" h="1019955">
                <a:moveTo>
                  <a:pt x="0" y="1019955"/>
                </a:moveTo>
                <a:lnTo>
                  <a:pt x="230224" y="1019955"/>
                </a:lnTo>
                <a:lnTo>
                  <a:pt x="230224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25572">
            <a:noFill/>
            <a:prstDash val="solid"/>
          </a:ln>
        </p:spPr>
      </p:sp>
      <p:sp>
        <p:nvSpPr>
          <p:cNvPr id="67" name="Figure 6 plot object 66"/>
          <p:cNvSpPr>
            <a:spLocks noGrp="1"/>
          </p:cNvSpPr>
          <p:nvPr/>
        </p:nvSpPr>
        <p:spPr>
          <a:xfrm>
            <a:off x="4820289" y="8850668"/>
            <a:ext cx="230224" cy="741119"/>
          </a:xfrm>
          <a:custGeom>
            <a:avLst/>
            <a:gdLst/>
            <a:ahLst/>
            <a:cxnLst/>
            <a:pathLst>
              <a:path w="230224" h="741119">
                <a:moveTo>
                  <a:pt x="0" y="741119"/>
                </a:moveTo>
                <a:lnTo>
                  <a:pt x="230224" y="741119"/>
                </a:lnTo>
                <a:lnTo>
                  <a:pt x="230224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25572">
            <a:noFill/>
            <a:prstDash val="solid"/>
          </a:ln>
        </p:spPr>
      </p:sp>
      <p:sp>
        <p:nvSpPr>
          <p:cNvPr id="68" name="Figure 6 plot object 67"/>
          <p:cNvSpPr>
            <a:spLocks noGrp="1"/>
          </p:cNvSpPr>
          <p:nvPr/>
        </p:nvSpPr>
        <p:spPr>
          <a:xfrm>
            <a:off x="5971409" y="8997716"/>
            <a:ext cx="230224" cy="594071"/>
          </a:xfrm>
          <a:custGeom>
            <a:avLst/>
            <a:gdLst/>
            <a:ahLst/>
            <a:cxnLst/>
            <a:pathLst>
              <a:path w="230224" h="594071">
                <a:moveTo>
                  <a:pt x="0" y="594071"/>
                </a:moveTo>
                <a:lnTo>
                  <a:pt x="230224" y="594071"/>
                </a:lnTo>
                <a:lnTo>
                  <a:pt x="230224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25572">
            <a:noFill/>
            <a:prstDash val="solid"/>
          </a:ln>
        </p:spPr>
      </p:sp>
      <p:sp>
        <p:nvSpPr>
          <p:cNvPr id="69" name="Figure 6 plot object 68"/>
          <p:cNvSpPr>
            <a:spLocks noGrp="1"/>
          </p:cNvSpPr>
          <p:nvPr/>
        </p:nvSpPr>
        <p:spPr>
          <a:xfrm>
            <a:off x="2080624" y="8261072"/>
            <a:ext cx="230224" cy="1330716"/>
          </a:xfrm>
          <a:custGeom>
            <a:avLst/>
            <a:gdLst/>
            <a:ahLst/>
            <a:cxnLst/>
            <a:pathLst>
              <a:path w="230224" h="1330716">
                <a:moveTo>
                  <a:pt x="0" y="1330716"/>
                </a:moveTo>
                <a:lnTo>
                  <a:pt x="230224" y="1330716"/>
                </a:lnTo>
                <a:lnTo>
                  <a:pt x="230224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25572">
            <a:noFill/>
            <a:prstDash val="solid"/>
          </a:ln>
        </p:spPr>
      </p:sp>
      <p:sp>
        <p:nvSpPr>
          <p:cNvPr id="70" name="Figure 6 plot object 69"/>
          <p:cNvSpPr>
            <a:spLocks noGrp="1"/>
          </p:cNvSpPr>
          <p:nvPr/>
        </p:nvSpPr>
        <p:spPr>
          <a:xfrm>
            <a:off x="3231744" y="8419082"/>
            <a:ext cx="230224" cy="1172706"/>
          </a:xfrm>
          <a:custGeom>
            <a:avLst/>
            <a:gdLst/>
            <a:ahLst/>
            <a:cxnLst/>
            <a:pathLst>
              <a:path w="230224" h="1172706">
                <a:moveTo>
                  <a:pt x="0" y="1172706"/>
                </a:moveTo>
                <a:lnTo>
                  <a:pt x="230224" y="1172706"/>
                </a:lnTo>
                <a:lnTo>
                  <a:pt x="230224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25572">
            <a:noFill/>
            <a:prstDash val="solid"/>
          </a:ln>
        </p:spPr>
      </p:sp>
      <p:sp>
        <p:nvSpPr>
          <p:cNvPr id="71" name="Figure 6 plot object 70"/>
          <p:cNvSpPr>
            <a:spLocks noGrp="1"/>
          </p:cNvSpPr>
          <p:nvPr/>
        </p:nvSpPr>
        <p:spPr>
          <a:xfrm>
            <a:off x="5073536" y="8224762"/>
            <a:ext cx="230224" cy="1367025"/>
          </a:xfrm>
          <a:custGeom>
            <a:avLst/>
            <a:gdLst/>
            <a:ahLst/>
            <a:cxnLst/>
            <a:pathLst>
              <a:path w="230224" h="1367025">
                <a:moveTo>
                  <a:pt x="0" y="1367025"/>
                </a:moveTo>
                <a:lnTo>
                  <a:pt x="230224" y="1367025"/>
                </a:lnTo>
                <a:lnTo>
                  <a:pt x="230224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25572">
            <a:noFill/>
            <a:prstDash val="solid"/>
          </a:ln>
        </p:spPr>
      </p:sp>
      <p:sp>
        <p:nvSpPr>
          <p:cNvPr id="72" name="Figure 6 plot object 71"/>
          <p:cNvSpPr>
            <a:spLocks noGrp="1"/>
          </p:cNvSpPr>
          <p:nvPr/>
        </p:nvSpPr>
        <p:spPr>
          <a:xfrm>
            <a:off x="6224655" y="8834223"/>
            <a:ext cx="230224" cy="757564"/>
          </a:xfrm>
          <a:custGeom>
            <a:avLst/>
            <a:gdLst/>
            <a:ahLst/>
            <a:cxnLst/>
            <a:pathLst>
              <a:path w="230224" h="757564">
                <a:moveTo>
                  <a:pt x="0" y="757564"/>
                </a:moveTo>
                <a:lnTo>
                  <a:pt x="230224" y="757564"/>
                </a:lnTo>
                <a:lnTo>
                  <a:pt x="230224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25572">
            <a:noFill/>
            <a:prstDash val="solid"/>
          </a:ln>
        </p:spPr>
      </p:sp>
      <p:sp>
        <p:nvSpPr>
          <p:cNvPr id="73" name="Figure 6 plot object 72"/>
          <p:cNvSpPr>
            <a:spLocks noGrp="1"/>
          </p:cNvSpPr>
          <p:nvPr/>
        </p:nvSpPr>
        <p:spPr>
          <a:xfrm>
            <a:off x="1942490" y="9591788"/>
            <a:ext cx="26" cy="102287"/>
          </a:xfrm>
          <a:custGeom>
            <a:avLst/>
            <a:gdLst/>
            <a:ahLst/>
            <a:cxnLst/>
            <a:pathLst>
              <a:path w="26" h="102287">
                <a:moveTo>
                  <a:pt x="0" y="0"/>
                </a:moveTo>
                <a:lnTo>
                  <a:pt x="0" y="102287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74" name="12 batches"/>
          <p:cNvSpPr>
            <a:spLocks noGrp="1"/>
          </p:cNvSpPr>
          <p:nvPr/>
        </p:nvSpPr>
        <p:spPr>
          <a:xfrm>
            <a:off x="1472611" y="9833909"/>
            <a:ext cx="1035652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12 batches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5" name="Figure 6 plot object 74"/>
          <p:cNvSpPr>
            <a:spLocks noGrp="1"/>
          </p:cNvSpPr>
          <p:nvPr/>
        </p:nvSpPr>
        <p:spPr>
          <a:xfrm>
            <a:off x="3093610" y="9591788"/>
            <a:ext cx="26" cy="102287"/>
          </a:xfrm>
          <a:custGeom>
            <a:avLst/>
            <a:gdLst/>
            <a:ahLst/>
            <a:cxnLst/>
            <a:pathLst>
              <a:path w="26" h="102287">
                <a:moveTo>
                  <a:pt x="0" y="0"/>
                </a:moveTo>
                <a:lnTo>
                  <a:pt x="0" y="102287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76" name="24 batches"/>
          <p:cNvSpPr>
            <a:spLocks noGrp="1"/>
          </p:cNvSpPr>
          <p:nvPr/>
        </p:nvSpPr>
        <p:spPr>
          <a:xfrm>
            <a:off x="2623730" y="9833909"/>
            <a:ext cx="1035652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24 batches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7" name="Figure 6 plot object 76"/>
          <p:cNvSpPr>
            <a:spLocks noGrp="1"/>
          </p:cNvSpPr>
          <p:nvPr/>
        </p:nvSpPr>
        <p:spPr>
          <a:xfrm>
            <a:off x="4935401" y="9591788"/>
            <a:ext cx="26" cy="102287"/>
          </a:xfrm>
          <a:custGeom>
            <a:avLst/>
            <a:gdLst/>
            <a:ahLst/>
            <a:cxnLst/>
            <a:pathLst>
              <a:path w="26" h="102287">
                <a:moveTo>
                  <a:pt x="0" y="0"/>
                </a:moveTo>
                <a:lnTo>
                  <a:pt x="0" y="102287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78" name="12 batches"/>
          <p:cNvSpPr>
            <a:spLocks noGrp="1"/>
          </p:cNvSpPr>
          <p:nvPr/>
        </p:nvSpPr>
        <p:spPr>
          <a:xfrm>
            <a:off x="4465522" y="9833909"/>
            <a:ext cx="1035652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12 batches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9" name="Figure 6 plot object 78"/>
          <p:cNvSpPr>
            <a:spLocks noGrp="1"/>
          </p:cNvSpPr>
          <p:nvPr/>
        </p:nvSpPr>
        <p:spPr>
          <a:xfrm>
            <a:off x="6086521" y="9591788"/>
            <a:ext cx="26" cy="102287"/>
          </a:xfrm>
          <a:custGeom>
            <a:avLst/>
            <a:gdLst/>
            <a:ahLst/>
            <a:cxnLst/>
            <a:pathLst>
              <a:path w="26" h="102287">
                <a:moveTo>
                  <a:pt x="0" y="0"/>
                </a:moveTo>
                <a:lnTo>
                  <a:pt x="0" y="102287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80" name="24 batches"/>
          <p:cNvSpPr>
            <a:spLocks noGrp="1"/>
          </p:cNvSpPr>
          <p:nvPr/>
        </p:nvSpPr>
        <p:spPr>
          <a:xfrm>
            <a:off x="5616642" y="9833909"/>
            <a:ext cx="1035652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24 batches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1" name="Figure 6 plot object 80"/>
          <p:cNvSpPr>
            <a:spLocks noGrp="1"/>
          </p:cNvSpPr>
          <p:nvPr/>
        </p:nvSpPr>
        <p:spPr>
          <a:xfrm>
            <a:off x="1227808" y="9591788"/>
            <a:ext cx="102287" cy="26"/>
          </a:xfrm>
          <a:custGeom>
            <a:avLst/>
            <a:gdLst/>
            <a:ahLst/>
            <a:cxnLst/>
            <a:pathLst>
              <a:path w="102287" h="26">
                <a:moveTo>
                  <a:pt x="102287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82" name="0"/>
          <p:cNvSpPr>
            <a:spLocks noGrp="1"/>
          </p:cNvSpPr>
          <p:nvPr/>
        </p:nvSpPr>
        <p:spPr>
          <a:xfrm>
            <a:off x="933733" y="9476795"/>
            <a:ext cx="217359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3" name="Figure 6 plot object 82"/>
          <p:cNvSpPr>
            <a:spLocks noGrp="1"/>
          </p:cNvSpPr>
          <p:nvPr/>
        </p:nvSpPr>
        <p:spPr>
          <a:xfrm>
            <a:off x="1227808" y="8846118"/>
            <a:ext cx="102287" cy="26"/>
          </a:xfrm>
          <a:custGeom>
            <a:avLst/>
            <a:gdLst/>
            <a:ahLst/>
            <a:cxnLst/>
            <a:pathLst>
              <a:path w="102287" h="26">
                <a:moveTo>
                  <a:pt x="102287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84" name="5"/>
          <p:cNvSpPr>
            <a:spLocks noGrp="1"/>
          </p:cNvSpPr>
          <p:nvPr/>
        </p:nvSpPr>
        <p:spPr>
          <a:xfrm>
            <a:off x="936930" y="8731126"/>
            <a:ext cx="214163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5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5" name="Figure 6 plot object 84"/>
          <p:cNvSpPr>
            <a:spLocks noGrp="1"/>
          </p:cNvSpPr>
          <p:nvPr/>
        </p:nvSpPr>
        <p:spPr>
          <a:xfrm>
            <a:off x="1227808" y="8100448"/>
            <a:ext cx="102287" cy="26"/>
          </a:xfrm>
          <a:custGeom>
            <a:avLst/>
            <a:gdLst/>
            <a:ahLst/>
            <a:cxnLst/>
            <a:pathLst>
              <a:path w="102287" h="26">
                <a:moveTo>
                  <a:pt x="102287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86" name="10"/>
          <p:cNvSpPr>
            <a:spLocks noGrp="1"/>
          </p:cNvSpPr>
          <p:nvPr/>
        </p:nvSpPr>
        <p:spPr>
          <a:xfrm>
            <a:off x="818661" y="7985455"/>
            <a:ext cx="332432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7" name="Figure 6 plot object 86"/>
          <p:cNvSpPr>
            <a:spLocks noGrp="1"/>
          </p:cNvSpPr>
          <p:nvPr/>
        </p:nvSpPr>
        <p:spPr>
          <a:xfrm>
            <a:off x="1227808" y="7354778"/>
            <a:ext cx="102287" cy="26"/>
          </a:xfrm>
          <a:custGeom>
            <a:avLst/>
            <a:gdLst/>
            <a:ahLst/>
            <a:cxnLst/>
            <a:pathLst>
              <a:path w="102287" h="26">
                <a:moveTo>
                  <a:pt x="102287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88" name="15"/>
          <p:cNvSpPr>
            <a:spLocks noGrp="1"/>
          </p:cNvSpPr>
          <p:nvPr/>
        </p:nvSpPr>
        <p:spPr>
          <a:xfrm>
            <a:off x="821857" y="7239786"/>
            <a:ext cx="329235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15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9" name="Prediction MAE (percentage points)"/>
          <p:cNvSpPr>
            <a:spLocks noGrp="1"/>
          </p:cNvSpPr>
          <p:nvPr/>
        </p:nvSpPr>
        <p:spPr>
          <a:xfrm rot="-5400000">
            <a:off x="-1029947" y="8000698"/>
            <a:ext cx="3311531" cy="27617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Prediction MAE (percentage points)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0" name="Figure 6 plot object 89"/>
          <p:cNvSpPr>
            <a:spLocks noGrp="1"/>
          </p:cNvSpPr>
          <p:nvPr/>
        </p:nvSpPr>
        <p:spPr>
          <a:xfrm>
            <a:off x="1330094" y="6788069"/>
            <a:ext cx="26" cy="2803718"/>
          </a:xfrm>
          <a:custGeom>
            <a:avLst/>
            <a:gdLst/>
            <a:ahLst/>
            <a:cxnLst/>
            <a:pathLst>
              <a:path w="26" h="2803718">
                <a:moveTo>
                  <a:pt x="0" y="2803718"/>
                </a:moveTo>
                <a:lnTo>
                  <a:pt x="0" y="0"/>
                </a:lnTo>
              </a:path>
            </a:pathLst>
          </a:custGeom>
          <a:noFill/>
          <a:ln w="23014">
            <a:solidFill>
              <a:srgbClr val="111111"/>
            </a:solidFill>
            <a:prstDash val="solid"/>
          </a:ln>
        </p:spPr>
      </p:sp>
      <p:sp>
        <p:nvSpPr>
          <p:cNvPr id="91" name="Figure 6 plot object 90"/>
          <p:cNvSpPr>
            <a:spLocks noGrp="1"/>
          </p:cNvSpPr>
          <p:nvPr/>
        </p:nvSpPr>
        <p:spPr>
          <a:xfrm>
            <a:off x="1330094" y="9591788"/>
            <a:ext cx="5368823" cy="26"/>
          </a:xfrm>
          <a:custGeom>
            <a:avLst/>
            <a:gdLst/>
            <a:ahLst/>
            <a:cxnLst/>
            <a:pathLst>
              <a:path w="5368823" h="26">
                <a:moveTo>
                  <a:pt x="0" y="0"/>
                </a:moveTo>
                <a:lnTo>
                  <a:pt x="5368823" y="0"/>
                </a:lnTo>
              </a:path>
            </a:pathLst>
          </a:custGeom>
          <a:noFill/>
          <a:ln w="23014">
            <a:solidFill>
              <a:srgbClr val="111111"/>
            </a:solidFill>
            <a:prstDash val="solid"/>
          </a:ln>
        </p:spPr>
      </p:sp>
      <p:sp>
        <p:nvSpPr>
          <p:cNvPr id="92" name="16.3"/>
          <p:cNvSpPr>
            <a:spLocks noGrp="1"/>
          </p:cNvSpPr>
          <p:nvPr/>
        </p:nvSpPr>
        <p:spPr>
          <a:xfrm>
            <a:off x="1503849" y="6840846"/>
            <a:ext cx="466683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16.3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3" name="9.1"/>
          <p:cNvSpPr>
            <a:spLocks noGrp="1"/>
          </p:cNvSpPr>
          <p:nvPr/>
        </p:nvSpPr>
        <p:spPr>
          <a:xfrm>
            <a:off x="2707710" y="7916711"/>
            <a:ext cx="36120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9.1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4" name="1.0"/>
          <p:cNvSpPr>
            <a:spLocks noGrp="1"/>
          </p:cNvSpPr>
          <p:nvPr/>
        </p:nvSpPr>
        <p:spPr>
          <a:xfrm>
            <a:off x="4549502" y="9132985"/>
            <a:ext cx="36120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1.0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5" name="2.0"/>
          <p:cNvSpPr>
            <a:spLocks noGrp="1"/>
          </p:cNvSpPr>
          <p:nvPr/>
        </p:nvSpPr>
        <p:spPr>
          <a:xfrm>
            <a:off x="5699023" y="8980423"/>
            <a:ext cx="364396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2.0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6" name="6.1"/>
          <p:cNvSpPr>
            <a:spLocks noGrp="1"/>
          </p:cNvSpPr>
          <p:nvPr/>
        </p:nvSpPr>
        <p:spPr>
          <a:xfrm>
            <a:off x="1809837" y="8371923"/>
            <a:ext cx="36120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6.1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7" name="6.8"/>
          <p:cNvSpPr>
            <a:spLocks noGrp="1"/>
          </p:cNvSpPr>
          <p:nvPr/>
        </p:nvSpPr>
        <p:spPr>
          <a:xfrm>
            <a:off x="2960957" y="8331183"/>
            <a:ext cx="36120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6.8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8" name="5.0"/>
          <p:cNvSpPr>
            <a:spLocks noGrp="1"/>
          </p:cNvSpPr>
          <p:nvPr/>
        </p:nvSpPr>
        <p:spPr>
          <a:xfrm>
            <a:off x="4802748" y="8533818"/>
            <a:ext cx="36120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5.0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9" name="4.0"/>
          <p:cNvSpPr>
            <a:spLocks noGrp="1"/>
          </p:cNvSpPr>
          <p:nvPr/>
        </p:nvSpPr>
        <p:spPr>
          <a:xfrm>
            <a:off x="5953868" y="8680867"/>
            <a:ext cx="36120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4.0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0" name="8.9"/>
          <p:cNvSpPr>
            <a:spLocks noGrp="1"/>
          </p:cNvSpPr>
          <p:nvPr/>
        </p:nvSpPr>
        <p:spPr>
          <a:xfrm>
            <a:off x="2063083" y="7944223"/>
            <a:ext cx="36120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8.9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1" name="7.9"/>
          <p:cNvSpPr>
            <a:spLocks noGrp="1"/>
          </p:cNvSpPr>
          <p:nvPr/>
        </p:nvSpPr>
        <p:spPr>
          <a:xfrm>
            <a:off x="3214203" y="8026033"/>
            <a:ext cx="36120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7.9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2" name="9.2"/>
          <p:cNvSpPr>
            <a:spLocks noGrp="1"/>
          </p:cNvSpPr>
          <p:nvPr/>
        </p:nvSpPr>
        <p:spPr>
          <a:xfrm>
            <a:off x="5054396" y="7907913"/>
            <a:ext cx="364396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9.2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3" name="5.1"/>
          <p:cNvSpPr>
            <a:spLocks noGrp="1"/>
          </p:cNvSpPr>
          <p:nvPr/>
        </p:nvSpPr>
        <p:spPr>
          <a:xfrm>
            <a:off x="6207114" y="8364974"/>
            <a:ext cx="36120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5.1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4" name="Recovery"/>
          <p:cNvSpPr>
            <a:spLocks noGrp="1"/>
          </p:cNvSpPr>
          <p:nvPr/>
        </p:nvSpPr>
        <p:spPr>
          <a:xfrm>
            <a:off x="2088126" y="10244696"/>
            <a:ext cx="962134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Recovery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5" name="Purity"/>
          <p:cNvSpPr>
            <a:spLocks noGrp="1"/>
          </p:cNvSpPr>
          <p:nvPr/>
        </p:nvSpPr>
        <p:spPr>
          <a:xfrm>
            <a:off x="5248852" y="10244696"/>
            <a:ext cx="626506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Purity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6" name="Figure 6 plot object 105"/>
          <p:cNvSpPr>
            <a:spLocks noGrp="1"/>
          </p:cNvSpPr>
          <p:nvPr/>
        </p:nvSpPr>
        <p:spPr>
          <a:xfrm>
            <a:off x="8435499" y="6788069"/>
            <a:ext cx="4639723" cy="2803718"/>
          </a:xfrm>
          <a:custGeom>
            <a:avLst/>
            <a:gdLst/>
            <a:ahLst/>
            <a:cxnLst/>
            <a:pathLst>
              <a:path w="4639723" h="2803718">
                <a:moveTo>
                  <a:pt x="0" y="2803718"/>
                </a:moveTo>
                <a:lnTo>
                  <a:pt x="4639723" y="2803718"/>
                </a:lnTo>
                <a:lnTo>
                  <a:pt x="4639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572">
            <a:noFill/>
            <a:prstDash val="solid"/>
          </a:ln>
        </p:spPr>
      </p:sp>
      <p:sp>
        <p:nvSpPr>
          <p:cNvPr id="107" name="Figure 6 plot object 106"/>
          <p:cNvSpPr>
            <a:spLocks noGrp="1"/>
          </p:cNvSpPr>
          <p:nvPr/>
        </p:nvSpPr>
        <p:spPr>
          <a:xfrm>
            <a:off x="9469406" y="9591788"/>
            <a:ext cx="26" cy="102287"/>
          </a:xfrm>
          <a:custGeom>
            <a:avLst/>
            <a:gdLst/>
            <a:ahLst/>
            <a:cxnLst/>
            <a:pathLst>
              <a:path w="26" h="102287">
                <a:moveTo>
                  <a:pt x="0" y="0"/>
                </a:moveTo>
                <a:lnTo>
                  <a:pt x="0" y="102287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108" name="12 batches"/>
          <p:cNvSpPr>
            <a:spLocks noGrp="1"/>
          </p:cNvSpPr>
          <p:nvPr/>
        </p:nvSpPr>
        <p:spPr>
          <a:xfrm>
            <a:off x="8970759" y="9831299"/>
            <a:ext cx="1099582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12 batches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9" name="Figure 6 plot object 108"/>
          <p:cNvSpPr>
            <a:spLocks noGrp="1"/>
          </p:cNvSpPr>
          <p:nvPr/>
        </p:nvSpPr>
        <p:spPr>
          <a:xfrm>
            <a:off x="12041315" y="9591788"/>
            <a:ext cx="26" cy="102287"/>
          </a:xfrm>
          <a:custGeom>
            <a:avLst/>
            <a:gdLst/>
            <a:ahLst/>
            <a:cxnLst/>
            <a:pathLst>
              <a:path w="26" h="102287">
                <a:moveTo>
                  <a:pt x="0" y="0"/>
                </a:moveTo>
                <a:lnTo>
                  <a:pt x="0" y="102287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110" name="24 batches"/>
          <p:cNvSpPr>
            <a:spLocks noGrp="1"/>
          </p:cNvSpPr>
          <p:nvPr/>
        </p:nvSpPr>
        <p:spPr>
          <a:xfrm>
            <a:off x="11542667" y="9831299"/>
            <a:ext cx="1099582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24 batches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1" name="Figure 6 plot object 110"/>
          <p:cNvSpPr>
            <a:spLocks noGrp="1"/>
          </p:cNvSpPr>
          <p:nvPr/>
        </p:nvSpPr>
        <p:spPr>
          <a:xfrm>
            <a:off x="8333212" y="9591788"/>
            <a:ext cx="102287" cy="26"/>
          </a:xfrm>
          <a:custGeom>
            <a:avLst/>
            <a:gdLst/>
            <a:ahLst/>
            <a:cxnLst/>
            <a:pathLst>
              <a:path w="102287" h="26">
                <a:moveTo>
                  <a:pt x="102287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112" name="0"/>
          <p:cNvSpPr>
            <a:spLocks noGrp="1"/>
          </p:cNvSpPr>
          <p:nvPr/>
        </p:nvSpPr>
        <p:spPr>
          <a:xfrm>
            <a:off x="8039138" y="9476795"/>
            <a:ext cx="217359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3" name="Figure 6 plot object 112"/>
          <p:cNvSpPr>
            <a:spLocks noGrp="1"/>
          </p:cNvSpPr>
          <p:nvPr/>
        </p:nvSpPr>
        <p:spPr>
          <a:xfrm>
            <a:off x="8333212" y="9082021"/>
            <a:ext cx="102287" cy="26"/>
          </a:xfrm>
          <a:custGeom>
            <a:avLst/>
            <a:gdLst/>
            <a:ahLst/>
            <a:cxnLst/>
            <a:pathLst>
              <a:path w="102287" h="26">
                <a:moveTo>
                  <a:pt x="102287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114" name="20"/>
          <p:cNvSpPr>
            <a:spLocks noGrp="1"/>
          </p:cNvSpPr>
          <p:nvPr/>
        </p:nvSpPr>
        <p:spPr>
          <a:xfrm>
            <a:off x="7927262" y="8967028"/>
            <a:ext cx="329235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5" name="Figure 6 plot object 114"/>
          <p:cNvSpPr>
            <a:spLocks noGrp="1"/>
          </p:cNvSpPr>
          <p:nvPr/>
        </p:nvSpPr>
        <p:spPr>
          <a:xfrm>
            <a:off x="8333212" y="8572254"/>
            <a:ext cx="102287" cy="26"/>
          </a:xfrm>
          <a:custGeom>
            <a:avLst/>
            <a:gdLst/>
            <a:ahLst/>
            <a:cxnLst/>
            <a:pathLst>
              <a:path w="102287" h="26">
                <a:moveTo>
                  <a:pt x="102287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116" name="40"/>
          <p:cNvSpPr>
            <a:spLocks noGrp="1"/>
          </p:cNvSpPr>
          <p:nvPr/>
        </p:nvSpPr>
        <p:spPr>
          <a:xfrm>
            <a:off x="7924066" y="8457261"/>
            <a:ext cx="332432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40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7" name="Figure 6 plot object 116"/>
          <p:cNvSpPr>
            <a:spLocks noGrp="1"/>
          </p:cNvSpPr>
          <p:nvPr/>
        </p:nvSpPr>
        <p:spPr>
          <a:xfrm>
            <a:off x="8333212" y="8062487"/>
            <a:ext cx="102287" cy="26"/>
          </a:xfrm>
          <a:custGeom>
            <a:avLst/>
            <a:gdLst/>
            <a:ahLst/>
            <a:cxnLst/>
            <a:pathLst>
              <a:path w="102287" h="26">
                <a:moveTo>
                  <a:pt x="102287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118" name="60"/>
          <p:cNvSpPr>
            <a:spLocks noGrp="1"/>
          </p:cNvSpPr>
          <p:nvPr/>
        </p:nvSpPr>
        <p:spPr>
          <a:xfrm>
            <a:off x="7927262" y="7947494"/>
            <a:ext cx="329235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60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9" name="Figure 6 plot object 118"/>
          <p:cNvSpPr>
            <a:spLocks noGrp="1"/>
          </p:cNvSpPr>
          <p:nvPr/>
        </p:nvSpPr>
        <p:spPr>
          <a:xfrm>
            <a:off x="8333212" y="7552720"/>
            <a:ext cx="102287" cy="26"/>
          </a:xfrm>
          <a:custGeom>
            <a:avLst/>
            <a:gdLst/>
            <a:ahLst/>
            <a:cxnLst/>
            <a:pathLst>
              <a:path w="102287" h="26">
                <a:moveTo>
                  <a:pt x="102287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120" name="80"/>
          <p:cNvSpPr>
            <a:spLocks noGrp="1"/>
          </p:cNvSpPr>
          <p:nvPr/>
        </p:nvSpPr>
        <p:spPr>
          <a:xfrm>
            <a:off x="7924066" y="7437727"/>
            <a:ext cx="332432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80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21" name="Figure 6 plot object 120"/>
          <p:cNvSpPr>
            <a:spLocks noGrp="1"/>
          </p:cNvSpPr>
          <p:nvPr/>
        </p:nvSpPr>
        <p:spPr>
          <a:xfrm>
            <a:off x="8333212" y="7042953"/>
            <a:ext cx="102287" cy="26"/>
          </a:xfrm>
          <a:custGeom>
            <a:avLst/>
            <a:gdLst/>
            <a:ahLst/>
            <a:cxnLst/>
            <a:pathLst>
              <a:path w="102287" h="26">
                <a:moveTo>
                  <a:pt x="102287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122" name="100"/>
          <p:cNvSpPr>
            <a:spLocks noGrp="1"/>
          </p:cNvSpPr>
          <p:nvPr/>
        </p:nvSpPr>
        <p:spPr>
          <a:xfrm>
            <a:off x="7808993" y="6927960"/>
            <a:ext cx="447504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100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23" name="Purity interval coverage (%)"/>
          <p:cNvSpPr>
            <a:spLocks noGrp="1"/>
          </p:cNvSpPr>
          <p:nvPr/>
        </p:nvSpPr>
        <p:spPr>
          <a:xfrm rot="-5400000">
            <a:off x="6313306" y="8000698"/>
            <a:ext cx="2608310" cy="27617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Purity interval coverage (%)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24" name="Figure 6 plot object 123"/>
          <p:cNvSpPr>
            <a:spLocks noGrp="1"/>
          </p:cNvSpPr>
          <p:nvPr/>
        </p:nvSpPr>
        <p:spPr>
          <a:xfrm>
            <a:off x="8435499" y="6788069"/>
            <a:ext cx="26" cy="2803718"/>
          </a:xfrm>
          <a:custGeom>
            <a:avLst/>
            <a:gdLst/>
            <a:ahLst/>
            <a:cxnLst/>
            <a:pathLst>
              <a:path w="26" h="2803718">
                <a:moveTo>
                  <a:pt x="0" y="2803718"/>
                </a:moveTo>
                <a:lnTo>
                  <a:pt x="0" y="0"/>
                </a:lnTo>
              </a:path>
            </a:pathLst>
          </a:custGeom>
          <a:noFill/>
          <a:ln w="23014">
            <a:solidFill>
              <a:srgbClr val="111111"/>
            </a:solidFill>
            <a:prstDash val="solid"/>
          </a:ln>
        </p:spPr>
      </p:sp>
      <p:sp>
        <p:nvSpPr>
          <p:cNvPr id="125" name="Figure 6 plot object 124"/>
          <p:cNvSpPr>
            <a:spLocks noGrp="1"/>
          </p:cNvSpPr>
          <p:nvPr/>
        </p:nvSpPr>
        <p:spPr>
          <a:xfrm>
            <a:off x="8435499" y="9591788"/>
            <a:ext cx="4639723" cy="26"/>
          </a:xfrm>
          <a:custGeom>
            <a:avLst/>
            <a:gdLst/>
            <a:ahLst/>
            <a:cxnLst/>
            <a:pathLst>
              <a:path w="4639723" h="26">
                <a:moveTo>
                  <a:pt x="0" y="0"/>
                </a:moveTo>
                <a:lnTo>
                  <a:pt x="4639723" y="0"/>
                </a:lnTo>
              </a:path>
            </a:pathLst>
          </a:custGeom>
          <a:noFill/>
          <a:ln w="23014">
            <a:solidFill>
              <a:srgbClr val="111111"/>
            </a:solidFill>
            <a:prstDash val="solid"/>
          </a:ln>
        </p:spPr>
      </p:sp>
      <p:sp>
        <p:nvSpPr>
          <p:cNvPr id="126" name="Figure 6 plot object 125"/>
          <p:cNvSpPr>
            <a:spLocks noGrp="1"/>
          </p:cNvSpPr>
          <p:nvPr/>
        </p:nvSpPr>
        <p:spPr>
          <a:xfrm>
            <a:off x="8646395" y="7085433"/>
            <a:ext cx="514382" cy="2506354"/>
          </a:xfrm>
          <a:custGeom>
            <a:avLst/>
            <a:gdLst/>
            <a:ahLst/>
            <a:cxnLst/>
            <a:pathLst>
              <a:path w="514382" h="2506354">
                <a:moveTo>
                  <a:pt x="0" y="2506354"/>
                </a:moveTo>
                <a:lnTo>
                  <a:pt x="514382" y="2506354"/>
                </a:lnTo>
                <a:lnTo>
                  <a:pt x="514382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25572">
            <a:noFill/>
            <a:prstDash val="solid"/>
          </a:ln>
        </p:spPr>
      </p:sp>
      <p:sp>
        <p:nvSpPr>
          <p:cNvPr id="127" name="Figure 6 plot object 126"/>
          <p:cNvSpPr>
            <a:spLocks noGrp="1"/>
          </p:cNvSpPr>
          <p:nvPr/>
        </p:nvSpPr>
        <p:spPr>
          <a:xfrm>
            <a:off x="11218304" y="7170394"/>
            <a:ext cx="514382" cy="2421393"/>
          </a:xfrm>
          <a:custGeom>
            <a:avLst/>
            <a:gdLst/>
            <a:ahLst/>
            <a:cxnLst/>
            <a:pathLst>
              <a:path w="514382" h="2421393">
                <a:moveTo>
                  <a:pt x="0" y="2421393"/>
                </a:moveTo>
                <a:lnTo>
                  <a:pt x="514382" y="2421393"/>
                </a:lnTo>
                <a:lnTo>
                  <a:pt x="514382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25572">
            <a:noFill/>
            <a:prstDash val="solid"/>
          </a:ln>
        </p:spPr>
      </p:sp>
      <p:sp>
        <p:nvSpPr>
          <p:cNvPr id="128" name="Figure 6 plot object 127"/>
          <p:cNvSpPr>
            <a:spLocks noGrp="1"/>
          </p:cNvSpPr>
          <p:nvPr/>
        </p:nvSpPr>
        <p:spPr>
          <a:xfrm>
            <a:off x="9212215" y="8062487"/>
            <a:ext cx="514382" cy="1529301"/>
          </a:xfrm>
          <a:custGeom>
            <a:avLst/>
            <a:gdLst/>
            <a:ahLst/>
            <a:cxnLst/>
            <a:pathLst>
              <a:path w="514382" h="1529301">
                <a:moveTo>
                  <a:pt x="0" y="1529301"/>
                </a:moveTo>
                <a:lnTo>
                  <a:pt x="514382" y="1529301"/>
                </a:lnTo>
                <a:lnTo>
                  <a:pt x="5143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25572">
            <a:noFill/>
            <a:prstDash val="solid"/>
          </a:ln>
        </p:spPr>
      </p:sp>
      <p:sp>
        <p:nvSpPr>
          <p:cNvPr id="129" name="Figure 6 plot object 128"/>
          <p:cNvSpPr>
            <a:spLocks noGrp="1"/>
          </p:cNvSpPr>
          <p:nvPr/>
        </p:nvSpPr>
        <p:spPr>
          <a:xfrm>
            <a:off x="11784124" y="7722642"/>
            <a:ext cx="514382" cy="1869146"/>
          </a:xfrm>
          <a:custGeom>
            <a:avLst/>
            <a:gdLst/>
            <a:ahLst/>
            <a:cxnLst/>
            <a:pathLst>
              <a:path w="514382" h="1869146">
                <a:moveTo>
                  <a:pt x="0" y="1869146"/>
                </a:moveTo>
                <a:lnTo>
                  <a:pt x="514382" y="1869146"/>
                </a:lnTo>
                <a:lnTo>
                  <a:pt x="5143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25572">
            <a:noFill/>
            <a:prstDash val="solid"/>
          </a:ln>
        </p:spPr>
      </p:sp>
      <p:sp>
        <p:nvSpPr>
          <p:cNvPr id="130" name="Figure 6 plot object 129"/>
          <p:cNvSpPr>
            <a:spLocks noGrp="1"/>
          </p:cNvSpPr>
          <p:nvPr/>
        </p:nvSpPr>
        <p:spPr>
          <a:xfrm>
            <a:off x="9778035" y="8997059"/>
            <a:ext cx="514382" cy="594728"/>
          </a:xfrm>
          <a:custGeom>
            <a:avLst/>
            <a:gdLst/>
            <a:ahLst/>
            <a:cxnLst/>
            <a:pathLst>
              <a:path w="514382" h="594728">
                <a:moveTo>
                  <a:pt x="0" y="594728"/>
                </a:moveTo>
                <a:lnTo>
                  <a:pt x="514382" y="594728"/>
                </a:lnTo>
                <a:lnTo>
                  <a:pt x="514382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25572">
            <a:noFill/>
            <a:prstDash val="solid"/>
          </a:ln>
        </p:spPr>
      </p:sp>
      <p:sp>
        <p:nvSpPr>
          <p:cNvPr id="131" name="Figure 6 plot object 130"/>
          <p:cNvSpPr>
            <a:spLocks noGrp="1"/>
          </p:cNvSpPr>
          <p:nvPr/>
        </p:nvSpPr>
        <p:spPr>
          <a:xfrm>
            <a:off x="12349944" y="8189928"/>
            <a:ext cx="514382" cy="1401859"/>
          </a:xfrm>
          <a:custGeom>
            <a:avLst/>
            <a:gdLst/>
            <a:ahLst/>
            <a:cxnLst/>
            <a:pathLst>
              <a:path w="514382" h="1401859">
                <a:moveTo>
                  <a:pt x="0" y="1401859"/>
                </a:moveTo>
                <a:lnTo>
                  <a:pt x="514382" y="1401859"/>
                </a:lnTo>
                <a:lnTo>
                  <a:pt x="514382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25572">
            <a:noFill/>
            <a:prstDash val="solid"/>
          </a:ln>
        </p:spPr>
      </p:sp>
      <p:sp>
        <p:nvSpPr>
          <p:cNvPr id="132" name="Figure 6 plot object 131"/>
          <p:cNvSpPr>
            <a:spLocks noGrp="1"/>
          </p:cNvSpPr>
          <p:nvPr/>
        </p:nvSpPr>
        <p:spPr>
          <a:xfrm>
            <a:off x="8435499" y="7552720"/>
            <a:ext cx="4639723" cy="26"/>
          </a:xfrm>
          <a:custGeom>
            <a:avLst/>
            <a:gdLst/>
            <a:ahLst/>
            <a:cxnLst/>
            <a:pathLst>
              <a:path w="4639723" h="26">
                <a:moveTo>
                  <a:pt x="0" y="0"/>
                </a:moveTo>
                <a:lnTo>
                  <a:pt x="4639723" y="0"/>
                </a:lnTo>
              </a:path>
            </a:pathLst>
          </a:custGeom>
          <a:noFill/>
          <a:ln w="25572">
            <a:solidFill>
              <a:srgbClr val="111111"/>
            </a:solidFill>
            <a:custDash>
              <a:ds d="400000" sp="300000"/>
            </a:custDash>
          </a:ln>
        </p:spPr>
      </p:sp>
      <p:sp>
        <p:nvSpPr>
          <p:cNvPr id="133" name="Figure 6 plot object 132"/>
          <p:cNvSpPr>
            <a:spLocks noGrp="1"/>
          </p:cNvSpPr>
          <p:nvPr/>
        </p:nvSpPr>
        <p:spPr>
          <a:xfrm>
            <a:off x="8703543" y="6794326"/>
            <a:ext cx="400087" cy="202246"/>
          </a:xfrm>
          <a:custGeom>
            <a:avLst/>
            <a:gdLst/>
            <a:ahLst/>
            <a:cxnLst/>
            <a:pathLst>
              <a:path w="400087" h="202246">
                <a:moveTo>
                  <a:pt x="0" y="202246"/>
                </a:moveTo>
                <a:lnTo>
                  <a:pt x="400087" y="202246"/>
                </a:lnTo>
                <a:lnTo>
                  <a:pt x="40008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572">
            <a:noFill/>
            <a:prstDash val="solid"/>
          </a:ln>
        </p:spPr>
      </p:sp>
      <p:sp>
        <p:nvSpPr>
          <p:cNvPr id="134" name="98.3"/>
          <p:cNvSpPr>
            <a:spLocks noGrp="1"/>
          </p:cNvSpPr>
          <p:nvPr/>
        </p:nvSpPr>
        <p:spPr>
          <a:xfrm>
            <a:off x="8718192" y="6768584"/>
            <a:ext cx="466683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98.3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5" name="Figure 6 plot object 134"/>
          <p:cNvSpPr>
            <a:spLocks noGrp="1"/>
          </p:cNvSpPr>
          <p:nvPr/>
        </p:nvSpPr>
        <p:spPr>
          <a:xfrm>
            <a:off x="11275452" y="6879287"/>
            <a:ext cx="400087" cy="202246"/>
          </a:xfrm>
          <a:custGeom>
            <a:avLst/>
            <a:gdLst/>
            <a:ahLst/>
            <a:cxnLst/>
            <a:pathLst>
              <a:path w="400087" h="202246">
                <a:moveTo>
                  <a:pt x="0" y="202246"/>
                </a:moveTo>
                <a:lnTo>
                  <a:pt x="400087" y="202246"/>
                </a:lnTo>
                <a:lnTo>
                  <a:pt x="40008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572">
            <a:noFill/>
            <a:prstDash val="solid"/>
          </a:ln>
        </p:spPr>
      </p:sp>
      <p:sp>
        <p:nvSpPr>
          <p:cNvPr id="136" name="95.0"/>
          <p:cNvSpPr>
            <a:spLocks noGrp="1"/>
          </p:cNvSpPr>
          <p:nvPr/>
        </p:nvSpPr>
        <p:spPr>
          <a:xfrm>
            <a:off x="11290100" y="6853546"/>
            <a:ext cx="466683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95.0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7" name="Figure 6 plot object 136"/>
          <p:cNvSpPr>
            <a:spLocks noGrp="1"/>
          </p:cNvSpPr>
          <p:nvPr/>
        </p:nvSpPr>
        <p:spPr>
          <a:xfrm>
            <a:off x="9269363" y="7771379"/>
            <a:ext cx="400087" cy="202246"/>
          </a:xfrm>
          <a:custGeom>
            <a:avLst/>
            <a:gdLst/>
            <a:ahLst/>
            <a:cxnLst/>
            <a:pathLst>
              <a:path w="400087" h="202246">
                <a:moveTo>
                  <a:pt x="0" y="202246"/>
                </a:moveTo>
                <a:lnTo>
                  <a:pt x="400087" y="202246"/>
                </a:lnTo>
                <a:lnTo>
                  <a:pt x="40008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572">
            <a:noFill/>
            <a:prstDash val="solid"/>
          </a:ln>
        </p:spPr>
      </p:sp>
      <p:sp>
        <p:nvSpPr>
          <p:cNvPr id="138" name="60.0"/>
          <p:cNvSpPr>
            <a:spLocks noGrp="1"/>
          </p:cNvSpPr>
          <p:nvPr/>
        </p:nvSpPr>
        <p:spPr>
          <a:xfrm>
            <a:off x="9284012" y="7745638"/>
            <a:ext cx="466683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60.0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9" name="Figure 6 plot object 138"/>
          <p:cNvSpPr>
            <a:spLocks noGrp="1"/>
          </p:cNvSpPr>
          <p:nvPr/>
        </p:nvSpPr>
        <p:spPr>
          <a:xfrm>
            <a:off x="11841271" y="7431535"/>
            <a:ext cx="400087" cy="202246"/>
          </a:xfrm>
          <a:custGeom>
            <a:avLst/>
            <a:gdLst/>
            <a:ahLst/>
            <a:cxnLst/>
            <a:pathLst>
              <a:path w="400087" h="202246">
                <a:moveTo>
                  <a:pt x="0" y="202246"/>
                </a:moveTo>
                <a:lnTo>
                  <a:pt x="400087" y="202246"/>
                </a:lnTo>
                <a:lnTo>
                  <a:pt x="40008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572">
            <a:noFill/>
            <a:prstDash val="solid"/>
          </a:ln>
        </p:spPr>
      </p:sp>
      <p:sp>
        <p:nvSpPr>
          <p:cNvPr id="140" name="73.3"/>
          <p:cNvSpPr>
            <a:spLocks noGrp="1"/>
          </p:cNvSpPr>
          <p:nvPr/>
        </p:nvSpPr>
        <p:spPr>
          <a:xfrm>
            <a:off x="11855920" y="7405793"/>
            <a:ext cx="466683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73.3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1" name="Figure 6 plot object 140"/>
          <p:cNvSpPr>
            <a:spLocks noGrp="1"/>
          </p:cNvSpPr>
          <p:nvPr/>
        </p:nvSpPr>
        <p:spPr>
          <a:xfrm>
            <a:off x="9835183" y="8705952"/>
            <a:ext cx="400087" cy="202246"/>
          </a:xfrm>
          <a:custGeom>
            <a:avLst/>
            <a:gdLst/>
            <a:ahLst/>
            <a:cxnLst/>
            <a:pathLst>
              <a:path w="400087" h="202246">
                <a:moveTo>
                  <a:pt x="0" y="202246"/>
                </a:moveTo>
                <a:lnTo>
                  <a:pt x="400087" y="202246"/>
                </a:lnTo>
                <a:lnTo>
                  <a:pt x="40008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572">
            <a:noFill/>
            <a:prstDash val="solid"/>
          </a:ln>
        </p:spPr>
      </p:sp>
      <p:sp>
        <p:nvSpPr>
          <p:cNvPr id="142" name="23.3"/>
          <p:cNvSpPr>
            <a:spLocks noGrp="1"/>
          </p:cNvSpPr>
          <p:nvPr/>
        </p:nvSpPr>
        <p:spPr>
          <a:xfrm>
            <a:off x="9848233" y="8680211"/>
            <a:ext cx="469879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23.3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3" name="Figure 6 plot object 142"/>
          <p:cNvSpPr>
            <a:spLocks noGrp="1"/>
          </p:cNvSpPr>
          <p:nvPr/>
        </p:nvSpPr>
        <p:spPr>
          <a:xfrm>
            <a:off x="12407091" y="7898821"/>
            <a:ext cx="400087" cy="202246"/>
          </a:xfrm>
          <a:custGeom>
            <a:avLst/>
            <a:gdLst/>
            <a:ahLst/>
            <a:cxnLst/>
            <a:pathLst>
              <a:path w="400087" h="202246">
                <a:moveTo>
                  <a:pt x="0" y="202246"/>
                </a:moveTo>
                <a:lnTo>
                  <a:pt x="400087" y="202246"/>
                </a:lnTo>
                <a:lnTo>
                  <a:pt x="40008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572">
            <a:noFill/>
            <a:prstDash val="solid"/>
          </a:ln>
        </p:spPr>
      </p:sp>
      <p:sp>
        <p:nvSpPr>
          <p:cNvPr id="144" name="55.0"/>
          <p:cNvSpPr>
            <a:spLocks noGrp="1"/>
          </p:cNvSpPr>
          <p:nvPr/>
        </p:nvSpPr>
        <p:spPr>
          <a:xfrm>
            <a:off x="12421740" y="7873079"/>
            <a:ext cx="466683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55.0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5" name="a"/>
          <p:cNvSpPr>
            <a:spLocks noGrp="1"/>
          </p:cNvSpPr>
          <p:nvPr/>
        </p:nvSpPr>
        <p:spPr>
          <a:xfrm>
            <a:off x="680533" y="897902"/>
            <a:ext cx="290878" cy="3711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</a:t>
            </a:r>
            <a:endParaRPr sz="2000" b="1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6" name="Observed and predicted purity"/>
          <p:cNvSpPr>
            <a:spLocks noGrp="1"/>
          </p:cNvSpPr>
          <p:nvPr/>
        </p:nvSpPr>
        <p:spPr>
          <a:xfrm>
            <a:off x="1038454" y="944954"/>
            <a:ext cx="3100565" cy="3020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Observed and predicted purity</a:t>
            </a:r>
            <a:endParaRPr sz="1800" b="1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7" name="b"/>
          <p:cNvSpPr>
            <a:spLocks noGrp="1"/>
          </p:cNvSpPr>
          <p:nvPr/>
        </p:nvSpPr>
        <p:spPr>
          <a:xfrm>
            <a:off x="7388247" y="897902"/>
            <a:ext cx="306860" cy="3711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</a:t>
            </a:r>
            <a:endParaRPr sz="2000" b="1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8" name="Lower MAE than the source-mean baseline"/>
          <p:cNvSpPr>
            <a:spLocks noGrp="1"/>
          </p:cNvSpPr>
          <p:nvPr/>
        </p:nvSpPr>
        <p:spPr>
          <a:xfrm>
            <a:off x="7746169" y="944954"/>
            <a:ext cx="4414309" cy="3020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Lower MAE than the source-mean baseline</a:t>
            </a:r>
            <a:endParaRPr sz="1800" b="1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9" name="c"/>
          <p:cNvSpPr>
            <a:spLocks noGrp="1"/>
          </p:cNvSpPr>
          <p:nvPr/>
        </p:nvSpPr>
        <p:spPr>
          <a:xfrm>
            <a:off x="680533" y="5660246"/>
            <a:ext cx="290878" cy="3711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</a:t>
            </a:r>
            <a:endParaRPr sz="2000" b="1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0" name="Information effects differ across responses"/>
          <p:cNvSpPr>
            <a:spLocks noGrp="1"/>
          </p:cNvSpPr>
          <p:nvPr/>
        </p:nvSpPr>
        <p:spPr>
          <a:xfrm>
            <a:off x="1038454" y="5707298"/>
            <a:ext cx="4343987" cy="3020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Information effects differ across responses</a:t>
            </a:r>
            <a:endParaRPr sz="1800" b="1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1" name="d"/>
          <p:cNvSpPr>
            <a:spLocks noGrp="1"/>
          </p:cNvSpPr>
          <p:nvPr/>
        </p:nvSpPr>
        <p:spPr>
          <a:xfrm>
            <a:off x="7388247" y="5660246"/>
            <a:ext cx="306860" cy="3711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d</a:t>
            </a:r>
            <a:endParaRPr sz="2000" b="1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2" name="Purity intervals can miss the reference"/>
          <p:cNvSpPr>
            <a:spLocks noGrp="1"/>
          </p:cNvSpPr>
          <p:nvPr/>
        </p:nvSpPr>
        <p:spPr>
          <a:xfrm>
            <a:off x="7746169" y="5707298"/>
            <a:ext cx="3918858" cy="3020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Purity intervals can miss the reference</a:t>
            </a:r>
            <a:endParaRPr sz="1800" b="1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3" name="Figure 6 plot object 152"/>
          <p:cNvSpPr>
            <a:spLocks noGrp="1"/>
          </p:cNvSpPr>
          <p:nvPr/>
        </p:nvSpPr>
        <p:spPr>
          <a:xfrm>
            <a:off x="1222570" y="6240521"/>
            <a:ext cx="225031" cy="143201"/>
          </a:xfrm>
          <a:custGeom>
            <a:avLst/>
            <a:gdLst/>
            <a:ahLst/>
            <a:cxnLst/>
            <a:pathLst>
              <a:path w="225031" h="143201">
                <a:moveTo>
                  <a:pt x="0" y="143201"/>
                </a:moveTo>
                <a:lnTo>
                  <a:pt x="225031" y="143201"/>
                </a:lnTo>
                <a:lnTo>
                  <a:pt x="225031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25572">
            <a:solidFill>
              <a:srgbClr val="637482"/>
            </a:solidFill>
            <a:prstDash val="solid"/>
          </a:ln>
        </p:spPr>
      </p:sp>
      <p:sp>
        <p:nvSpPr>
          <p:cNvPr id="154" name="Opaque"/>
          <p:cNvSpPr>
            <a:spLocks noGrp="1"/>
          </p:cNvSpPr>
          <p:nvPr/>
        </p:nvSpPr>
        <p:spPr>
          <a:xfrm>
            <a:off x="1611260" y="6195515"/>
            <a:ext cx="827883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Opaque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5" name="Figure 6 plot object 154"/>
          <p:cNvSpPr>
            <a:spLocks noGrp="1"/>
          </p:cNvSpPr>
          <p:nvPr/>
        </p:nvSpPr>
        <p:spPr>
          <a:xfrm>
            <a:off x="2707421" y="6240521"/>
            <a:ext cx="225031" cy="143201"/>
          </a:xfrm>
          <a:custGeom>
            <a:avLst/>
            <a:gdLst/>
            <a:ahLst/>
            <a:cxnLst/>
            <a:pathLst>
              <a:path w="225031" h="143201">
                <a:moveTo>
                  <a:pt x="0" y="143201"/>
                </a:moveTo>
                <a:lnTo>
                  <a:pt x="225031" y="143201"/>
                </a:lnTo>
                <a:lnTo>
                  <a:pt x="225031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25572">
            <a:solidFill>
              <a:srgbClr val="277F8A"/>
            </a:solidFill>
            <a:prstDash val="solid"/>
          </a:ln>
        </p:spPr>
      </p:sp>
      <p:sp>
        <p:nvSpPr>
          <p:cNvPr id="156" name="Aligned"/>
          <p:cNvSpPr>
            <a:spLocks noGrp="1"/>
          </p:cNvSpPr>
          <p:nvPr/>
        </p:nvSpPr>
        <p:spPr>
          <a:xfrm>
            <a:off x="3096111" y="6195515"/>
            <a:ext cx="779936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Aligned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7" name="Figure 6 plot object 156"/>
          <p:cNvSpPr>
            <a:spLocks noGrp="1"/>
          </p:cNvSpPr>
          <p:nvPr/>
        </p:nvSpPr>
        <p:spPr>
          <a:xfrm>
            <a:off x="4146754" y="6240521"/>
            <a:ext cx="225031" cy="143201"/>
          </a:xfrm>
          <a:custGeom>
            <a:avLst/>
            <a:gdLst/>
            <a:ahLst/>
            <a:cxnLst/>
            <a:pathLst>
              <a:path w="225031" h="143201">
                <a:moveTo>
                  <a:pt x="0" y="143201"/>
                </a:moveTo>
                <a:lnTo>
                  <a:pt x="225031" y="143201"/>
                </a:lnTo>
                <a:lnTo>
                  <a:pt x="225031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25572">
            <a:solidFill>
              <a:srgbClr val="BC7850"/>
            </a:solidFill>
            <a:prstDash val="solid"/>
          </a:ln>
        </p:spPr>
      </p:sp>
      <p:sp>
        <p:nvSpPr>
          <p:cNvPr id="158" name="MisIndexed"/>
          <p:cNvSpPr>
            <a:spLocks noGrp="1"/>
          </p:cNvSpPr>
          <p:nvPr/>
        </p:nvSpPr>
        <p:spPr>
          <a:xfrm>
            <a:off x="4535444" y="6195515"/>
            <a:ext cx="1141136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MisIndexed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9" name="Figure 6 plot object 158"/>
          <p:cNvSpPr>
            <a:spLocks noGrp="1"/>
          </p:cNvSpPr>
          <p:nvPr/>
        </p:nvSpPr>
        <p:spPr>
          <a:xfrm>
            <a:off x="7930285" y="6240521"/>
            <a:ext cx="225031" cy="143201"/>
          </a:xfrm>
          <a:custGeom>
            <a:avLst/>
            <a:gdLst/>
            <a:ahLst/>
            <a:cxnLst/>
            <a:pathLst>
              <a:path w="225031" h="143201">
                <a:moveTo>
                  <a:pt x="0" y="143201"/>
                </a:moveTo>
                <a:lnTo>
                  <a:pt x="225031" y="143201"/>
                </a:lnTo>
                <a:lnTo>
                  <a:pt x="225031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25572">
            <a:solidFill>
              <a:srgbClr val="637482"/>
            </a:solidFill>
            <a:prstDash val="solid"/>
          </a:ln>
        </p:spPr>
      </p:sp>
      <p:sp>
        <p:nvSpPr>
          <p:cNvPr id="160" name="Opaque"/>
          <p:cNvSpPr>
            <a:spLocks noGrp="1"/>
          </p:cNvSpPr>
          <p:nvPr/>
        </p:nvSpPr>
        <p:spPr>
          <a:xfrm>
            <a:off x="8318974" y="6195515"/>
            <a:ext cx="827883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Opaque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61" name="Figure 6 plot object 160"/>
          <p:cNvSpPr>
            <a:spLocks noGrp="1"/>
          </p:cNvSpPr>
          <p:nvPr/>
        </p:nvSpPr>
        <p:spPr>
          <a:xfrm>
            <a:off x="9415135" y="6240521"/>
            <a:ext cx="225031" cy="143201"/>
          </a:xfrm>
          <a:custGeom>
            <a:avLst/>
            <a:gdLst/>
            <a:ahLst/>
            <a:cxnLst/>
            <a:pathLst>
              <a:path w="225031" h="143201">
                <a:moveTo>
                  <a:pt x="0" y="143201"/>
                </a:moveTo>
                <a:lnTo>
                  <a:pt x="225031" y="143201"/>
                </a:lnTo>
                <a:lnTo>
                  <a:pt x="225031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25572">
            <a:solidFill>
              <a:srgbClr val="277F8A"/>
            </a:solidFill>
            <a:prstDash val="solid"/>
          </a:ln>
        </p:spPr>
      </p:sp>
      <p:sp>
        <p:nvSpPr>
          <p:cNvPr id="162" name="Aligned"/>
          <p:cNvSpPr>
            <a:spLocks noGrp="1"/>
          </p:cNvSpPr>
          <p:nvPr/>
        </p:nvSpPr>
        <p:spPr>
          <a:xfrm>
            <a:off x="9803825" y="6195515"/>
            <a:ext cx="779936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Aligned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63" name="Figure 6 plot object 162"/>
          <p:cNvSpPr>
            <a:spLocks noGrp="1"/>
          </p:cNvSpPr>
          <p:nvPr/>
        </p:nvSpPr>
        <p:spPr>
          <a:xfrm>
            <a:off x="10854469" y="6240521"/>
            <a:ext cx="225031" cy="143201"/>
          </a:xfrm>
          <a:custGeom>
            <a:avLst/>
            <a:gdLst/>
            <a:ahLst/>
            <a:cxnLst/>
            <a:pathLst>
              <a:path w="225031" h="143201">
                <a:moveTo>
                  <a:pt x="0" y="143201"/>
                </a:moveTo>
                <a:lnTo>
                  <a:pt x="225031" y="143201"/>
                </a:lnTo>
                <a:lnTo>
                  <a:pt x="225031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25572">
            <a:solidFill>
              <a:srgbClr val="BC7850"/>
            </a:solidFill>
            <a:prstDash val="solid"/>
          </a:ln>
        </p:spPr>
      </p:sp>
      <p:sp>
        <p:nvSpPr>
          <p:cNvPr id="164" name="MisIndexed"/>
          <p:cNvSpPr>
            <a:spLocks noGrp="1"/>
          </p:cNvSpPr>
          <p:nvPr/>
        </p:nvSpPr>
        <p:spPr>
          <a:xfrm>
            <a:off x="11243158" y="6195515"/>
            <a:ext cx="1141136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MisIndexed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6" name="section-rule-1"/>
          <p:cNvSpPr/>
          <p:nvPr/>
        </p:nvSpPr>
        <p:spPr>
          <a:xfrm>
            <a:off x="1698126" y="429548"/>
            <a:ext cx="10328411" cy="87"/>
          </a:xfrm>
          <a:custGeom>
            <a:avLst/>
            <a:gdLst/>
            <a:ahLst/>
            <a:cxnLst/>
            <a:pathLst>
              <a:path w="10328411" h="87">
                <a:moveTo>
                  <a:pt x="0" y="0"/>
                </a:moveTo>
                <a:lnTo>
                  <a:pt x="10328411" y="0"/>
                </a:lnTo>
              </a:path>
            </a:pathLst>
          </a:custGeom>
          <a:noFill/>
          <a:ln w="17330">
            <a:solidFill>
              <a:srgbClr val="181B1E"/>
            </a:solidFill>
            <a:prstDash val="solid"/>
          </a:ln>
        </p:spPr>
      </p:sp>
      <p:sp>
        <p:nvSpPr>
          <p:cNvPr id="2" name="panel-letter-A-2"/>
          <p:cNvSpPr/>
          <p:nvPr/>
        </p:nvSpPr>
        <p:spPr>
          <a:xfrm>
            <a:off x="1698126" y="490201"/>
            <a:ext cx="268608" cy="31750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</a:t>
            </a:r>
            <a:endParaRPr sz="20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" name="panel-title-A-3"/>
          <p:cNvSpPr/>
          <p:nvPr/>
        </p:nvSpPr>
        <p:spPr>
          <a:xfrm>
            <a:off x="2062047" y="516195"/>
            <a:ext cx="2508885" cy="28702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Source research histories</a:t>
            </a:r>
            <a:endParaRPr sz="18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" name="12-session-bar-5"/>
          <p:cNvSpPr/>
          <p:nvPr/>
        </p:nvSpPr>
        <p:spPr>
          <a:xfrm>
            <a:off x="1698126" y="854122"/>
            <a:ext cx="4895597" cy="320597"/>
          </a:xfrm>
          <a:prstGeom prst="rect">
            <a:avLst/>
          </a:prstGeom>
          <a:gradFill>
            <a:gsLst>
              <a:gs pos="0">
                <a:srgbClr val="4B81A1"/>
              </a:gs>
              <a:gs pos="100000">
                <a:srgbClr val="3F7497"/>
              </a:gs>
            </a:gsLst>
            <a:lin ang="1800000"/>
          </a:gradFill>
          <a:ln w="8665">
            <a:noFill/>
            <a:prstDash val="solid"/>
          </a:ln>
        </p:spPr>
      </p:sp>
      <p:sp>
        <p:nvSpPr>
          <p:cNvPr id="6" name="24-session-bar-6"/>
          <p:cNvSpPr/>
          <p:nvPr/>
        </p:nvSpPr>
        <p:spPr>
          <a:xfrm>
            <a:off x="6966309" y="854122"/>
            <a:ext cx="5060228" cy="320597"/>
          </a:xfrm>
          <a:prstGeom prst="rect">
            <a:avLst/>
          </a:prstGeom>
          <a:gradFill>
            <a:gsLst>
              <a:gs pos="0">
                <a:srgbClr val="1C6B70"/>
              </a:gs>
              <a:gs pos="100000">
                <a:srgbClr val="1D6061"/>
              </a:gs>
            </a:gsLst>
            <a:lin ang="1800000"/>
          </a:gradFill>
          <a:ln w="8665">
            <a:noFill/>
            <a:prstDash val="solid"/>
          </a:ln>
        </p:spPr>
      </p:sp>
      <p:sp>
        <p:nvSpPr>
          <p:cNvPr id="7" name="12-session-title-7"/>
          <p:cNvSpPr/>
          <p:nvPr/>
        </p:nvSpPr>
        <p:spPr>
          <a:xfrm>
            <a:off x="1776109" y="888782"/>
            <a:ext cx="4739632" cy="28702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12-batch session (W05/Aligned)</a:t>
            </a:r>
            <a:endParaRPr sz="1800" b="1">
              <a:solidFill>
                <a:srgbClr val="FFFFFF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" name="24-session-title-8"/>
          <p:cNvSpPr/>
          <p:nvPr/>
        </p:nvSpPr>
        <p:spPr>
          <a:xfrm>
            <a:off x="7035627" y="888782"/>
            <a:ext cx="4921592" cy="28702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24-batch session (W05/Aligned)</a:t>
            </a:r>
            <a:endParaRPr sz="1800" b="1">
              <a:solidFill>
                <a:srgbClr val="FFFFFF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" name="session-divider-9"/>
          <p:cNvSpPr/>
          <p:nvPr/>
        </p:nvSpPr>
        <p:spPr>
          <a:xfrm>
            <a:off x="6801678" y="845457"/>
            <a:ext cx="87" cy="1594318"/>
          </a:xfrm>
          <a:custGeom>
            <a:avLst/>
            <a:gdLst/>
            <a:ahLst/>
            <a:cxnLst/>
            <a:pathLst>
              <a:path w="87" h="1594318">
                <a:moveTo>
                  <a:pt x="0" y="0"/>
                </a:moveTo>
                <a:lnTo>
                  <a:pt x="0" y="1594318"/>
                </a:lnTo>
              </a:path>
            </a:pathLst>
          </a:custGeom>
          <a:noFill/>
          <a:ln w="10398">
            <a:solidFill>
              <a:srgbClr val="9EADB8"/>
            </a:solidFill>
            <a:prstDash val="dash"/>
          </a:ln>
        </p:spPr>
      </p:sp>
      <p:sp>
        <p:nvSpPr>
          <p:cNvPr id="10" name="research-timeline-10"/>
          <p:cNvSpPr/>
          <p:nvPr/>
        </p:nvSpPr>
        <p:spPr>
          <a:xfrm>
            <a:off x="1732785" y="1694605"/>
            <a:ext cx="1654972" cy="87"/>
          </a:xfrm>
          <a:custGeom>
            <a:avLst/>
            <a:gdLst/>
            <a:ahLst/>
            <a:cxnLst/>
            <a:pathLst>
              <a:path w="1654972" h="87">
                <a:moveTo>
                  <a:pt x="0" y="0"/>
                </a:moveTo>
                <a:lnTo>
                  <a:pt x="1654972" y="0"/>
                </a:lnTo>
              </a:path>
            </a:pathLst>
          </a:custGeom>
          <a:noFill/>
          <a:ln w="12997">
            <a:solidFill>
              <a:srgbClr val="42799A"/>
            </a:solidFill>
            <a:prstDash val="solid"/>
          </a:ln>
        </p:spPr>
      </p:sp>
      <p:sp>
        <p:nvSpPr>
          <p:cNvPr id="11" name="research-timeline-11"/>
          <p:cNvSpPr/>
          <p:nvPr/>
        </p:nvSpPr>
        <p:spPr>
          <a:xfrm>
            <a:off x="3968297" y="1694605"/>
            <a:ext cx="1213068" cy="87"/>
          </a:xfrm>
          <a:custGeom>
            <a:avLst/>
            <a:gdLst/>
            <a:ahLst/>
            <a:cxnLst/>
            <a:pathLst>
              <a:path w="1213068" h="87">
                <a:moveTo>
                  <a:pt x="0" y="0"/>
                </a:moveTo>
                <a:lnTo>
                  <a:pt x="1213068" y="0"/>
                </a:lnTo>
              </a:path>
            </a:pathLst>
          </a:custGeom>
          <a:noFill/>
          <a:ln w="12997">
            <a:solidFill>
              <a:srgbClr val="42799A"/>
            </a:solidFill>
            <a:prstDash val="solid"/>
          </a:ln>
        </p:spPr>
      </p:sp>
      <p:sp>
        <p:nvSpPr>
          <p:cNvPr id="12" name="batch-marker-12"/>
          <p:cNvSpPr/>
          <p:nvPr/>
        </p:nvSpPr>
        <p:spPr>
          <a:xfrm>
            <a:off x="2022189" y="1620088"/>
            <a:ext cx="149034" cy="149034"/>
          </a:xfrm>
          <a:prstGeom prst="ellipse">
            <a:avLst/>
          </a:prstGeom>
          <a:solidFill>
            <a:srgbClr val="42799A"/>
          </a:solidFill>
          <a:ln w="0">
            <a:noFill/>
            <a:prstDash val="solid"/>
          </a:ln>
        </p:spPr>
      </p:sp>
      <p:sp>
        <p:nvSpPr>
          <p:cNvPr id="13" name="batch-marker-13"/>
          <p:cNvSpPr/>
          <p:nvPr/>
        </p:nvSpPr>
        <p:spPr>
          <a:xfrm>
            <a:off x="2429433" y="1620088"/>
            <a:ext cx="149034" cy="149034"/>
          </a:xfrm>
          <a:prstGeom prst="ellipse">
            <a:avLst/>
          </a:prstGeom>
          <a:solidFill>
            <a:srgbClr val="42799A"/>
          </a:solidFill>
          <a:ln w="0">
            <a:noFill/>
            <a:prstDash val="solid"/>
          </a:ln>
        </p:spPr>
      </p:sp>
      <p:sp>
        <p:nvSpPr>
          <p:cNvPr id="14" name="batch-marker-14"/>
          <p:cNvSpPr/>
          <p:nvPr/>
        </p:nvSpPr>
        <p:spPr>
          <a:xfrm>
            <a:off x="2836678" y="1620088"/>
            <a:ext cx="149034" cy="149034"/>
          </a:xfrm>
          <a:prstGeom prst="ellipse">
            <a:avLst/>
          </a:prstGeom>
          <a:solidFill>
            <a:srgbClr val="42799A"/>
          </a:solidFill>
          <a:ln w="0">
            <a:noFill/>
            <a:prstDash val="solid"/>
          </a:ln>
        </p:spPr>
      </p:sp>
      <p:sp>
        <p:nvSpPr>
          <p:cNvPr id="15" name="batch-marker-15"/>
          <p:cNvSpPr/>
          <p:nvPr/>
        </p:nvSpPr>
        <p:spPr>
          <a:xfrm>
            <a:off x="3243922" y="1620088"/>
            <a:ext cx="149034" cy="149034"/>
          </a:xfrm>
          <a:prstGeom prst="ellipse">
            <a:avLst/>
          </a:prstGeom>
          <a:solidFill>
            <a:srgbClr val="42799A"/>
          </a:solidFill>
          <a:ln w="0">
            <a:noFill/>
            <a:prstDash val="solid"/>
          </a:ln>
        </p:spPr>
      </p:sp>
      <p:sp>
        <p:nvSpPr>
          <p:cNvPr id="16" name="batch-marker-16"/>
          <p:cNvSpPr/>
          <p:nvPr/>
        </p:nvSpPr>
        <p:spPr>
          <a:xfrm>
            <a:off x="3963098" y="1620088"/>
            <a:ext cx="149034" cy="149034"/>
          </a:xfrm>
          <a:prstGeom prst="ellipse">
            <a:avLst/>
          </a:prstGeom>
          <a:solidFill>
            <a:srgbClr val="42799A"/>
          </a:solidFill>
          <a:ln w="0">
            <a:noFill/>
            <a:prstDash val="solid"/>
          </a:ln>
        </p:spPr>
      </p:sp>
      <p:sp>
        <p:nvSpPr>
          <p:cNvPr id="17" name="batch-marker-17"/>
          <p:cNvSpPr/>
          <p:nvPr/>
        </p:nvSpPr>
        <p:spPr>
          <a:xfrm>
            <a:off x="4353013" y="1620088"/>
            <a:ext cx="149034" cy="149034"/>
          </a:xfrm>
          <a:prstGeom prst="ellipse">
            <a:avLst/>
          </a:prstGeom>
          <a:solidFill>
            <a:srgbClr val="42799A"/>
          </a:solidFill>
          <a:ln w="0">
            <a:noFill/>
            <a:prstDash val="solid"/>
          </a:ln>
        </p:spPr>
      </p:sp>
      <p:sp>
        <p:nvSpPr>
          <p:cNvPr id="18" name="batch-marker-18"/>
          <p:cNvSpPr/>
          <p:nvPr/>
        </p:nvSpPr>
        <p:spPr>
          <a:xfrm>
            <a:off x="4734263" y="1620088"/>
            <a:ext cx="149034" cy="149034"/>
          </a:xfrm>
          <a:prstGeom prst="ellipse">
            <a:avLst/>
          </a:prstGeom>
          <a:solidFill>
            <a:srgbClr val="42799A"/>
          </a:solidFill>
          <a:ln w="0">
            <a:noFill/>
            <a:prstDash val="solid"/>
          </a:ln>
        </p:spPr>
      </p:sp>
      <p:sp>
        <p:nvSpPr>
          <p:cNvPr id="19" name="omitted-batch-dot-19"/>
          <p:cNvSpPr/>
          <p:nvPr/>
        </p:nvSpPr>
        <p:spPr>
          <a:xfrm>
            <a:off x="3606110" y="1679008"/>
            <a:ext cx="31193" cy="31193"/>
          </a:xfrm>
          <a:prstGeom prst="ellipse">
            <a:avLst/>
          </a:prstGeom>
          <a:solidFill>
            <a:srgbClr val="42799A"/>
          </a:solidFill>
          <a:ln w="0">
            <a:noFill/>
            <a:prstDash val="solid"/>
          </a:ln>
        </p:spPr>
      </p:sp>
      <p:sp>
        <p:nvSpPr>
          <p:cNvPr id="20" name="omitted-batch-dot-20"/>
          <p:cNvSpPr/>
          <p:nvPr/>
        </p:nvSpPr>
        <p:spPr>
          <a:xfrm>
            <a:off x="3692757" y="1679008"/>
            <a:ext cx="31193" cy="31193"/>
          </a:xfrm>
          <a:prstGeom prst="ellipse">
            <a:avLst/>
          </a:prstGeom>
          <a:solidFill>
            <a:srgbClr val="42799A"/>
          </a:solidFill>
          <a:ln w="0">
            <a:noFill/>
            <a:prstDash val="solid"/>
          </a:ln>
        </p:spPr>
      </p:sp>
      <p:sp>
        <p:nvSpPr>
          <p:cNvPr id="21" name="omitted-batch-dot-21"/>
          <p:cNvSpPr/>
          <p:nvPr/>
        </p:nvSpPr>
        <p:spPr>
          <a:xfrm>
            <a:off x="3779405" y="1679008"/>
            <a:ext cx="31193" cy="31193"/>
          </a:xfrm>
          <a:prstGeom prst="ellipse">
            <a:avLst/>
          </a:prstGeom>
          <a:solidFill>
            <a:srgbClr val="42799A"/>
          </a:solidFill>
          <a:ln w="0">
            <a:noFill/>
            <a:prstDash val="solid"/>
          </a:ln>
        </p:spPr>
      </p:sp>
      <p:sp>
        <p:nvSpPr>
          <p:cNvPr id="22" name="research-timeline-22"/>
          <p:cNvSpPr/>
          <p:nvPr/>
        </p:nvSpPr>
        <p:spPr>
          <a:xfrm>
            <a:off x="6983639" y="1694605"/>
            <a:ext cx="1447017" cy="87"/>
          </a:xfrm>
          <a:custGeom>
            <a:avLst/>
            <a:gdLst/>
            <a:ahLst/>
            <a:cxnLst/>
            <a:pathLst>
              <a:path w="1447017" h="87">
                <a:moveTo>
                  <a:pt x="0" y="0"/>
                </a:moveTo>
                <a:lnTo>
                  <a:pt x="1447017" y="0"/>
                </a:lnTo>
              </a:path>
            </a:pathLst>
          </a:custGeom>
          <a:noFill/>
          <a:ln w="12997">
            <a:solidFill>
              <a:srgbClr val="206A6D"/>
            </a:solidFill>
            <a:prstDash val="solid"/>
          </a:ln>
        </p:spPr>
      </p:sp>
      <p:sp>
        <p:nvSpPr>
          <p:cNvPr id="23" name="research-timeline-23"/>
          <p:cNvSpPr/>
          <p:nvPr/>
        </p:nvSpPr>
        <p:spPr>
          <a:xfrm>
            <a:off x="8950542" y="1694605"/>
            <a:ext cx="1836932" cy="87"/>
          </a:xfrm>
          <a:custGeom>
            <a:avLst/>
            <a:gdLst/>
            <a:ahLst/>
            <a:cxnLst/>
            <a:pathLst>
              <a:path w="1836932" h="87">
                <a:moveTo>
                  <a:pt x="0" y="0"/>
                </a:moveTo>
                <a:lnTo>
                  <a:pt x="1836932" y="0"/>
                </a:lnTo>
              </a:path>
            </a:pathLst>
          </a:custGeom>
          <a:noFill/>
          <a:ln w="12997">
            <a:solidFill>
              <a:srgbClr val="206A6D"/>
            </a:solidFill>
            <a:prstDash val="solid"/>
          </a:ln>
        </p:spPr>
      </p:sp>
      <p:sp>
        <p:nvSpPr>
          <p:cNvPr id="24" name="batch-marker-24"/>
          <p:cNvSpPr/>
          <p:nvPr/>
        </p:nvSpPr>
        <p:spPr>
          <a:xfrm>
            <a:off x="7273042" y="1620088"/>
            <a:ext cx="149034" cy="149034"/>
          </a:xfrm>
          <a:prstGeom prst="ellipse">
            <a:avLst/>
          </a:prstGeom>
          <a:solidFill>
            <a:srgbClr val="206A6D"/>
          </a:solidFill>
          <a:ln w="0">
            <a:noFill/>
            <a:prstDash val="solid"/>
          </a:ln>
        </p:spPr>
      </p:sp>
      <p:sp>
        <p:nvSpPr>
          <p:cNvPr id="25" name="batch-marker-25"/>
          <p:cNvSpPr/>
          <p:nvPr/>
        </p:nvSpPr>
        <p:spPr>
          <a:xfrm>
            <a:off x="7610968" y="1620088"/>
            <a:ext cx="149034" cy="149034"/>
          </a:xfrm>
          <a:prstGeom prst="ellipse">
            <a:avLst/>
          </a:prstGeom>
          <a:solidFill>
            <a:srgbClr val="206A6D"/>
          </a:solidFill>
          <a:ln w="0">
            <a:noFill/>
            <a:prstDash val="solid"/>
          </a:ln>
        </p:spPr>
      </p:sp>
      <p:sp>
        <p:nvSpPr>
          <p:cNvPr id="26" name="batch-marker-26"/>
          <p:cNvSpPr/>
          <p:nvPr/>
        </p:nvSpPr>
        <p:spPr>
          <a:xfrm>
            <a:off x="7948895" y="1620088"/>
            <a:ext cx="149034" cy="149034"/>
          </a:xfrm>
          <a:prstGeom prst="ellipse">
            <a:avLst/>
          </a:prstGeom>
          <a:solidFill>
            <a:srgbClr val="206A6D"/>
          </a:solidFill>
          <a:ln w="0">
            <a:noFill/>
            <a:prstDash val="solid"/>
          </a:ln>
        </p:spPr>
      </p:sp>
      <p:sp>
        <p:nvSpPr>
          <p:cNvPr id="27" name="batch-marker-27"/>
          <p:cNvSpPr/>
          <p:nvPr/>
        </p:nvSpPr>
        <p:spPr>
          <a:xfrm>
            <a:off x="8286821" y="1620088"/>
            <a:ext cx="149034" cy="149034"/>
          </a:xfrm>
          <a:prstGeom prst="ellipse">
            <a:avLst/>
          </a:prstGeom>
          <a:solidFill>
            <a:srgbClr val="206A6D"/>
          </a:solidFill>
          <a:ln w="0">
            <a:noFill/>
            <a:prstDash val="solid"/>
          </a:ln>
        </p:spPr>
      </p:sp>
      <p:sp>
        <p:nvSpPr>
          <p:cNvPr id="28" name="batch-marker-28"/>
          <p:cNvSpPr/>
          <p:nvPr/>
        </p:nvSpPr>
        <p:spPr>
          <a:xfrm>
            <a:off x="8945344" y="1620088"/>
            <a:ext cx="149034" cy="149034"/>
          </a:xfrm>
          <a:prstGeom prst="ellipse">
            <a:avLst/>
          </a:prstGeom>
          <a:solidFill>
            <a:srgbClr val="206A6D"/>
          </a:solidFill>
          <a:ln w="0">
            <a:noFill/>
            <a:prstDash val="solid"/>
          </a:ln>
        </p:spPr>
      </p:sp>
      <p:sp>
        <p:nvSpPr>
          <p:cNvPr id="29" name="batch-marker-29"/>
          <p:cNvSpPr/>
          <p:nvPr/>
        </p:nvSpPr>
        <p:spPr>
          <a:xfrm>
            <a:off x="9283270" y="1620088"/>
            <a:ext cx="149034" cy="149034"/>
          </a:xfrm>
          <a:prstGeom prst="ellipse">
            <a:avLst/>
          </a:prstGeom>
          <a:solidFill>
            <a:srgbClr val="206A6D"/>
          </a:solidFill>
          <a:ln w="0">
            <a:noFill/>
            <a:prstDash val="solid"/>
          </a:ln>
        </p:spPr>
      </p:sp>
      <p:sp>
        <p:nvSpPr>
          <p:cNvPr id="30" name="batch-marker-30"/>
          <p:cNvSpPr/>
          <p:nvPr/>
        </p:nvSpPr>
        <p:spPr>
          <a:xfrm>
            <a:off x="9595202" y="1620088"/>
            <a:ext cx="149034" cy="149034"/>
          </a:xfrm>
          <a:prstGeom prst="ellipse">
            <a:avLst/>
          </a:prstGeom>
          <a:solidFill>
            <a:srgbClr val="206A6D"/>
          </a:solidFill>
          <a:ln w="0">
            <a:noFill/>
            <a:prstDash val="solid"/>
          </a:ln>
        </p:spPr>
      </p:sp>
      <p:sp>
        <p:nvSpPr>
          <p:cNvPr id="31" name="batch-marker-31"/>
          <p:cNvSpPr/>
          <p:nvPr/>
        </p:nvSpPr>
        <p:spPr>
          <a:xfrm>
            <a:off x="9863810" y="1620088"/>
            <a:ext cx="149034" cy="149034"/>
          </a:xfrm>
          <a:prstGeom prst="ellipse">
            <a:avLst/>
          </a:prstGeom>
          <a:solidFill>
            <a:srgbClr val="206A6D"/>
          </a:solidFill>
          <a:ln w="0">
            <a:noFill/>
            <a:prstDash val="solid"/>
          </a:ln>
        </p:spPr>
      </p:sp>
      <p:sp>
        <p:nvSpPr>
          <p:cNvPr id="32" name="batch-marker-32"/>
          <p:cNvSpPr/>
          <p:nvPr/>
        </p:nvSpPr>
        <p:spPr>
          <a:xfrm>
            <a:off x="10141082" y="1620088"/>
            <a:ext cx="149034" cy="149034"/>
          </a:xfrm>
          <a:prstGeom prst="ellipse">
            <a:avLst/>
          </a:prstGeom>
          <a:solidFill>
            <a:srgbClr val="206A6D"/>
          </a:solidFill>
          <a:ln w="0">
            <a:noFill/>
            <a:prstDash val="solid"/>
          </a:ln>
        </p:spPr>
      </p:sp>
      <p:sp>
        <p:nvSpPr>
          <p:cNvPr id="33" name="batch-marker-33"/>
          <p:cNvSpPr/>
          <p:nvPr/>
        </p:nvSpPr>
        <p:spPr>
          <a:xfrm>
            <a:off x="10418355" y="1620088"/>
            <a:ext cx="149034" cy="149034"/>
          </a:xfrm>
          <a:prstGeom prst="ellipse">
            <a:avLst/>
          </a:prstGeom>
          <a:solidFill>
            <a:srgbClr val="206A6D"/>
          </a:solidFill>
          <a:ln w="0">
            <a:noFill/>
            <a:prstDash val="solid"/>
          </a:ln>
        </p:spPr>
      </p:sp>
      <p:sp>
        <p:nvSpPr>
          <p:cNvPr id="34" name="batch-marker-34"/>
          <p:cNvSpPr/>
          <p:nvPr/>
        </p:nvSpPr>
        <p:spPr>
          <a:xfrm>
            <a:off x="10643639" y="1620088"/>
            <a:ext cx="149034" cy="149034"/>
          </a:xfrm>
          <a:prstGeom prst="ellipse">
            <a:avLst/>
          </a:prstGeom>
          <a:solidFill>
            <a:srgbClr val="206A6D"/>
          </a:solidFill>
          <a:ln w="0">
            <a:noFill/>
            <a:prstDash val="solid"/>
          </a:ln>
        </p:spPr>
      </p:sp>
      <p:sp>
        <p:nvSpPr>
          <p:cNvPr id="35" name="omitted-batch-dot-35"/>
          <p:cNvSpPr/>
          <p:nvPr/>
        </p:nvSpPr>
        <p:spPr>
          <a:xfrm>
            <a:off x="8649008" y="1679008"/>
            <a:ext cx="31193" cy="31193"/>
          </a:xfrm>
          <a:prstGeom prst="ellipse">
            <a:avLst/>
          </a:prstGeom>
          <a:solidFill>
            <a:srgbClr val="206A6D"/>
          </a:solidFill>
          <a:ln w="0">
            <a:noFill/>
            <a:prstDash val="solid"/>
          </a:ln>
        </p:spPr>
      </p:sp>
      <p:sp>
        <p:nvSpPr>
          <p:cNvPr id="36" name="omitted-batch-dot-36"/>
          <p:cNvSpPr/>
          <p:nvPr/>
        </p:nvSpPr>
        <p:spPr>
          <a:xfrm>
            <a:off x="8735656" y="1679008"/>
            <a:ext cx="31193" cy="31193"/>
          </a:xfrm>
          <a:prstGeom prst="ellipse">
            <a:avLst/>
          </a:prstGeom>
          <a:solidFill>
            <a:srgbClr val="206A6D"/>
          </a:solidFill>
          <a:ln w="0">
            <a:noFill/>
            <a:prstDash val="solid"/>
          </a:ln>
        </p:spPr>
      </p:sp>
      <p:sp>
        <p:nvSpPr>
          <p:cNvPr id="37" name="omitted-batch-dot-37"/>
          <p:cNvSpPr/>
          <p:nvPr/>
        </p:nvSpPr>
        <p:spPr>
          <a:xfrm>
            <a:off x="8822304" y="1679008"/>
            <a:ext cx="31193" cy="31193"/>
          </a:xfrm>
          <a:prstGeom prst="ellipse">
            <a:avLst/>
          </a:prstGeom>
          <a:solidFill>
            <a:srgbClr val="206A6D"/>
          </a:solidFill>
          <a:ln w="0">
            <a:noFill/>
            <a:prstDash val="solid"/>
          </a:ln>
        </p:spPr>
      </p:sp>
      <p:sp>
        <p:nvSpPr>
          <p:cNvPr id="38" name="batch-label-B1-38"/>
          <p:cNvSpPr/>
          <p:nvPr/>
        </p:nvSpPr>
        <p:spPr>
          <a:xfrm>
            <a:off x="1914746" y="1322019"/>
            <a:ext cx="363921" cy="22606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B1</a:t>
            </a:r>
            <a:endParaRPr sz="14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9" name="batch-label-tick-39"/>
          <p:cNvSpPr/>
          <p:nvPr/>
        </p:nvSpPr>
        <p:spPr>
          <a:xfrm>
            <a:off x="2096706" y="1529974"/>
            <a:ext cx="87" cy="86648"/>
          </a:xfrm>
          <a:custGeom>
            <a:avLst/>
            <a:gdLst/>
            <a:ahLst/>
            <a:cxnLst/>
            <a:pathLst>
              <a:path w="87" h="86648">
                <a:moveTo>
                  <a:pt x="0" y="0"/>
                </a:moveTo>
                <a:lnTo>
                  <a:pt x="0" y="86648"/>
                </a:lnTo>
              </a:path>
            </a:pathLst>
          </a:custGeom>
          <a:noFill/>
          <a:ln w="8665">
            <a:solidFill>
              <a:srgbClr val="69747B"/>
            </a:solidFill>
            <a:prstDash val="solid"/>
          </a:ln>
        </p:spPr>
      </p:sp>
      <p:sp>
        <p:nvSpPr>
          <p:cNvPr id="40" name="batch-label-B12-40"/>
          <p:cNvSpPr/>
          <p:nvPr/>
        </p:nvSpPr>
        <p:spPr>
          <a:xfrm>
            <a:off x="4626820" y="1322019"/>
            <a:ext cx="363921" cy="22606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B12</a:t>
            </a:r>
            <a:endParaRPr sz="14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41" name="batch-label-tick-41"/>
          <p:cNvSpPr/>
          <p:nvPr/>
        </p:nvSpPr>
        <p:spPr>
          <a:xfrm>
            <a:off x="4808780" y="1529974"/>
            <a:ext cx="87" cy="86648"/>
          </a:xfrm>
          <a:custGeom>
            <a:avLst/>
            <a:gdLst/>
            <a:ahLst/>
            <a:cxnLst/>
            <a:pathLst>
              <a:path w="87" h="86648">
                <a:moveTo>
                  <a:pt x="0" y="0"/>
                </a:moveTo>
                <a:lnTo>
                  <a:pt x="0" y="86648"/>
                </a:lnTo>
              </a:path>
            </a:pathLst>
          </a:custGeom>
          <a:noFill/>
          <a:ln w="8665">
            <a:solidFill>
              <a:srgbClr val="69747B"/>
            </a:solidFill>
            <a:prstDash val="solid"/>
          </a:ln>
        </p:spPr>
      </p:sp>
      <p:sp>
        <p:nvSpPr>
          <p:cNvPr id="42" name="batch-label-B1-42"/>
          <p:cNvSpPr/>
          <p:nvPr/>
        </p:nvSpPr>
        <p:spPr>
          <a:xfrm>
            <a:off x="7165599" y="1322019"/>
            <a:ext cx="363921" cy="22606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B1</a:t>
            </a:r>
            <a:endParaRPr sz="14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43" name="batch-label-tick-43"/>
          <p:cNvSpPr/>
          <p:nvPr/>
        </p:nvSpPr>
        <p:spPr>
          <a:xfrm>
            <a:off x="7347559" y="1529974"/>
            <a:ext cx="87" cy="86648"/>
          </a:xfrm>
          <a:custGeom>
            <a:avLst/>
            <a:gdLst/>
            <a:ahLst/>
            <a:cxnLst/>
            <a:pathLst>
              <a:path w="87" h="86648">
                <a:moveTo>
                  <a:pt x="0" y="0"/>
                </a:moveTo>
                <a:lnTo>
                  <a:pt x="0" y="86648"/>
                </a:lnTo>
              </a:path>
            </a:pathLst>
          </a:custGeom>
          <a:noFill/>
          <a:ln w="8665">
            <a:solidFill>
              <a:srgbClr val="69747B"/>
            </a:solidFill>
            <a:prstDash val="solid"/>
          </a:ln>
        </p:spPr>
      </p:sp>
      <p:sp>
        <p:nvSpPr>
          <p:cNvPr id="44" name="batch-label-B20-44"/>
          <p:cNvSpPr/>
          <p:nvPr/>
        </p:nvSpPr>
        <p:spPr>
          <a:xfrm>
            <a:off x="9487759" y="1322019"/>
            <a:ext cx="363921" cy="22606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B20</a:t>
            </a:r>
            <a:endParaRPr sz="14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45" name="batch-label-tick-45"/>
          <p:cNvSpPr/>
          <p:nvPr/>
        </p:nvSpPr>
        <p:spPr>
          <a:xfrm>
            <a:off x="9669719" y="1529974"/>
            <a:ext cx="87" cy="86648"/>
          </a:xfrm>
          <a:custGeom>
            <a:avLst/>
            <a:gdLst/>
            <a:ahLst/>
            <a:cxnLst/>
            <a:pathLst>
              <a:path w="87" h="86648">
                <a:moveTo>
                  <a:pt x="0" y="0"/>
                </a:moveTo>
                <a:lnTo>
                  <a:pt x="0" y="86648"/>
                </a:lnTo>
              </a:path>
            </a:pathLst>
          </a:custGeom>
          <a:noFill/>
          <a:ln w="8665">
            <a:solidFill>
              <a:srgbClr val="69747B"/>
            </a:solidFill>
            <a:prstDash val="solid"/>
          </a:ln>
        </p:spPr>
      </p:sp>
      <p:sp>
        <p:nvSpPr>
          <p:cNvPr id="46" name="batch-label-B23-46"/>
          <p:cNvSpPr/>
          <p:nvPr/>
        </p:nvSpPr>
        <p:spPr>
          <a:xfrm>
            <a:off x="10033639" y="1322019"/>
            <a:ext cx="363921" cy="22606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B23</a:t>
            </a:r>
            <a:endParaRPr sz="14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47" name="batch-label-tick-47"/>
          <p:cNvSpPr/>
          <p:nvPr/>
        </p:nvSpPr>
        <p:spPr>
          <a:xfrm>
            <a:off x="10215600" y="1529974"/>
            <a:ext cx="87" cy="86648"/>
          </a:xfrm>
          <a:custGeom>
            <a:avLst/>
            <a:gdLst/>
            <a:ahLst/>
            <a:cxnLst/>
            <a:pathLst>
              <a:path w="87" h="86648">
                <a:moveTo>
                  <a:pt x="0" y="0"/>
                </a:moveTo>
                <a:lnTo>
                  <a:pt x="0" y="86648"/>
                </a:lnTo>
              </a:path>
            </a:pathLst>
          </a:custGeom>
          <a:noFill/>
          <a:ln w="8665">
            <a:solidFill>
              <a:srgbClr val="69747B"/>
            </a:solidFill>
            <a:prstDash val="solid"/>
          </a:ln>
        </p:spPr>
      </p:sp>
      <p:sp>
        <p:nvSpPr>
          <p:cNvPr id="48" name="batch-label-B24-48"/>
          <p:cNvSpPr/>
          <p:nvPr/>
        </p:nvSpPr>
        <p:spPr>
          <a:xfrm>
            <a:off x="10536196" y="1322019"/>
            <a:ext cx="363921" cy="22606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B24</a:t>
            </a:r>
            <a:endParaRPr sz="14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49" name="batch-label-tick-49"/>
          <p:cNvSpPr/>
          <p:nvPr/>
        </p:nvSpPr>
        <p:spPr>
          <a:xfrm>
            <a:off x="10718156" y="1529974"/>
            <a:ext cx="87" cy="86648"/>
          </a:xfrm>
          <a:custGeom>
            <a:avLst/>
            <a:gdLst/>
            <a:ahLst/>
            <a:cxnLst/>
            <a:pathLst>
              <a:path w="87" h="86648">
                <a:moveTo>
                  <a:pt x="0" y="0"/>
                </a:moveTo>
                <a:lnTo>
                  <a:pt x="0" y="86648"/>
                </a:lnTo>
              </a:path>
            </a:pathLst>
          </a:custGeom>
          <a:noFill/>
          <a:ln w="8665">
            <a:solidFill>
              <a:srgbClr val="69747B"/>
            </a:solidFill>
            <a:prstDash val="solid"/>
          </a:ln>
        </p:spPr>
      </p:sp>
      <p:sp>
        <p:nvSpPr>
          <p:cNvPr id="50" name="12-first-feasible-50"/>
          <p:cNvSpPr/>
          <p:nvPr/>
        </p:nvSpPr>
        <p:spPr>
          <a:xfrm>
            <a:off x="1715456" y="1945883"/>
            <a:ext cx="953125" cy="43942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First feasible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batch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1" name="12-refined-51"/>
          <p:cNvSpPr/>
          <p:nvPr/>
        </p:nvSpPr>
        <p:spPr>
          <a:xfrm>
            <a:off x="4384206" y="1945883"/>
            <a:ext cx="892472" cy="43942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Refined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conditions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2" name="24-initial-52"/>
          <p:cNvSpPr/>
          <p:nvPr/>
        </p:nvSpPr>
        <p:spPr>
          <a:xfrm>
            <a:off x="6948980" y="1945883"/>
            <a:ext cx="909801" cy="43942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Initial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exploration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3" name="24-failure-range-53"/>
          <p:cNvSpPr/>
          <p:nvPr/>
        </p:nvSpPr>
        <p:spPr>
          <a:xfrm>
            <a:off x="8032805" y="1946437"/>
            <a:ext cx="1800860" cy="22606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B1–19 fail the fines limit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4" name="24-first-selected-54"/>
          <p:cNvSpPr/>
          <p:nvPr/>
        </p:nvSpPr>
        <p:spPr>
          <a:xfrm>
            <a:off x="9981651" y="1937218"/>
            <a:ext cx="935796" cy="43942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B20 feasible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2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B23 selected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5" name="budget-box-55"/>
          <p:cNvSpPr/>
          <p:nvPr/>
        </p:nvSpPr>
        <p:spPr>
          <a:xfrm>
            <a:off x="5432425" y="1278890"/>
            <a:ext cx="1091565" cy="1056640"/>
          </a:xfrm>
          <a:prstGeom prst="rect">
            <a:avLst/>
          </a:prstGeom>
          <a:gradFill>
            <a:gsLst>
              <a:gs pos="0">
                <a:srgbClr val="EEF1F4"/>
              </a:gs>
              <a:gs pos="100000">
                <a:srgbClr val="E5EBF1"/>
              </a:gs>
            </a:gsLst>
            <a:lin ang="1800000"/>
          </a:gradFill>
          <a:ln w="8665">
            <a:solidFill>
              <a:srgbClr val="E7ECEF"/>
            </a:solidFill>
            <a:prstDash val="solid"/>
          </a:ln>
        </p:spPr>
      </p:sp>
      <p:sp>
        <p:nvSpPr>
          <p:cNvPr id="56" name="budget-total-56"/>
          <p:cNvSpPr/>
          <p:nvPr/>
        </p:nvSpPr>
        <p:spPr>
          <a:xfrm>
            <a:off x="5475968" y="1382673"/>
            <a:ext cx="1005114" cy="22606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12 batches</a:t>
            </a:r>
            <a:endParaRPr sz="14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7" name="budget-independent-57"/>
          <p:cNvSpPr/>
          <p:nvPr/>
        </p:nvSpPr>
        <p:spPr>
          <a:xfrm>
            <a:off x="5458638" y="1615433"/>
            <a:ext cx="1039773" cy="65278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total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(independent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session)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8" name="budget-box-58"/>
          <p:cNvSpPr/>
          <p:nvPr/>
        </p:nvSpPr>
        <p:spPr>
          <a:xfrm>
            <a:off x="11021695" y="1278890"/>
            <a:ext cx="1005205" cy="1056640"/>
          </a:xfrm>
          <a:prstGeom prst="rect">
            <a:avLst/>
          </a:prstGeom>
          <a:gradFill>
            <a:gsLst>
              <a:gs pos="0">
                <a:srgbClr val="EEF1F4"/>
              </a:gs>
              <a:gs pos="100000">
                <a:srgbClr val="E1EBE9"/>
              </a:gs>
            </a:gsLst>
            <a:lin ang="1800000"/>
          </a:gradFill>
          <a:ln w="8665">
            <a:solidFill>
              <a:srgbClr val="E7ECEF"/>
            </a:solidFill>
            <a:prstDash val="solid"/>
          </a:ln>
        </p:spPr>
      </p:sp>
      <p:sp>
        <p:nvSpPr>
          <p:cNvPr id="59" name="budget-total-59"/>
          <p:cNvSpPr/>
          <p:nvPr/>
        </p:nvSpPr>
        <p:spPr>
          <a:xfrm>
            <a:off x="11064747" y="1382673"/>
            <a:ext cx="918466" cy="22606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24 batches</a:t>
            </a:r>
            <a:endParaRPr sz="14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60" name="budget-independent-60"/>
          <p:cNvSpPr/>
          <p:nvPr/>
        </p:nvSpPr>
        <p:spPr>
          <a:xfrm>
            <a:off x="11034395" y="1615433"/>
            <a:ext cx="979170" cy="65278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total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(independent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session)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61" name="section-rule-61"/>
          <p:cNvSpPr/>
          <p:nvPr/>
        </p:nvSpPr>
        <p:spPr>
          <a:xfrm>
            <a:off x="1698126" y="2595741"/>
            <a:ext cx="10328411" cy="87"/>
          </a:xfrm>
          <a:custGeom>
            <a:avLst/>
            <a:gdLst/>
            <a:ahLst/>
            <a:cxnLst/>
            <a:pathLst>
              <a:path w="10328411" h="87">
                <a:moveTo>
                  <a:pt x="0" y="0"/>
                </a:moveTo>
                <a:lnTo>
                  <a:pt x="10328411" y="0"/>
                </a:lnTo>
              </a:path>
            </a:pathLst>
          </a:custGeom>
          <a:noFill/>
          <a:ln w="17330">
            <a:solidFill>
              <a:srgbClr val="181B1E"/>
            </a:solidFill>
            <a:prstDash val="solid"/>
          </a:ln>
        </p:spPr>
      </p:sp>
      <p:sp>
        <p:nvSpPr>
          <p:cNvPr id="62" name="panel-letter-B-62"/>
          <p:cNvSpPr/>
          <p:nvPr/>
        </p:nvSpPr>
        <p:spPr>
          <a:xfrm>
            <a:off x="1698126" y="2656395"/>
            <a:ext cx="268608" cy="31750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</a:t>
            </a:r>
            <a:endParaRPr sz="20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63" name="panel-title-B-63"/>
          <p:cNvSpPr/>
          <p:nvPr/>
        </p:nvSpPr>
        <p:spPr>
          <a:xfrm>
            <a:off x="2062047" y="2682389"/>
            <a:ext cx="3418205" cy="28702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Withheld thermal comparison task</a:t>
            </a:r>
            <a:endParaRPr sz="18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65" name="common-header-65"/>
          <p:cNvSpPr/>
          <p:nvPr/>
        </p:nvSpPr>
        <p:spPr>
          <a:xfrm>
            <a:off x="1698126" y="3176281"/>
            <a:ext cx="2634091" cy="580540"/>
          </a:xfrm>
          <a:prstGeom prst="roundRect">
            <a:avLst>
              <a:gd name="adj" fmla="val 11940"/>
            </a:avLst>
          </a:prstGeom>
          <a:gradFill>
            <a:gsLst>
              <a:gs pos="0">
                <a:srgbClr val="EAF0F4"/>
              </a:gs>
              <a:gs pos="100000">
                <a:srgbClr val="DFE6EE"/>
              </a:gs>
            </a:gsLst>
            <a:lin ang="1800000"/>
          </a:gradFill>
          <a:ln w="8665">
            <a:solidFill>
              <a:srgbClr val="E6EBF0"/>
            </a:solidFill>
            <a:prstDash val="solid"/>
          </a:ln>
        </p:spPr>
      </p:sp>
      <p:sp>
        <p:nvSpPr>
          <p:cNvPr id="66" name="common-recipe-title-66"/>
          <p:cNvSpPr/>
          <p:nvPr/>
        </p:nvSpPr>
        <p:spPr>
          <a:xfrm>
            <a:off x="1776109" y="3280258"/>
            <a:ext cx="2478125" cy="25654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Common preceding recipe</a:t>
            </a:r>
            <a:endParaRPr sz="16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67" name="common-recipe-subtitle-67"/>
          <p:cNvSpPr/>
          <p:nvPr/>
        </p:nvSpPr>
        <p:spPr>
          <a:xfrm>
            <a:off x="1776109" y="3547678"/>
            <a:ext cx="2478125" cy="22606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(from source research)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68" name="common-recipe-box-68"/>
          <p:cNvSpPr/>
          <p:nvPr/>
        </p:nvSpPr>
        <p:spPr>
          <a:xfrm>
            <a:off x="1698126" y="3843469"/>
            <a:ext cx="2634091" cy="1637642"/>
          </a:xfrm>
          <a:prstGeom prst="roundRect">
            <a:avLst>
              <a:gd name="adj" fmla="val 2646"/>
            </a:avLst>
          </a:prstGeom>
          <a:solidFill>
            <a:srgbClr val="FFFFFF"/>
          </a:solidFill>
          <a:ln w="12997">
            <a:solidFill>
              <a:srgbClr val="CAD4DD"/>
            </a:solidFill>
            <a:prstDash val="solid"/>
          </a:ln>
        </p:spPr>
      </p:sp>
      <p:pic>
        <p:nvPicPr>
          <p:cNvPr id="264" name="Original beaker illustration"/>
          <p:cNvPicPr>
            <a:picLocks noChangeAspect="1"/>
          </p:cNvPicPr>
          <p:nvPr/>
        </p:nvPicPr>
        <p:blipFill>
          <a:blip r:embed="rId1"/>
          <a:srcRect l="2453" t="33359" r="91169" b="57154"/>
          <a:stretch>
            <a:fillRect/>
          </a:stretch>
        </p:blipFill>
        <p:spPr>
          <a:xfrm>
            <a:off x="1819433" y="4060088"/>
            <a:ext cx="675852" cy="1057102"/>
          </a:xfrm>
          <a:prstGeom prst="rect">
            <a:avLst/>
          </a:prstGeom>
        </p:spPr>
      </p:pic>
      <p:sp>
        <p:nvSpPr>
          <p:cNvPr id="70" name="same-system-69"/>
          <p:cNvSpPr/>
          <p:nvPr/>
        </p:nvSpPr>
        <p:spPr>
          <a:xfrm>
            <a:off x="2599263" y="4161629"/>
            <a:ext cx="1568324" cy="22606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•  Same system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1" name="same-formulation-70"/>
          <p:cNvSpPr/>
          <p:nvPr/>
        </p:nvSpPr>
        <p:spPr>
          <a:xfrm>
            <a:off x="2599263" y="4404242"/>
            <a:ext cx="1680966" cy="43942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•  Same base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   formulation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2" name="same-processing-71"/>
          <p:cNvSpPr/>
          <p:nvPr/>
        </p:nvSpPr>
        <p:spPr>
          <a:xfrm>
            <a:off x="2599263" y="4850056"/>
            <a:ext cx="1706961" cy="44450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•  Same processing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   (up to thermal step)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3" name="common-to-question-72"/>
          <p:cNvSpPr/>
          <p:nvPr/>
        </p:nvSpPr>
        <p:spPr>
          <a:xfrm>
            <a:off x="4462189" y="4588639"/>
            <a:ext cx="363921" cy="87"/>
          </a:xfrm>
          <a:custGeom>
            <a:avLst/>
            <a:gdLst/>
            <a:ahLst/>
            <a:cxnLst/>
            <a:pathLst>
              <a:path w="363921" h="87">
                <a:moveTo>
                  <a:pt x="0" y="0"/>
                </a:moveTo>
                <a:lnTo>
                  <a:pt x="363921" y="0"/>
                </a:lnTo>
              </a:path>
            </a:pathLst>
          </a:custGeom>
          <a:noFill/>
          <a:ln w="36392">
            <a:solidFill>
              <a:srgbClr val="2C3B45"/>
            </a:solidFill>
            <a:prstDash val="solid"/>
          </a:ln>
        </p:spPr>
      </p:sp>
      <p:sp>
        <p:nvSpPr>
          <p:cNvPr id="74" name="common-to-question-73"/>
          <p:cNvSpPr/>
          <p:nvPr/>
        </p:nvSpPr>
        <p:spPr>
          <a:xfrm>
            <a:off x="4733407" y="4588639"/>
            <a:ext cx="92703" cy="47090"/>
          </a:xfrm>
          <a:custGeom>
            <a:avLst/>
            <a:gdLst/>
            <a:ahLst/>
            <a:cxnLst/>
            <a:pathLst>
              <a:path w="92703" h="47090">
                <a:moveTo>
                  <a:pt x="92703" y="0"/>
                </a:moveTo>
                <a:lnTo>
                  <a:pt x="0" y="47090"/>
                </a:lnTo>
              </a:path>
            </a:pathLst>
          </a:custGeom>
          <a:noFill/>
          <a:ln w="36392">
            <a:solidFill>
              <a:srgbClr val="2C3B45"/>
            </a:solidFill>
            <a:prstDash val="solid"/>
          </a:ln>
        </p:spPr>
      </p:sp>
      <p:sp>
        <p:nvSpPr>
          <p:cNvPr id="75" name="common-to-question-74"/>
          <p:cNvSpPr/>
          <p:nvPr/>
        </p:nvSpPr>
        <p:spPr>
          <a:xfrm>
            <a:off x="4733407" y="4541550"/>
            <a:ext cx="92703" cy="47090"/>
          </a:xfrm>
          <a:custGeom>
            <a:avLst/>
            <a:gdLst/>
            <a:ahLst/>
            <a:cxnLst/>
            <a:pathLst>
              <a:path w="92703" h="47090">
                <a:moveTo>
                  <a:pt x="92703" y="47090"/>
                </a:moveTo>
                <a:lnTo>
                  <a:pt x="0" y="0"/>
                </a:lnTo>
              </a:path>
            </a:pathLst>
          </a:custGeom>
          <a:noFill/>
          <a:ln w="36392">
            <a:solidFill>
              <a:srgbClr val="2C3B45"/>
            </a:solidFill>
            <a:prstDash val="solid"/>
          </a:ln>
        </p:spPr>
      </p:sp>
      <p:sp>
        <p:nvSpPr>
          <p:cNvPr id="76" name="withheld-question-frame-75"/>
          <p:cNvSpPr/>
          <p:nvPr/>
        </p:nvSpPr>
        <p:spPr>
          <a:xfrm>
            <a:off x="4930087" y="3054974"/>
            <a:ext cx="4003126" cy="2582103"/>
          </a:xfrm>
          <a:prstGeom prst="roundRect">
            <a:avLst>
              <a:gd name="adj" fmla="val 2013"/>
            </a:avLst>
          </a:prstGeom>
          <a:solidFill>
            <a:srgbClr val="FFFFFF"/>
          </a:solidFill>
          <a:ln w="10398">
            <a:solidFill>
              <a:srgbClr val="68737C"/>
            </a:solidFill>
            <a:prstDash val="dash"/>
          </a:ln>
        </p:spPr>
      </p:sp>
      <p:sp>
        <p:nvSpPr>
          <p:cNvPr id="77" name="withheld-question-header-76"/>
          <p:cNvSpPr/>
          <p:nvPr/>
        </p:nvSpPr>
        <p:spPr>
          <a:xfrm>
            <a:off x="4938752" y="3063639"/>
            <a:ext cx="3985796" cy="571875"/>
          </a:xfrm>
          <a:prstGeom prst="rect">
            <a:avLst/>
          </a:prstGeom>
          <a:gradFill>
            <a:gsLst>
              <a:gs pos="0">
                <a:srgbClr val="FCF2E0"/>
              </a:gs>
              <a:gs pos="100000">
                <a:srgbClr val="FBEDD8"/>
              </a:gs>
            </a:gsLst>
            <a:lin ang="1800000"/>
          </a:gradFill>
          <a:ln w="8665">
            <a:noFill/>
            <a:prstDash val="solid"/>
          </a:ln>
        </p:spPr>
      </p:sp>
      <p:sp>
        <p:nvSpPr>
          <p:cNvPr id="78" name="thermal-question-title-77"/>
          <p:cNvSpPr/>
          <p:nvPr/>
        </p:nvSpPr>
        <p:spPr>
          <a:xfrm>
            <a:off x="5042729" y="3150287"/>
            <a:ext cx="3760512" cy="25654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Withheld thermal question Q</a:t>
            </a:r>
            <a:endParaRPr sz="16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9" name="thermal-question-time-78"/>
          <p:cNvSpPr/>
          <p:nvPr/>
        </p:nvSpPr>
        <p:spPr>
          <a:xfrm>
            <a:off x="5025400" y="3375571"/>
            <a:ext cx="3795171" cy="225284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(revealed to both agents at prediction time)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0" name="thermal-question-79"/>
          <p:cNvSpPr/>
          <p:nvPr/>
        </p:nvSpPr>
        <p:spPr>
          <a:xfrm>
            <a:off x="5042729" y="3696168"/>
            <a:ext cx="3751847" cy="50038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For this formulation, which option produces</a:t>
            </a:r>
            <a:endParaRPr sz="16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fewer fines?</a:t>
            </a:r>
            <a:endParaRPr sz="16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1" name="option-H-box-80"/>
          <p:cNvSpPr/>
          <p:nvPr/>
        </p:nvSpPr>
        <p:spPr>
          <a:xfrm>
            <a:off x="5042535" y="4164330"/>
            <a:ext cx="1871345" cy="1375410"/>
          </a:xfrm>
          <a:prstGeom prst="roundRect">
            <a:avLst>
              <a:gd name="adj" fmla="val 4545"/>
            </a:avLst>
          </a:prstGeom>
          <a:gradFill>
            <a:gsLst>
              <a:gs pos="0">
                <a:srgbClr val="E8EEF2"/>
              </a:gs>
              <a:gs pos="100000">
                <a:srgbClr val="DAE4EB"/>
              </a:gs>
            </a:gsLst>
            <a:lin ang="1800000"/>
          </a:gradFill>
          <a:ln w="0">
            <a:noFill/>
            <a:prstDash val="solid"/>
          </a:ln>
        </p:spPr>
      </p:sp>
      <p:sp>
        <p:nvSpPr>
          <p:cNvPr id="82" name="option-R-box-81"/>
          <p:cNvSpPr/>
          <p:nvPr/>
        </p:nvSpPr>
        <p:spPr>
          <a:xfrm>
            <a:off x="6983730" y="4164330"/>
            <a:ext cx="1837055" cy="1376680"/>
          </a:xfrm>
          <a:prstGeom prst="roundRect">
            <a:avLst>
              <a:gd name="adj" fmla="val 4545"/>
            </a:avLst>
          </a:prstGeom>
          <a:gradFill>
            <a:gsLst>
              <a:gs pos="0">
                <a:srgbClr val="F9ECE6"/>
              </a:gs>
              <a:gs pos="100000">
                <a:srgbClr val="F4E5DD"/>
              </a:gs>
            </a:gsLst>
            <a:lin ang="1800000"/>
          </a:gradFill>
          <a:ln w="0">
            <a:noFill/>
            <a:prstDash val="solid"/>
          </a:ln>
        </p:spPr>
      </p:sp>
      <p:sp>
        <p:nvSpPr>
          <p:cNvPr id="83" name="option-H-label-82"/>
          <p:cNvSpPr/>
          <p:nvPr/>
        </p:nvSpPr>
        <p:spPr>
          <a:xfrm>
            <a:off x="5077388" y="4233384"/>
            <a:ext cx="1802273" cy="22606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1">
                <a:solidFill>
                  <a:srgbClr val="27608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6083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Option H</a:t>
            </a:r>
            <a:endParaRPr sz="1400" b="1">
              <a:solidFill>
                <a:srgbClr val="276083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4" name="option-H-copy-83"/>
          <p:cNvSpPr/>
          <p:nvPr/>
        </p:nvSpPr>
        <p:spPr>
          <a:xfrm>
            <a:off x="5112047" y="4432673"/>
            <a:ext cx="1715625" cy="43942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indent="0" algn="ctr" fontAlgn="auto">
              <a:lnSpc>
                <a:spcPct val="100000"/>
              </a:lnSpc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Hold at temperature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indent="0" algn="ctr" fontAlgn="auto">
              <a:lnSpc>
                <a:spcPct val="100000"/>
              </a:lnSpc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(no further change)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5" name="option-R-label-84"/>
          <p:cNvSpPr/>
          <p:nvPr/>
        </p:nvSpPr>
        <p:spPr>
          <a:xfrm>
            <a:off x="7018298" y="4233384"/>
            <a:ext cx="1767614" cy="22606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1">
                <a:solidFill>
                  <a:srgbClr val="B94E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B94E2C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Option R</a:t>
            </a:r>
            <a:endParaRPr sz="1400" b="1">
              <a:solidFill>
                <a:srgbClr val="B94E2C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6" name="option-R-copy-85"/>
          <p:cNvSpPr/>
          <p:nvPr/>
        </p:nvSpPr>
        <p:spPr>
          <a:xfrm>
            <a:off x="7026963" y="4441338"/>
            <a:ext cx="1741620" cy="22606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Reheat then recool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7" name="H-y-axis-86"/>
          <p:cNvSpPr/>
          <p:nvPr/>
        </p:nvSpPr>
        <p:spPr>
          <a:xfrm>
            <a:off x="5510627" y="4848583"/>
            <a:ext cx="87" cy="467898"/>
          </a:xfrm>
          <a:custGeom>
            <a:avLst/>
            <a:gdLst/>
            <a:ahLst/>
            <a:cxnLst/>
            <a:pathLst>
              <a:path w="87" h="467898">
                <a:moveTo>
                  <a:pt x="0" y="467898"/>
                </a:moveTo>
                <a:lnTo>
                  <a:pt x="0" y="0"/>
                </a:lnTo>
              </a:path>
            </a:pathLst>
          </a:custGeom>
          <a:noFill/>
          <a:ln w="10398">
            <a:solidFill>
              <a:srgbClr val="181B1E"/>
            </a:solidFill>
            <a:prstDash val="solid"/>
          </a:ln>
        </p:spPr>
      </p:sp>
      <p:sp>
        <p:nvSpPr>
          <p:cNvPr id="88" name="H-y-axis-87"/>
          <p:cNvSpPr/>
          <p:nvPr/>
        </p:nvSpPr>
        <p:spPr>
          <a:xfrm>
            <a:off x="5510627" y="4848583"/>
            <a:ext cx="23545" cy="46351"/>
          </a:xfrm>
          <a:custGeom>
            <a:avLst/>
            <a:gdLst/>
            <a:ahLst/>
            <a:cxnLst/>
            <a:pathLst>
              <a:path w="23545" h="46351">
                <a:moveTo>
                  <a:pt x="0" y="0"/>
                </a:moveTo>
                <a:lnTo>
                  <a:pt x="23545" y="46351"/>
                </a:lnTo>
              </a:path>
            </a:pathLst>
          </a:custGeom>
          <a:noFill/>
          <a:ln w="10398">
            <a:solidFill>
              <a:srgbClr val="181B1E"/>
            </a:solidFill>
            <a:prstDash val="solid"/>
          </a:ln>
        </p:spPr>
      </p:sp>
      <p:sp>
        <p:nvSpPr>
          <p:cNvPr id="89" name="H-y-axis-88"/>
          <p:cNvSpPr/>
          <p:nvPr/>
        </p:nvSpPr>
        <p:spPr>
          <a:xfrm>
            <a:off x="5487082" y="4848583"/>
            <a:ext cx="23545" cy="46351"/>
          </a:xfrm>
          <a:custGeom>
            <a:avLst/>
            <a:gdLst/>
            <a:ahLst/>
            <a:cxnLst/>
            <a:pathLst>
              <a:path w="23545" h="46351">
                <a:moveTo>
                  <a:pt x="23545" y="0"/>
                </a:moveTo>
                <a:lnTo>
                  <a:pt x="0" y="46351"/>
                </a:lnTo>
              </a:path>
            </a:pathLst>
          </a:custGeom>
          <a:noFill/>
          <a:ln w="10398">
            <a:solidFill>
              <a:srgbClr val="181B1E"/>
            </a:solidFill>
            <a:prstDash val="solid"/>
          </a:ln>
        </p:spPr>
      </p:sp>
      <p:sp>
        <p:nvSpPr>
          <p:cNvPr id="90" name="H-x-axis-89"/>
          <p:cNvSpPr/>
          <p:nvPr/>
        </p:nvSpPr>
        <p:spPr>
          <a:xfrm>
            <a:off x="5510627" y="5316480"/>
            <a:ext cx="1135085" cy="87"/>
          </a:xfrm>
          <a:custGeom>
            <a:avLst/>
            <a:gdLst/>
            <a:ahLst/>
            <a:cxnLst/>
            <a:pathLst>
              <a:path w="1135085" h="87">
                <a:moveTo>
                  <a:pt x="0" y="0"/>
                </a:moveTo>
                <a:lnTo>
                  <a:pt x="1135085" y="0"/>
                </a:lnTo>
              </a:path>
            </a:pathLst>
          </a:custGeom>
          <a:noFill/>
          <a:ln w="10398">
            <a:solidFill>
              <a:srgbClr val="181B1E"/>
            </a:solidFill>
            <a:prstDash val="solid"/>
          </a:ln>
        </p:spPr>
      </p:sp>
      <p:sp>
        <p:nvSpPr>
          <p:cNvPr id="91" name="H-x-axis-90"/>
          <p:cNvSpPr/>
          <p:nvPr/>
        </p:nvSpPr>
        <p:spPr>
          <a:xfrm>
            <a:off x="6599361" y="5316480"/>
            <a:ext cx="46351" cy="23545"/>
          </a:xfrm>
          <a:custGeom>
            <a:avLst/>
            <a:gdLst/>
            <a:ahLst/>
            <a:cxnLst/>
            <a:pathLst>
              <a:path w="46351" h="23545">
                <a:moveTo>
                  <a:pt x="46351" y="0"/>
                </a:moveTo>
                <a:lnTo>
                  <a:pt x="0" y="23545"/>
                </a:lnTo>
              </a:path>
            </a:pathLst>
          </a:custGeom>
          <a:noFill/>
          <a:ln w="10398">
            <a:solidFill>
              <a:srgbClr val="181B1E"/>
            </a:solidFill>
            <a:prstDash val="solid"/>
          </a:ln>
        </p:spPr>
      </p:sp>
      <p:sp>
        <p:nvSpPr>
          <p:cNvPr id="92" name="H-x-axis-91"/>
          <p:cNvSpPr/>
          <p:nvPr/>
        </p:nvSpPr>
        <p:spPr>
          <a:xfrm>
            <a:off x="6599361" y="5292936"/>
            <a:ext cx="46351" cy="23545"/>
          </a:xfrm>
          <a:custGeom>
            <a:avLst/>
            <a:gdLst/>
            <a:ahLst/>
            <a:cxnLst/>
            <a:pathLst>
              <a:path w="46351" h="23545">
                <a:moveTo>
                  <a:pt x="46351" y="23545"/>
                </a:moveTo>
                <a:lnTo>
                  <a:pt x="0" y="0"/>
                </a:lnTo>
              </a:path>
            </a:pathLst>
          </a:custGeom>
          <a:noFill/>
          <a:ln w="10398">
            <a:solidFill>
              <a:srgbClr val="181B1E"/>
            </a:solidFill>
            <a:prstDash val="solid"/>
          </a:ln>
        </p:spPr>
      </p:sp>
      <p:sp>
        <p:nvSpPr>
          <p:cNvPr id="93" name="hold-profile-92"/>
          <p:cNvSpPr/>
          <p:nvPr/>
        </p:nvSpPr>
        <p:spPr>
          <a:xfrm>
            <a:off x="5545286" y="5056537"/>
            <a:ext cx="996449" cy="87"/>
          </a:xfrm>
          <a:custGeom>
            <a:avLst/>
            <a:gdLst/>
            <a:ahLst/>
            <a:cxnLst/>
            <a:pathLst>
              <a:path w="996449" h="87">
                <a:moveTo>
                  <a:pt x="0" y="0"/>
                </a:moveTo>
                <a:lnTo>
                  <a:pt x="996449" y="0"/>
                </a:lnTo>
              </a:path>
            </a:pathLst>
          </a:custGeom>
          <a:noFill/>
          <a:ln w="21662">
            <a:solidFill>
              <a:srgbClr val="215E85"/>
            </a:solidFill>
            <a:prstDash val="solid"/>
          </a:ln>
        </p:spPr>
      </p:sp>
      <p:sp>
        <p:nvSpPr>
          <p:cNvPr id="94" name="H-temperature-93"/>
          <p:cNvSpPr/>
          <p:nvPr/>
        </p:nvSpPr>
        <p:spPr>
          <a:xfrm>
            <a:off x="5523083" y="4885679"/>
            <a:ext cx="1039773" cy="190625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00" b="0">
                <a:solidFill>
                  <a:srgbClr val="215E8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215E85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278.15 K · 2 h</a:t>
            </a:r>
            <a:endParaRPr sz="1200" b="0">
              <a:solidFill>
                <a:srgbClr val="215E85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5" name="H-T-94"/>
          <p:cNvSpPr/>
          <p:nvPr/>
        </p:nvSpPr>
        <p:spPr>
          <a:xfrm>
            <a:off x="5328667" y="5004549"/>
            <a:ext cx="155966" cy="190625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</a:t>
            </a:r>
            <a:endParaRPr sz="12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6" name="H-t-95"/>
          <p:cNvSpPr/>
          <p:nvPr/>
        </p:nvSpPr>
        <p:spPr>
          <a:xfrm>
            <a:off x="5995854" y="5359804"/>
            <a:ext cx="138636" cy="19558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</a:t>
            </a:r>
            <a:endParaRPr sz="12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7" name="R-y-axis-96"/>
          <p:cNvSpPr/>
          <p:nvPr/>
        </p:nvSpPr>
        <p:spPr>
          <a:xfrm>
            <a:off x="7425542" y="4848583"/>
            <a:ext cx="87" cy="467898"/>
          </a:xfrm>
          <a:custGeom>
            <a:avLst/>
            <a:gdLst/>
            <a:ahLst/>
            <a:cxnLst/>
            <a:pathLst>
              <a:path w="87" h="467898">
                <a:moveTo>
                  <a:pt x="0" y="467898"/>
                </a:moveTo>
                <a:lnTo>
                  <a:pt x="0" y="0"/>
                </a:lnTo>
              </a:path>
            </a:pathLst>
          </a:custGeom>
          <a:noFill/>
          <a:ln w="10398">
            <a:solidFill>
              <a:srgbClr val="181B1E"/>
            </a:solidFill>
            <a:prstDash val="solid"/>
          </a:ln>
        </p:spPr>
      </p:sp>
      <p:sp>
        <p:nvSpPr>
          <p:cNvPr id="98" name="R-y-axis-97"/>
          <p:cNvSpPr/>
          <p:nvPr/>
        </p:nvSpPr>
        <p:spPr>
          <a:xfrm>
            <a:off x="7425542" y="4848583"/>
            <a:ext cx="23545" cy="46351"/>
          </a:xfrm>
          <a:custGeom>
            <a:avLst/>
            <a:gdLst/>
            <a:ahLst/>
            <a:cxnLst/>
            <a:pathLst>
              <a:path w="23545" h="46351">
                <a:moveTo>
                  <a:pt x="0" y="0"/>
                </a:moveTo>
                <a:lnTo>
                  <a:pt x="23545" y="46351"/>
                </a:lnTo>
              </a:path>
            </a:pathLst>
          </a:custGeom>
          <a:noFill/>
          <a:ln w="10398">
            <a:solidFill>
              <a:srgbClr val="181B1E"/>
            </a:solidFill>
            <a:prstDash val="solid"/>
          </a:ln>
        </p:spPr>
      </p:sp>
      <p:sp>
        <p:nvSpPr>
          <p:cNvPr id="99" name="R-y-axis-98"/>
          <p:cNvSpPr/>
          <p:nvPr/>
        </p:nvSpPr>
        <p:spPr>
          <a:xfrm>
            <a:off x="7401997" y="4848583"/>
            <a:ext cx="23545" cy="46351"/>
          </a:xfrm>
          <a:custGeom>
            <a:avLst/>
            <a:gdLst/>
            <a:ahLst/>
            <a:cxnLst/>
            <a:pathLst>
              <a:path w="23545" h="46351">
                <a:moveTo>
                  <a:pt x="23545" y="0"/>
                </a:moveTo>
                <a:lnTo>
                  <a:pt x="0" y="46351"/>
                </a:lnTo>
              </a:path>
            </a:pathLst>
          </a:custGeom>
          <a:noFill/>
          <a:ln w="10398">
            <a:solidFill>
              <a:srgbClr val="181B1E"/>
            </a:solidFill>
            <a:prstDash val="solid"/>
          </a:ln>
        </p:spPr>
      </p:sp>
      <p:sp>
        <p:nvSpPr>
          <p:cNvPr id="100" name="R-x-axis-99"/>
          <p:cNvSpPr/>
          <p:nvPr/>
        </p:nvSpPr>
        <p:spPr>
          <a:xfrm>
            <a:off x="7425542" y="5316480"/>
            <a:ext cx="1126421" cy="87"/>
          </a:xfrm>
          <a:custGeom>
            <a:avLst/>
            <a:gdLst/>
            <a:ahLst/>
            <a:cxnLst/>
            <a:pathLst>
              <a:path w="1126421" h="87">
                <a:moveTo>
                  <a:pt x="0" y="0"/>
                </a:moveTo>
                <a:lnTo>
                  <a:pt x="1126421" y="0"/>
                </a:lnTo>
              </a:path>
            </a:pathLst>
          </a:custGeom>
          <a:noFill/>
          <a:ln w="10398">
            <a:solidFill>
              <a:srgbClr val="181B1E"/>
            </a:solidFill>
            <a:prstDash val="solid"/>
          </a:ln>
        </p:spPr>
      </p:sp>
      <p:sp>
        <p:nvSpPr>
          <p:cNvPr id="101" name="R-x-axis-100"/>
          <p:cNvSpPr/>
          <p:nvPr/>
        </p:nvSpPr>
        <p:spPr>
          <a:xfrm>
            <a:off x="8505611" y="5316480"/>
            <a:ext cx="46351" cy="23545"/>
          </a:xfrm>
          <a:custGeom>
            <a:avLst/>
            <a:gdLst/>
            <a:ahLst/>
            <a:cxnLst/>
            <a:pathLst>
              <a:path w="46351" h="23545">
                <a:moveTo>
                  <a:pt x="46351" y="0"/>
                </a:moveTo>
                <a:lnTo>
                  <a:pt x="0" y="23545"/>
                </a:lnTo>
              </a:path>
            </a:pathLst>
          </a:custGeom>
          <a:noFill/>
          <a:ln w="10398">
            <a:solidFill>
              <a:srgbClr val="181B1E"/>
            </a:solidFill>
            <a:prstDash val="solid"/>
          </a:ln>
        </p:spPr>
      </p:sp>
      <p:sp>
        <p:nvSpPr>
          <p:cNvPr id="102" name="R-x-axis-101"/>
          <p:cNvSpPr/>
          <p:nvPr/>
        </p:nvSpPr>
        <p:spPr>
          <a:xfrm>
            <a:off x="8505611" y="5292936"/>
            <a:ext cx="46351" cy="23545"/>
          </a:xfrm>
          <a:custGeom>
            <a:avLst/>
            <a:gdLst/>
            <a:ahLst/>
            <a:cxnLst/>
            <a:pathLst>
              <a:path w="46351" h="23545">
                <a:moveTo>
                  <a:pt x="46351" y="23545"/>
                </a:moveTo>
                <a:lnTo>
                  <a:pt x="0" y="0"/>
                </a:lnTo>
              </a:path>
            </a:pathLst>
          </a:custGeom>
          <a:noFill/>
          <a:ln w="10398">
            <a:solidFill>
              <a:srgbClr val="181B1E"/>
            </a:solidFill>
            <a:prstDash val="solid"/>
          </a:ln>
        </p:spPr>
      </p:sp>
      <p:sp>
        <p:nvSpPr>
          <p:cNvPr id="103" name="reheat-recool-profile-102"/>
          <p:cNvSpPr/>
          <p:nvPr/>
        </p:nvSpPr>
        <p:spPr>
          <a:xfrm>
            <a:off x="7451537" y="5238497"/>
            <a:ext cx="86648" cy="87"/>
          </a:xfrm>
          <a:custGeom>
            <a:avLst/>
            <a:gdLst/>
            <a:ahLst/>
            <a:cxnLst/>
            <a:pathLst>
              <a:path w="86648" h="87">
                <a:moveTo>
                  <a:pt x="0" y="0"/>
                </a:moveTo>
                <a:lnTo>
                  <a:pt x="86648" y="0"/>
                </a:lnTo>
              </a:path>
            </a:pathLst>
          </a:custGeom>
          <a:noFill/>
          <a:ln w="21662">
            <a:solidFill>
              <a:srgbClr val="B94E2C"/>
            </a:solidFill>
            <a:prstDash val="solid"/>
          </a:ln>
        </p:spPr>
      </p:sp>
      <p:sp>
        <p:nvSpPr>
          <p:cNvPr id="104" name="reheat-recool-profile-103"/>
          <p:cNvSpPr/>
          <p:nvPr/>
        </p:nvSpPr>
        <p:spPr>
          <a:xfrm>
            <a:off x="7538184" y="4857247"/>
            <a:ext cx="277273" cy="381250"/>
          </a:xfrm>
          <a:custGeom>
            <a:avLst/>
            <a:gdLst/>
            <a:ahLst/>
            <a:cxnLst/>
            <a:pathLst>
              <a:path w="277273" h="381250">
                <a:moveTo>
                  <a:pt x="0" y="381250"/>
                </a:moveTo>
                <a:lnTo>
                  <a:pt x="277273" y="0"/>
                </a:lnTo>
              </a:path>
            </a:pathLst>
          </a:custGeom>
          <a:noFill/>
          <a:ln w="21662">
            <a:solidFill>
              <a:srgbClr val="B94E2C"/>
            </a:solidFill>
            <a:prstDash val="solid"/>
          </a:ln>
        </p:spPr>
      </p:sp>
      <p:sp>
        <p:nvSpPr>
          <p:cNvPr id="105" name="reheat-recool-profile-104"/>
          <p:cNvSpPr/>
          <p:nvPr/>
        </p:nvSpPr>
        <p:spPr>
          <a:xfrm>
            <a:off x="7815457" y="4857247"/>
            <a:ext cx="268608" cy="87"/>
          </a:xfrm>
          <a:custGeom>
            <a:avLst/>
            <a:gdLst/>
            <a:ahLst/>
            <a:cxnLst/>
            <a:pathLst>
              <a:path w="268608" h="87">
                <a:moveTo>
                  <a:pt x="0" y="0"/>
                </a:moveTo>
                <a:lnTo>
                  <a:pt x="268608" y="0"/>
                </a:lnTo>
              </a:path>
            </a:pathLst>
          </a:custGeom>
          <a:noFill/>
          <a:ln w="21662">
            <a:solidFill>
              <a:srgbClr val="B94E2C"/>
            </a:solidFill>
            <a:prstDash val="solid"/>
          </a:ln>
        </p:spPr>
      </p:sp>
      <p:sp>
        <p:nvSpPr>
          <p:cNvPr id="106" name="reheat-recool-profile-105"/>
          <p:cNvSpPr/>
          <p:nvPr/>
        </p:nvSpPr>
        <p:spPr>
          <a:xfrm>
            <a:off x="8084065" y="4857247"/>
            <a:ext cx="225284" cy="303267"/>
          </a:xfrm>
          <a:custGeom>
            <a:avLst/>
            <a:gdLst/>
            <a:ahLst/>
            <a:cxnLst/>
            <a:pathLst>
              <a:path w="225284" h="303267">
                <a:moveTo>
                  <a:pt x="0" y="0"/>
                </a:moveTo>
                <a:lnTo>
                  <a:pt x="225284" y="303267"/>
                </a:lnTo>
              </a:path>
            </a:pathLst>
          </a:custGeom>
          <a:noFill/>
          <a:ln w="21662">
            <a:solidFill>
              <a:srgbClr val="B94E2C"/>
            </a:solidFill>
            <a:prstDash val="solid"/>
          </a:ln>
        </p:spPr>
      </p:sp>
      <p:sp>
        <p:nvSpPr>
          <p:cNvPr id="107" name="reheat-recool-profile-106"/>
          <p:cNvSpPr/>
          <p:nvPr/>
        </p:nvSpPr>
        <p:spPr>
          <a:xfrm>
            <a:off x="8309349" y="5160515"/>
            <a:ext cx="207955" cy="87"/>
          </a:xfrm>
          <a:custGeom>
            <a:avLst/>
            <a:gdLst/>
            <a:ahLst/>
            <a:cxnLst/>
            <a:pathLst>
              <a:path w="207955" h="87">
                <a:moveTo>
                  <a:pt x="0" y="0"/>
                </a:moveTo>
                <a:lnTo>
                  <a:pt x="207955" y="0"/>
                </a:lnTo>
              </a:path>
            </a:pathLst>
          </a:custGeom>
          <a:noFill/>
          <a:ln w="21662">
            <a:solidFill>
              <a:srgbClr val="B94E2C"/>
            </a:solidFill>
            <a:prstDash val="solid"/>
          </a:ln>
        </p:spPr>
      </p:sp>
      <p:sp>
        <p:nvSpPr>
          <p:cNvPr id="108" name="R-temperature-107"/>
          <p:cNvSpPr/>
          <p:nvPr/>
        </p:nvSpPr>
        <p:spPr>
          <a:xfrm>
            <a:off x="7633497" y="4640628"/>
            <a:ext cx="944460" cy="19929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000" b="0">
                <a:solidFill>
                  <a:srgbClr val="B94E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B94E2C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toward 315 K</a:t>
            </a:r>
            <a:endParaRPr sz="1200" b="0">
              <a:solidFill>
                <a:srgbClr val="B94E2C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9" name="R-T-108"/>
          <p:cNvSpPr/>
          <p:nvPr/>
        </p:nvSpPr>
        <p:spPr>
          <a:xfrm>
            <a:off x="7252247" y="5004549"/>
            <a:ext cx="155966" cy="190625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</a:t>
            </a:r>
            <a:endParaRPr sz="12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0" name="R-t-109"/>
          <p:cNvSpPr/>
          <p:nvPr/>
        </p:nvSpPr>
        <p:spPr>
          <a:xfrm>
            <a:off x="7919434" y="5359804"/>
            <a:ext cx="138636" cy="19558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</a:t>
            </a:r>
            <a:endParaRPr sz="12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1" name="question-to-forecast-110"/>
          <p:cNvSpPr/>
          <p:nvPr/>
        </p:nvSpPr>
        <p:spPr>
          <a:xfrm>
            <a:off x="9071849" y="4588639"/>
            <a:ext cx="346591" cy="87"/>
          </a:xfrm>
          <a:custGeom>
            <a:avLst/>
            <a:gdLst/>
            <a:ahLst/>
            <a:cxnLst/>
            <a:pathLst>
              <a:path w="346591" h="87">
                <a:moveTo>
                  <a:pt x="0" y="0"/>
                </a:moveTo>
                <a:lnTo>
                  <a:pt x="346591" y="0"/>
                </a:lnTo>
              </a:path>
            </a:pathLst>
          </a:custGeom>
          <a:noFill/>
          <a:ln w="36392">
            <a:solidFill>
              <a:srgbClr val="2C3B45"/>
            </a:solidFill>
            <a:prstDash val="solid"/>
          </a:ln>
        </p:spPr>
      </p:sp>
      <p:sp>
        <p:nvSpPr>
          <p:cNvPr id="112" name="question-to-forecast-111"/>
          <p:cNvSpPr/>
          <p:nvPr/>
        </p:nvSpPr>
        <p:spPr>
          <a:xfrm>
            <a:off x="9325737" y="4588639"/>
            <a:ext cx="92703" cy="47090"/>
          </a:xfrm>
          <a:custGeom>
            <a:avLst/>
            <a:gdLst/>
            <a:ahLst/>
            <a:cxnLst/>
            <a:pathLst>
              <a:path w="92703" h="47090">
                <a:moveTo>
                  <a:pt x="92703" y="0"/>
                </a:moveTo>
                <a:lnTo>
                  <a:pt x="0" y="47090"/>
                </a:lnTo>
              </a:path>
            </a:pathLst>
          </a:custGeom>
          <a:noFill/>
          <a:ln w="36392">
            <a:solidFill>
              <a:srgbClr val="2C3B45"/>
            </a:solidFill>
            <a:prstDash val="solid"/>
          </a:ln>
        </p:spPr>
      </p:sp>
      <p:sp>
        <p:nvSpPr>
          <p:cNvPr id="113" name="question-to-forecast-112"/>
          <p:cNvSpPr/>
          <p:nvPr/>
        </p:nvSpPr>
        <p:spPr>
          <a:xfrm>
            <a:off x="9325737" y="4541550"/>
            <a:ext cx="92703" cy="47090"/>
          </a:xfrm>
          <a:custGeom>
            <a:avLst/>
            <a:gdLst/>
            <a:ahLst/>
            <a:cxnLst/>
            <a:pathLst>
              <a:path w="92703" h="47090">
                <a:moveTo>
                  <a:pt x="92703" y="47090"/>
                </a:moveTo>
                <a:lnTo>
                  <a:pt x="0" y="0"/>
                </a:lnTo>
              </a:path>
            </a:pathLst>
          </a:custGeom>
          <a:noFill/>
          <a:ln w="36392">
            <a:solidFill>
              <a:srgbClr val="2C3B45"/>
            </a:solidFill>
            <a:prstDash val="solid"/>
          </a:ln>
        </p:spPr>
      </p:sp>
      <p:sp>
        <p:nvSpPr>
          <p:cNvPr id="114" name="sealed-header-113"/>
          <p:cNvSpPr/>
          <p:nvPr/>
        </p:nvSpPr>
        <p:spPr>
          <a:xfrm>
            <a:off x="9548412" y="3176281"/>
            <a:ext cx="2478125" cy="511222"/>
          </a:xfrm>
          <a:prstGeom prst="roundRect">
            <a:avLst>
              <a:gd name="adj" fmla="val 13559"/>
            </a:avLst>
          </a:prstGeom>
          <a:gradFill>
            <a:gsLst>
              <a:gs pos="0">
                <a:srgbClr val="EAF0F4"/>
              </a:gs>
              <a:gs pos="100000">
                <a:srgbClr val="DFE6EE"/>
              </a:gs>
            </a:gsLst>
            <a:lin ang="1800000"/>
          </a:gradFill>
          <a:ln w="0">
            <a:noFill/>
            <a:prstDash val="solid"/>
          </a:ln>
        </p:spPr>
      </p:sp>
      <p:sp>
        <p:nvSpPr>
          <p:cNvPr id="115" name="sealed-title-114"/>
          <p:cNvSpPr/>
          <p:nvPr/>
        </p:nvSpPr>
        <p:spPr>
          <a:xfrm>
            <a:off x="9609065" y="3254264"/>
            <a:ext cx="2356819" cy="25654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Sealed predictions</a:t>
            </a:r>
            <a:endParaRPr sz="16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6" name="sealed-subtitle-115"/>
          <p:cNvSpPr/>
          <p:nvPr/>
        </p:nvSpPr>
        <p:spPr>
          <a:xfrm>
            <a:off x="9609065" y="3513019"/>
            <a:ext cx="2356819" cy="22606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(from each session)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7" name="sealed-12-116"/>
          <p:cNvSpPr/>
          <p:nvPr/>
        </p:nvSpPr>
        <p:spPr>
          <a:xfrm>
            <a:off x="9539747" y="3765486"/>
            <a:ext cx="1247728" cy="1715625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997">
            <a:solidFill>
              <a:srgbClr val="42799A"/>
            </a:solidFill>
            <a:prstDash val="solid"/>
          </a:ln>
        </p:spPr>
      </p:sp>
      <p:sp>
        <p:nvSpPr>
          <p:cNvPr id="118" name="sealed-agent-12-117"/>
          <p:cNvSpPr/>
          <p:nvPr/>
        </p:nvSpPr>
        <p:spPr>
          <a:xfrm>
            <a:off x="9574406" y="3878128"/>
            <a:ext cx="1178409" cy="65278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0">
                <a:solidFill>
                  <a:srgbClr val="4279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42799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12-batch agent</a:t>
            </a:r>
            <a:endParaRPr sz="1400" b="0">
              <a:solidFill>
                <a:srgbClr val="42799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400" b="1">
                <a:solidFill>
                  <a:srgbClr val="4279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42799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prediction</a:t>
            </a:r>
            <a:endParaRPr sz="1400" b="1">
              <a:solidFill>
                <a:srgbClr val="42799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400" b="1">
                <a:solidFill>
                  <a:srgbClr val="4279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42799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(sealed)</a:t>
            </a:r>
            <a:endParaRPr sz="1400" b="1">
              <a:solidFill>
                <a:srgbClr val="42799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pic>
        <p:nvPicPr>
          <p:cNvPr id="314" name="Original sealed document 12"/>
          <p:cNvPicPr>
            <a:picLocks noChangeAspect="1"/>
          </p:cNvPicPr>
          <p:nvPr/>
        </p:nvPicPr>
        <p:blipFill>
          <a:blip r:embed="rId1"/>
          <a:srcRect l="77923" t="38336" r="14554" b="55832"/>
          <a:stretch>
            <a:fillRect/>
          </a:stretch>
        </p:blipFill>
        <p:spPr>
          <a:xfrm>
            <a:off x="9817020" y="4614634"/>
            <a:ext cx="797159" cy="649858"/>
          </a:xfrm>
          <a:prstGeom prst="rect">
            <a:avLst/>
          </a:prstGeom>
        </p:spPr>
      </p:pic>
      <p:sp>
        <p:nvSpPr>
          <p:cNvPr id="120" name="sealed-values-12-118"/>
          <p:cNvSpPr/>
          <p:nvPr/>
        </p:nvSpPr>
        <p:spPr>
          <a:xfrm>
            <a:off x="9574406" y="5281821"/>
            <a:ext cx="1178409" cy="19929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00" b="1">
                <a:solidFill>
                  <a:srgbClr val="4279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>
                <a:solidFill>
                  <a:srgbClr val="42799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17% → 12%</a:t>
            </a:r>
            <a:endParaRPr sz="1200" b="1">
              <a:solidFill>
                <a:srgbClr val="42799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21" name="sealed-24-119"/>
          <p:cNvSpPr/>
          <p:nvPr/>
        </p:nvSpPr>
        <p:spPr>
          <a:xfrm>
            <a:off x="10856793" y="3765486"/>
            <a:ext cx="1169745" cy="1715625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997">
            <a:solidFill>
              <a:srgbClr val="B94E2C"/>
            </a:solidFill>
            <a:prstDash val="solid"/>
          </a:ln>
        </p:spPr>
      </p:sp>
      <p:sp>
        <p:nvSpPr>
          <p:cNvPr id="122" name="sealed-agent-24-120"/>
          <p:cNvSpPr/>
          <p:nvPr/>
        </p:nvSpPr>
        <p:spPr>
          <a:xfrm>
            <a:off x="10876515" y="3878128"/>
            <a:ext cx="1130300" cy="65278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0">
                <a:solidFill>
                  <a:srgbClr val="B94E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B94E2C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24-batch agent</a:t>
            </a:r>
            <a:endParaRPr sz="1400" b="0">
              <a:solidFill>
                <a:srgbClr val="B94E2C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400" b="1">
                <a:solidFill>
                  <a:srgbClr val="B94E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B94E2C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prediction</a:t>
            </a:r>
            <a:endParaRPr sz="1400" b="1">
              <a:solidFill>
                <a:srgbClr val="B94E2C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400" b="1">
                <a:solidFill>
                  <a:srgbClr val="B94E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B94E2C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(sealed)</a:t>
            </a:r>
            <a:endParaRPr sz="1400" b="1">
              <a:solidFill>
                <a:srgbClr val="B94E2C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pic>
        <p:nvPicPr>
          <p:cNvPr id="318" name="Original sealed document 24"/>
          <p:cNvPicPr>
            <a:picLocks noChangeAspect="1"/>
          </p:cNvPicPr>
          <p:nvPr/>
        </p:nvPicPr>
        <p:blipFill>
          <a:blip r:embed="rId1"/>
          <a:srcRect l="89697" t="38336" r="2780" b="55832"/>
          <a:stretch>
            <a:fillRect/>
          </a:stretch>
        </p:blipFill>
        <p:spPr>
          <a:xfrm>
            <a:off x="11064747" y="4614634"/>
            <a:ext cx="797159" cy="649858"/>
          </a:xfrm>
          <a:prstGeom prst="rect">
            <a:avLst/>
          </a:prstGeom>
        </p:spPr>
      </p:pic>
      <p:sp>
        <p:nvSpPr>
          <p:cNvPr id="124" name="sealed-values-24-121"/>
          <p:cNvSpPr/>
          <p:nvPr/>
        </p:nvSpPr>
        <p:spPr>
          <a:xfrm>
            <a:off x="10891452" y="5281821"/>
            <a:ext cx="1100426" cy="19929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00" b="1">
                <a:solidFill>
                  <a:srgbClr val="B94E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>
                <a:solidFill>
                  <a:srgbClr val="B94E2C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49% → 35%</a:t>
            </a:r>
            <a:endParaRPr sz="1200" b="1">
              <a:solidFill>
                <a:srgbClr val="B94E2C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25" name="section-rule-122"/>
          <p:cNvSpPr/>
          <p:nvPr/>
        </p:nvSpPr>
        <p:spPr>
          <a:xfrm>
            <a:off x="1698126" y="5879691"/>
            <a:ext cx="10328411" cy="87"/>
          </a:xfrm>
          <a:custGeom>
            <a:avLst/>
            <a:gdLst/>
            <a:ahLst/>
            <a:cxnLst/>
            <a:pathLst>
              <a:path w="10328411" h="87">
                <a:moveTo>
                  <a:pt x="0" y="0"/>
                </a:moveTo>
                <a:lnTo>
                  <a:pt x="10328411" y="0"/>
                </a:lnTo>
              </a:path>
            </a:pathLst>
          </a:custGeom>
          <a:noFill/>
          <a:ln w="17330">
            <a:solidFill>
              <a:srgbClr val="181B1E"/>
            </a:solidFill>
            <a:prstDash val="solid"/>
          </a:ln>
        </p:spPr>
      </p:sp>
      <p:sp>
        <p:nvSpPr>
          <p:cNvPr id="126" name="panel-letter-C-123"/>
          <p:cNvSpPr/>
          <p:nvPr/>
        </p:nvSpPr>
        <p:spPr>
          <a:xfrm>
            <a:off x="1698126" y="5940344"/>
            <a:ext cx="268608" cy="31750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</a:t>
            </a:r>
            <a:endParaRPr sz="20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27" name="panel-title-C-124"/>
          <p:cNvSpPr/>
          <p:nvPr/>
        </p:nvSpPr>
        <p:spPr>
          <a:xfrm>
            <a:off x="2062047" y="5966339"/>
            <a:ext cx="6160655" cy="28702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Post-prediction reflection (K2) and proposed next test</a:t>
            </a:r>
            <a:endParaRPr sz="18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29" name="table-header-126"/>
          <p:cNvSpPr/>
          <p:nvPr/>
        </p:nvSpPr>
        <p:spPr>
          <a:xfrm>
            <a:off x="1698126" y="6356253"/>
            <a:ext cx="10328411" cy="545881"/>
          </a:xfrm>
          <a:prstGeom prst="rect">
            <a:avLst/>
          </a:prstGeom>
          <a:solidFill>
            <a:srgbClr val="F1F3F5"/>
          </a:solidFill>
          <a:ln w="8665">
            <a:noFill/>
            <a:prstDash val="solid"/>
          </a:ln>
        </p:spPr>
      </p:sp>
      <p:sp>
        <p:nvSpPr>
          <p:cNvPr id="130" name="12-row-color-127"/>
          <p:cNvSpPr/>
          <p:nvPr/>
        </p:nvSpPr>
        <p:spPr>
          <a:xfrm>
            <a:off x="1698126" y="6902134"/>
            <a:ext cx="953125" cy="1022443"/>
          </a:xfrm>
          <a:prstGeom prst="rect">
            <a:avLst/>
          </a:prstGeom>
          <a:gradFill>
            <a:gsLst>
              <a:gs pos="0">
                <a:srgbClr val="4B81A1"/>
              </a:gs>
              <a:gs pos="100000">
                <a:srgbClr val="3F7497"/>
              </a:gs>
            </a:gsLst>
            <a:lin ang="1800000"/>
          </a:gradFill>
          <a:ln w="8665">
            <a:noFill/>
            <a:prstDash val="solid"/>
          </a:ln>
        </p:spPr>
      </p:sp>
      <p:sp>
        <p:nvSpPr>
          <p:cNvPr id="131" name="24-row-color-128"/>
          <p:cNvSpPr/>
          <p:nvPr/>
        </p:nvSpPr>
        <p:spPr>
          <a:xfrm>
            <a:off x="1698126" y="7924578"/>
            <a:ext cx="953125" cy="1369034"/>
          </a:xfrm>
          <a:prstGeom prst="rect">
            <a:avLst/>
          </a:prstGeom>
          <a:gradFill>
            <a:gsLst>
              <a:gs pos="0">
                <a:srgbClr val="1C6B70"/>
              </a:gs>
              <a:gs pos="100000">
                <a:srgbClr val="1D6061"/>
              </a:gs>
            </a:gsLst>
            <a:lin ang="1800000"/>
          </a:gradFill>
          <a:ln w="8665">
            <a:noFill/>
            <a:prstDash val="solid"/>
          </a:ln>
        </p:spPr>
      </p:sp>
      <p:sp>
        <p:nvSpPr>
          <p:cNvPr id="132" name="table-column-129"/>
          <p:cNvSpPr/>
          <p:nvPr/>
        </p:nvSpPr>
        <p:spPr>
          <a:xfrm>
            <a:off x="1698126" y="6356253"/>
            <a:ext cx="87" cy="2937358"/>
          </a:xfrm>
          <a:custGeom>
            <a:avLst/>
            <a:gdLst/>
            <a:ahLst/>
            <a:cxnLst/>
            <a:pathLst>
              <a:path w="87" h="2937358">
                <a:moveTo>
                  <a:pt x="0" y="0"/>
                </a:moveTo>
                <a:lnTo>
                  <a:pt x="0" y="2937358"/>
                </a:lnTo>
              </a:path>
            </a:pathLst>
          </a:custGeom>
          <a:noFill/>
          <a:ln w="8665">
            <a:solidFill>
              <a:srgbClr val="8F969E"/>
            </a:solidFill>
            <a:prstDash val="solid"/>
          </a:ln>
        </p:spPr>
      </p:sp>
      <p:sp>
        <p:nvSpPr>
          <p:cNvPr id="133" name="table-column-130"/>
          <p:cNvSpPr/>
          <p:nvPr/>
        </p:nvSpPr>
        <p:spPr>
          <a:xfrm>
            <a:off x="2651252" y="6356253"/>
            <a:ext cx="87" cy="2937358"/>
          </a:xfrm>
          <a:custGeom>
            <a:avLst/>
            <a:gdLst/>
            <a:ahLst/>
            <a:cxnLst/>
            <a:pathLst>
              <a:path w="87" h="2937358">
                <a:moveTo>
                  <a:pt x="0" y="0"/>
                </a:moveTo>
                <a:lnTo>
                  <a:pt x="0" y="2937358"/>
                </a:lnTo>
              </a:path>
            </a:pathLst>
          </a:custGeom>
          <a:noFill/>
          <a:ln w="8665">
            <a:solidFill>
              <a:srgbClr val="8F969E"/>
            </a:solidFill>
            <a:prstDash val="solid"/>
          </a:ln>
        </p:spPr>
      </p:sp>
      <p:sp>
        <p:nvSpPr>
          <p:cNvPr id="134" name="table-column-131"/>
          <p:cNvSpPr/>
          <p:nvPr/>
        </p:nvSpPr>
        <p:spPr>
          <a:xfrm>
            <a:off x="5302673" y="6356253"/>
            <a:ext cx="87" cy="2937358"/>
          </a:xfrm>
          <a:custGeom>
            <a:avLst/>
            <a:gdLst/>
            <a:ahLst/>
            <a:cxnLst/>
            <a:pathLst>
              <a:path w="87" h="2937358">
                <a:moveTo>
                  <a:pt x="0" y="0"/>
                </a:moveTo>
                <a:lnTo>
                  <a:pt x="0" y="2937358"/>
                </a:lnTo>
              </a:path>
            </a:pathLst>
          </a:custGeom>
          <a:noFill/>
          <a:ln w="8665">
            <a:solidFill>
              <a:srgbClr val="8F969E"/>
            </a:solidFill>
            <a:prstDash val="solid"/>
          </a:ln>
        </p:spPr>
      </p:sp>
      <p:sp>
        <p:nvSpPr>
          <p:cNvPr id="135" name="table-column-132"/>
          <p:cNvSpPr/>
          <p:nvPr/>
        </p:nvSpPr>
        <p:spPr>
          <a:xfrm>
            <a:off x="8188042" y="6356253"/>
            <a:ext cx="87" cy="2937358"/>
          </a:xfrm>
          <a:custGeom>
            <a:avLst/>
            <a:gdLst/>
            <a:ahLst/>
            <a:cxnLst/>
            <a:pathLst>
              <a:path w="87" h="2937358">
                <a:moveTo>
                  <a:pt x="0" y="0"/>
                </a:moveTo>
                <a:lnTo>
                  <a:pt x="0" y="2937358"/>
                </a:lnTo>
              </a:path>
            </a:pathLst>
          </a:custGeom>
          <a:noFill/>
          <a:ln w="8665">
            <a:solidFill>
              <a:srgbClr val="8F969E"/>
            </a:solidFill>
            <a:prstDash val="solid"/>
          </a:ln>
        </p:spPr>
      </p:sp>
      <p:sp>
        <p:nvSpPr>
          <p:cNvPr id="136" name="table-column-133"/>
          <p:cNvSpPr/>
          <p:nvPr/>
        </p:nvSpPr>
        <p:spPr>
          <a:xfrm>
            <a:off x="10752816" y="6356253"/>
            <a:ext cx="87" cy="2937358"/>
          </a:xfrm>
          <a:custGeom>
            <a:avLst/>
            <a:gdLst/>
            <a:ahLst/>
            <a:cxnLst/>
            <a:pathLst>
              <a:path w="87" h="2937358">
                <a:moveTo>
                  <a:pt x="0" y="0"/>
                </a:moveTo>
                <a:lnTo>
                  <a:pt x="0" y="2937358"/>
                </a:lnTo>
              </a:path>
            </a:pathLst>
          </a:custGeom>
          <a:noFill/>
          <a:ln w="8665">
            <a:solidFill>
              <a:srgbClr val="8F969E"/>
            </a:solidFill>
            <a:prstDash val="solid"/>
          </a:ln>
        </p:spPr>
      </p:sp>
      <p:sp>
        <p:nvSpPr>
          <p:cNvPr id="137" name="table-column-134"/>
          <p:cNvSpPr/>
          <p:nvPr/>
        </p:nvSpPr>
        <p:spPr>
          <a:xfrm>
            <a:off x="12026537" y="6356253"/>
            <a:ext cx="87" cy="2937358"/>
          </a:xfrm>
          <a:custGeom>
            <a:avLst/>
            <a:gdLst/>
            <a:ahLst/>
            <a:cxnLst/>
            <a:pathLst>
              <a:path w="87" h="2937358">
                <a:moveTo>
                  <a:pt x="0" y="0"/>
                </a:moveTo>
                <a:lnTo>
                  <a:pt x="0" y="2937358"/>
                </a:lnTo>
              </a:path>
            </a:pathLst>
          </a:custGeom>
          <a:noFill/>
          <a:ln w="8665">
            <a:solidFill>
              <a:srgbClr val="8F969E"/>
            </a:solidFill>
            <a:prstDash val="solid"/>
          </a:ln>
        </p:spPr>
      </p:sp>
      <p:sp>
        <p:nvSpPr>
          <p:cNvPr id="138" name="table-row-135"/>
          <p:cNvSpPr/>
          <p:nvPr/>
        </p:nvSpPr>
        <p:spPr>
          <a:xfrm>
            <a:off x="1698126" y="6356253"/>
            <a:ext cx="10328411" cy="87"/>
          </a:xfrm>
          <a:custGeom>
            <a:avLst/>
            <a:gdLst/>
            <a:ahLst/>
            <a:cxnLst/>
            <a:pathLst>
              <a:path w="10328411" h="87">
                <a:moveTo>
                  <a:pt x="0" y="0"/>
                </a:moveTo>
                <a:lnTo>
                  <a:pt x="10328411" y="0"/>
                </a:lnTo>
              </a:path>
            </a:pathLst>
          </a:custGeom>
          <a:noFill/>
          <a:ln w="8665">
            <a:solidFill>
              <a:srgbClr val="8F969E"/>
            </a:solidFill>
            <a:prstDash val="solid"/>
          </a:ln>
        </p:spPr>
      </p:sp>
      <p:sp>
        <p:nvSpPr>
          <p:cNvPr id="139" name="table-row-136"/>
          <p:cNvSpPr/>
          <p:nvPr/>
        </p:nvSpPr>
        <p:spPr>
          <a:xfrm>
            <a:off x="1698126" y="6902134"/>
            <a:ext cx="10328411" cy="87"/>
          </a:xfrm>
          <a:custGeom>
            <a:avLst/>
            <a:gdLst/>
            <a:ahLst/>
            <a:cxnLst/>
            <a:pathLst>
              <a:path w="10328411" h="87">
                <a:moveTo>
                  <a:pt x="0" y="0"/>
                </a:moveTo>
                <a:lnTo>
                  <a:pt x="10328411" y="0"/>
                </a:lnTo>
              </a:path>
            </a:pathLst>
          </a:custGeom>
          <a:noFill/>
          <a:ln w="8665">
            <a:solidFill>
              <a:srgbClr val="8F969E"/>
            </a:solidFill>
            <a:prstDash val="solid"/>
          </a:ln>
        </p:spPr>
      </p:sp>
      <p:sp>
        <p:nvSpPr>
          <p:cNvPr id="140" name="table-row-137"/>
          <p:cNvSpPr/>
          <p:nvPr/>
        </p:nvSpPr>
        <p:spPr>
          <a:xfrm>
            <a:off x="1698126" y="7924578"/>
            <a:ext cx="10328411" cy="87"/>
          </a:xfrm>
          <a:custGeom>
            <a:avLst/>
            <a:gdLst/>
            <a:ahLst/>
            <a:cxnLst/>
            <a:pathLst>
              <a:path w="10328411" h="87">
                <a:moveTo>
                  <a:pt x="0" y="0"/>
                </a:moveTo>
                <a:lnTo>
                  <a:pt x="10328411" y="0"/>
                </a:lnTo>
              </a:path>
            </a:pathLst>
          </a:custGeom>
          <a:noFill/>
          <a:ln w="8665">
            <a:solidFill>
              <a:srgbClr val="8F969E"/>
            </a:solidFill>
            <a:prstDash val="solid"/>
          </a:ln>
        </p:spPr>
      </p:sp>
      <p:sp>
        <p:nvSpPr>
          <p:cNvPr id="141" name="table-row-138"/>
          <p:cNvSpPr/>
          <p:nvPr/>
        </p:nvSpPr>
        <p:spPr>
          <a:xfrm>
            <a:off x="1698126" y="9293612"/>
            <a:ext cx="10328411" cy="87"/>
          </a:xfrm>
          <a:custGeom>
            <a:avLst/>
            <a:gdLst/>
            <a:ahLst/>
            <a:cxnLst/>
            <a:pathLst>
              <a:path w="10328411" h="87">
                <a:moveTo>
                  <a:pt x="0" y="0"/>
                </a:moveTo>
                <a:lnTo>
                  <a:pt x="10328411" y="0"/>
                </a:lnTo>
              </a:path>
            </a:pathLst>
          </a:custGeom>
          <a:noFill/>
          <a:ln w="8665">
            <a:solidFill>
              <a:srgbClr val="8F969E"/>
            </a:solidFill>
            <a:prstDash val="solid"/>
          </a:ln>
        </p:spPr>
      </p:sp>
      <p:sp>
        <p:nvSpPr>
          <p:cNvPr id="142" name="table-session-139"/>
          <p:cNvSpPr/>
          <p:nvPr/>
        </p:nvSpPr>
        <p:spPr>
          <a:xfrm>
            <a:off x="1750115" y="6520884"/>
            <a:ext cx="849148" cy="25654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Session</a:t>
            </a:r>
            <a:endParaRPr sz="16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3" name="table-evidence-140"/>
          <p:cNvSpPr/>
          <p:nvPr/>
        </p:nvSpPr>
        <p:spPr>
          <a:xfrm>
            <a:off x="2729235" y="6506851"/>
            <a:ext cx="2495455" cy="25654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Observed evidence</a:t>
            </a:r>
            <a:endParaRPr sz="16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5" name="table-review-142"/>
          <p:cNvSpPr/>
          <p:nvPr/>
        </p:nvSpPr>
        <p:spPr>
          <a:xfrm>
            <a:off x="5380655" y="6506851"/>
            <a:ext cx="2729404" cy="25654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Agent review (K2)</a:t>
            </a:r>
            <a:endParaRPr sz="16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7" name="table-proposed-144"/>
          <p:cNvSpPr/>
          <p:nvPr/>
        </p:nvSpPr>
        <p:spPr>
          <a:xfrm>
            <a:off x="8257361" y="6506851"/>
            <a:ext cx="2426137" cy="25654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Proposed next test</a:t>
            </a:r>
            <a:endParaRPr sz="16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9" name="table-status-146"/>
          <p:cNvSpPr/>
          <p:nvPr/>
        </p:nvSpPr>
        <p:spPr>
          <a:xfrm>
            <a:off x="10796139" y="6520884"/>
            <a:ext cx="1178409" cy="25654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Status</a:t>
            </a:r>
            <a:endParaRPr sz="16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0" name="table12-147"/>
          <p:cNvSpPr/>
          <p:nvPr/>
        </p:nvSpPr>
        <p:spPr>
          <a:xfrm>
            <a:off x="1750115" y="7214066"/>
            <a:ext cx="849148" cy="50038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12-batch</a:t>
            </a:r>
            <a:endParaRPr sz="1600" b="1">
              <a:solidFill>
                <a:srgbClr val="FFFFFF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6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session</a:t>
            </a:r>
            <a:endParaRPr sz="1600" b="1">
              <a:solidFill>
                <a:srgbClr val="FFFFFF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1" name="table24-148"/>
          <p:cNvSpPr/>
          <p:nvPr/>
        </p:nvSpPr>
        <p:spPr>
          <a:xfrm>
            <a:off x="1750115" y="8444464"/>
            <a:ext cx="849148" cy="50038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24-batch</a:t>
            </a:r>
            <a:endParaRPr sz="1600" b="1">
              <a:solidFill>
                <a:srgbClr val="FFFFFF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6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session</a:t>
            </a:r>
            <a:endParaRPr sz="1600" b="1">
              <a:solidFill>
                <a:srgbClr val="FFFFFF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2" name="12-observed-149"/>
          <p:cNvSpPr/>
          <p:nvPr/>
        </p:nvSpPr>
        <p:spPr>
          <a:xfrm>
            <a:off x="2781223" y="7136083"/>
            <a:ext cx="2452131" cy="693182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•  B1 first met the fines rule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•  12 source batches completed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•  Reheat–recool was untested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3" name="24-observed-150"/>
          <p:cNvSpPr/>
          <p:nvPr/>
        </p:nvSpPr>
        <p:spPr>
          <a:xfrm>
            <a:off x="2781223" y="8357816"/>
            <a:ext cx="2452131" cy="727841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•  B1–19 failed the fines limit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•  B20 first passed; B23 selected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•  B8 showed no improvement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pic>
        <p:nvPicPr>
          <p:cNvPr id="349" name="Original 12-batch thinking agent"/>
          <p:cNvPicPr>
            <a:picLocks noChangeAspect="1"/>
          </p:cNvPicPr>
          <p:nvPr/>
        </p:nvPicPr>
        <p:blipFill>
          <a:blip r:embed="rId1"/>
          <a:srcRect l="36549" t="59487" r="54211" b="32504"/>
          <a:stretch>
            <a:fillRect/>
          </a:stretch>
        </p:blipFill>
        <p:spPr>
          <a:xfrm>
            <a:off x="5432644" y="6971452"/>
            <a:ext cx="979119" cy="892472"/>
          </a:xfrm>
          <a:prstGeom prst="rect">
            <a:avLst/>
          </a:prstGeom>
        </p:spPr>
      </p:pic>
      <p:pic>
        <p:nvPicPr>
          <p:cNvPr id="350" name="Original 24-batch thinking agent"/>
          <p:cNvPicPr>
            <a:picLocks noChangeAspect="1"/>
          </p:cNvPicPr>
          <p:nvPr/>
        </p:nvPicPr>
        <p:blipFill>
          <a:blip r:embed="rId1"/>
          <a:srcRect l="36549" t="69673" r="54211" b="20451"/>
          <a:stretch>
            <a:fillRect/>
          </a:stretch>
        </p:blipFill>
        <p:spPr>
          <a:xfrm>
            <a:off x="5432644" y="8106538"/>
            <a:ext cx="979119" cy="1100426"/>
          </a:xfrm>
          <a:prstGeom prst="rect">
            <a:avLst/>
          </a:prstGeom>
        </p:spPr>
      </p:pic>
      <p:sp>
        <p:nvSpPr>
          <p:cNvPr id="156" name="12-reflection-151"/>
          <p:cNvSpPr/>
          <p:nvPr/>
        </p:nvSpPr>
        <p:spPr>
          <a:xfrm>
            <a:off x="6507076" y="7003860"/>
            <a:ext cx="1602983" cy="86614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Thermal cycling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was untested; seed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survival had been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assumed.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7" name="24-reflection-152"/>
          <p:cNvSpPr/>
          <p:nvPr/>
        </p:nvSpPr>
        <p:spPr>
          <a:xfrm>
            <a:off x="6507076" y="8305828"/>
            <a:ext cx="1663700" cy="86614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B8 negative evidence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was underused; even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the predicted direction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is uncertain.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8" name="no-test-dash-153"/>
          <p:cNvSpPr/>
          <p:nvPr/>
        </p:nvSpPr>
        <p:spPr>
          <a:xfrm>
            <a:off x="8300684" y="7101424"/>
            <a:ext cx="2348154" cy="28702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800" b="1">
                <a:solidFill>
                  <a:srgbClr val="747A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747A80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–</a:t>
            </a:r>
            <a:endParaRPr sz="1800" b="1">
              <a:solidFill>
                <a:srgbClr val="747A8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9" name="no-test-154"/>
          <p:cNvSpPr/>
          <p:nvPr/>
        </p:nvSpPr>
        <p:spPr>
          <a:xfrm>
            <a:off x="8292020" y="7378697"/>
            <a:ext cx="2374148" cy="225284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0">
                <a:solidFill>
                  <a:srgbClr val="666C7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666C74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(no specific test proposed)</a:t>
            </a:r>
            <a:endParaRPr sz="1400" b="0">
              <a:solidFill>
                <a:srgbClr val="666C74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60" name="not-proposed-155"/>
          <p:cNvSpPr/>
          <p:nvPr/>
        </p:nvSpPr>
        <p:spPr>
          <a:xfrm>
            <a:off x="10804804" y="7378697"/>
            <a:ext cx="1169745" cy="225284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0">
                <a:solidFill>
                  <a:srgbClr val="666C7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666C74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Not proposed</a:t>
            </a:r>
            <a:endParaRPr sz="1400" b="0">
              <a:solidFill>
                <a:srgbClr val="666C74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61" name="cooling-substitution-156"/>
          <p:cNvSpPr/>
          <p:nvPr/>
        </p:nvSpPr>
        <p:spPr>
          <a:xfrm>
            <a:off x="8318014" y="8045884"/>
            <a:ext cx="2348154" cy="1143750"/>
          </a:xfrm>
          <a:prstGeom prst="rect">
            <a:avLst/>
          </a:prstGeom>
          <a:solidFill>
            <a:srgbClr val="FFFFFF"/>
          </a:solidFill>
          <a:ln w="8665">
            <a:solidFill>
              <a:srgbClr val="9CAEB7"/>
            </a:solidFill>
            <a:prstDash val="dash"/>
          </a:ln>
        </p:spPr>
      </p:sp>
      <p:sp>
        <p:nvSpPr>
          <p:cNvPr id="162" name="cooling-substitution-title-157"/>
          <p:cNvSpPr/>
          <p:nvPr/>
        </p:nvSpPr>
        <p:spPr>
          <a:xfrm>
            <a:off x="8361338" y="8106538"/>
            <a:ext cx="2261506" cy="22606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Cooling-only substitution</a:t>
            </a:r>
            <a:endParaRPr sz="14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63" name="cooling-substitution-which-158"/>
          <p:cNvSpPr/>
          <p:nvPr/>
        </p:nvSpPr>
        <p:spPr>
          <a:xfrm>
            <a:off x="8352673" y="8323157"/>
            <a:ext cx="2278836" cy="19929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(B23: staged → direct cooling)</a:t>
            </a:r>
            <a:endParaRPr sz="12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64" name="cooling-y-axis-159"/>
          <p:cNvSpPr/>
          <p:nvPr/>
        </p:nvSpPr>
        <p:spPr>
          <a:xfrm>
            <a:off x="9045855" y="8539777"/>
            <a:ext cx="87" cy="476563"/>
          </a:xfrm>
          <a:custGeom>
            <a:avLst/>
            <a:gdLst/>
            <a:ahLst/>
            <a:cxnLst/>
            <a:pathLst>
              <a:path w="87" h="476563">
                <a:moveTo>
                  <a:pt x="0" y="476563"/>
                </a:moveTo>
                <a:lnTo>
                  <a:pt x="0" y="0"/>
                </a:lnTo>
              </a:path>
            </a:pathLst>
          </a:custGeom>
          <a:noFill/>
          <a:ln w="9531">
            <a:solidFill>
              <a:srgbClr val="304B57"/>
            </a:solidFill>
            <a:prstDash val="solid"/>
          </a:ln>
        </p:spPr>
      </p:sp>
      <p:sp>
        <p:nvSpPr>
          <p:cNvPr id="165" name="cooling-y-axis-160"/>
          <p:cNvSpPr/>
          <p:nvPr/>
        </p:nvSpPr>
        <p:spPr>
          <a:xfrm>
            <a:off x="9045855" y="8539777"/>
            <a:ext cx="19621" cy="38626"/>
          </a:xfrm>
          <a:custGeom>
            <a:avLst/>
            <a:gdLst/>
            <a:ahLst/>
            <a:cxnLst/>
            <a:pathLst>
              <a:path w="19621" h="38626">
                <a:moveTo>
                  <a:pt x="0" y="0"/>
                </a:moveTo>
                <a:lnTo>
                  <a:pt x="19621" y="38626"/>
                </a:lnTo>
              </a:path>
            </a:pathLst>
          </a:custGeom>
          <a:noFill/>
          <a:ln w="9531">
            <a:solidFill>
              <a:srgbClr val="304B57"/>
            </a:solidFill>
            <a:prstDash val="solid"/>
          </a:ln>
        </p:spPr>
      </p:sp>
      <p:sp>
        <p:nvSpPr>
          <p:cNvPr id="166" name="cooling-y-axis-161"/>
          <p:cNvSpPr/>
          <p:nvPr/>
        </p:nvSpPr>
        <p:spPr>
          <a:xfrm>
            <a:off x="9026234" y="8539777"/>
            <a:ext cx="19621" cy="38626"/>
          </a:xfrm>
          <a:custGeom>
            <a:avLst/>
            <a:gdLst/>
            <a:ahLst/>
            <a:cxnLst/>
            <a:pathLst>
              <a:path w="19621" h="38626">
                <a:moveTo>
                  <a:pt x="19621" y="0"/>
                </a:moveTo>
                <a:lnTo>
                  <a:pt x="0" y="38626"/>
                </a:lnTo>
              </a:path>
            </a:pathLst>
          </a:custGeom>
          <a:noFill/>
          <a:ln w="9531">
            <a:solidFill>
              <a:srgbClr val="304B57"/>
            </a:solidFill>
            <a:prstDash val="solid"/>
          </a:ln>
        </p:spPr>
      </p:sp>
      <p:sp>
        <p:nvSpPr>
          <p:cNvPr id="167" name="cooling-x-axis-162"/>
          <p:cNvSpPr/>
          <p:nvPr/>
        </p:nvSpPr>
        <p:spPr>
          <a:xfrm>
            <a:off x="9045855" y="9016339"/>
            <a:ext cx="1013779" cy="87"/>
          </a:xfrm>
          <a:custGeom>
            <a:avLst/>
            <a:gdLst/>
            <a:ahLst/>
            <a:cxnLst/>
            <a:pathLst>
              <a:path w="1013779" h="87">
                <a:moveTo>
                  <a:pt x="0" y="0"/>
                </a:moveTo>
                <a:lnTo>
                  <a:pt x="1013779" y="0"/>
                </a:lnTo>
              </a:path>
            </a:pathLst>
          </a:custGeom>
          <a:noFill/>
          <a:ln w="9531">
            <a:solidFill>
              <a:srgbClr val="304B57"/>
            </a:solidFill>
            <a:prstDash val="solid"/>
          </a:ln>
        </p:spPr>
      </p:sp>
      <p:sp>
        <p:nvSpPr>
          <p:cNvPr id="168" name="cooling-x-axis-163"/>
          <p:cNvSpPr/>
          <p:nvPr/>
        </p:nvSpPr>
        <p:spPr>
          <a:xfrm>
            <a:off x="10021007" y="9016339"/>
            <a:ext cx="38626" cy="19621"/>
          </a:xfrm>
          <a:custGeom>
            <a:avLst/>
            <a:gdLst/>
            <a:ahLst/>
            <a:cxnLst/>
            <a:pathLst>
              <a:path w="38626" h="19621">
                <a:moveTo>
                  <a:pt x="38626" y="0"/>
                </a:moveTo>
                <a:lnTo>
                  <a:pt x="0" y="19621"/>
                </a:lnTo>
              </a:path>
            </a:pathLst>
          </a:custGeom>
          <a:noFill/>
          <a:ln w="9531">
            <a:solidFill>
              <a:srgbClr val="304B57"/>
            </a:solidFill>
            <a:prstDash val="solid"/>
          </a:ln>
        </p:spPr>
      </p:sp>
      <p:sp>
        <p:nvSpPr>
          <p:cNvPr id="169" name="cooling-x-axis-164"/>
          <p:cNvSpPr/>
          <p:nvPr/>
        </p:nvSpPr>
        <p:spPr>
          <a:xfrm>
            <a:off x="10021007" y="8996718"/>
            <a:ext cx="38626" cy="19621"/>
          </a:xfrm>
          <a:custGeom>
            <a:avLst/>
            <a:gdLst/>
            <a:ahLst/>
            <a:cxnLst/>
            <a:pathLst>
              <a:path w="38626" h="19621">
                <a:moveTo>
                  <a:pt x="38626" y="19621"/>
                </a:moveTo>
                <a:lnTo>
                  <a:pt x="0" y="0"/>
                </a:lnTo>
              </a:path>
            </a:pathLst>
          </a:custGeom>
          <a:noFill/>
          <a:ln w="9531">
            <a:solidFill>
              <a:srgbClr val="304B57"/>
            </a:solidFill>
            <a:prstDash val="solid"/>
          </a:ln>
        </p:spPr>
      </p:sp>
      <p:sp>
        <p:nvSpPr>
          <p:cNvPr id="170" name="direct-cooling-profile-165"/>
          <p:cNvSpPr/>
          <p:nvPr/>
        </p:nvSpPr>
        <p:spPr>
          <a:xfrm>
            <a:off x="9201821" y="8583100"/>
            <a:ext cx="294602" cy="285938"/>
          </a:xfrm>
          <a:custGeom>
            <a:avLst/>
            <a:gdLst/>
            <a:ahLst/>
            <a:cxnLst/>
            <a:pathLst>
              <a:path w="294602" h="285938">
                <a:moveTo>
                  <a:pt x="0" y="0"/>
                </a:moveTo>
                <a:lnTo>
                  <a:pt x="294602" y="285938"/>
                </a:lnTo>
              </a:path>
            </a:pathLst>
          </a:custGeom>
          <a:noFill/>
          <a:ln w="21662">
            <a:solidFill>
              <a:srgbClr val="477D8D"/>
            </a:solidFill>
            <a:prstDash val="solid"/>
          </a:ln>
        </p:spPr>
      </p:sp>
      <p:sp>
        <p:nvSpPr>
          <p:cNvPr id="171" name="direct-cooling-profile-166"/>
          <p:cNvSpPr/>
          <p:nvPr/>
        </p:nvSpPr>
        <p:spPr>
          <a:xfrm>
            <a:off x="9496423" y="8869038"/>
            <a:ext cx="485227" cy="87"/>
          </a:xfrm>
          <a:custGeom>
            <a:avLst/>
            <a:gdLst/>
            <a:ahLst/>
            <a:cxnLst/>
            <a:pathLst>
              <a:path w="485227" h="87">
                <a:moveTo>
                  <a:pt x="0" y="0"/>
                </a:moveTo>
                <a:lnTo>
                  <a:pt x="485227" y="0"/>
                </a:lnTo>
              </a:path>
            </a:pathLst>
          </a:custGeom>
          <a:noFill/>
          <a:ln w="21662">
            <a:solidFill>
              <a:srgbClr val="477D8D"/>
            </a:solidFill>
            <a:prstDash val="solid"/>
          </a:ln>
        </p:spPr>
      </p:sp>
      <p:sp>
        <p:nvSpPr>
          <p:cNvPr id="172" name="cooling-T-167"/>
          <p:cNvSpPr/>
          <p:nvPr/>
        </p:nvSpPr>
        <p:spPr>
          <a:xfrm>
            <a:off x="8872560" y="8583100"/>
            <a:ext cx="138636" cy="19558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>
                <a:solidFill>
                  <a:srgbClr val="304B5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304B5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</a:t>
            </a:r>
            <a:endParaRPr sz="1200" b="0">
              <a:solidFill>
                <a:srgbClr val="304B5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73" name="cooling-t-168"/>
          <p:cNvSpPr/>
          <p:nvPr/>
        </p:nvSpPr>
        <p:spPr>
          <a:xfrm>
            <a:off x="9505088" y="9042333"/>
            <a:ext cx="129972" cy="19558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>
                <a:solidFill>
                  <a:srgbClr val="304B5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304B5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</a:t>
            </a:r>
            <a:endParaRPr sz="1200" b="0">
              <a:solidFill>
                <a:srgbClr val="304B5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74" name="unexecuted-status-169"/>
          <p:cNvSpPr/>
          <p:nvPr/>
        </p:nvSpPr>
        <p:spPr>
          <a:xfrm>
            <a:off x="10839463" y="8097873"/>
            <a:ext cx="1109091" cy="1057102"/>
          </a:xfrm>
          <a:prstGeom prst="rect">
            <a:avLst/>
          </a:prstGeom>
          <a:gradFill>
            <a:gsLst>
              <a:gs pos="0">
                <a:srgbClr val="F1F3F5"/>
              </a:gs>
              <a:gs pos="100000">
                <a:srgbClr val="DFE3E7"/>
              </a:gs>
            </a:gsLst>
            <a:lin ang="1800000"/>
          </a:gradFill>
          <a:ln w="8665">
            <a:solidFill>
              <a:srgbClr val="9CA5AE"/>
            </a:solidFill>
            <a:prstDash val="dash"/>
          </a:ln>
        </p:spPr>
      </p:sp>
      <p:sp>
        <p:nvSpPr>
          <p:cNvPr id="175" name="unexecuted-status-text-170"/>
          <p:cNvSpPr/>
          <p:nvPr/>
        </p:nvSpPr>
        <p:spPr>
          <a:xfrm>
            <a:off x="10882787" y="8403968"/>
            <a:ext cx="1022443" cy="56134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Proposed</a:t>
            </a:r>
            <a:endParaRPr sz="12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2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but not</a:t>
            </a:r>
            <a:endParaRPr sz="12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2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executed</a:t>
            </a:r>
            <a:endParaRPr sz="12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76" name="section-rule-171"/>
          <p:cNvSpPr/>
          <p:nvPr/>
        </p:nvSpPr>
        <p:spPr>
          <a:xfrm>
            <a:off x="1698126" y="9579549"/>
            <a:ext cx="10328411" cy="87"/>
          </a:xfrm>
          <a:custGeom>
            <a:avLst/>
            <a:gdLst/>
            <a:ahLst/>
            <a:cxnLst/>
            <a:pathLst>
              <a:path w="10328411" h="87">
                <a:moveTo>
                  <a:pt x="0" y="0"/>
                </a:moveTo>
                <a:lnTo>
                  <a:pt x="10328411" y="0"/>
                </a:lnTo>
              </a:path>
            </a:pathLst>
          </a:custGeom>
          <a:noFill/>
          <a:ln w="17330">
            <a:solidFill>
              <a:srgbClr val="181B1E"/>
            </a:solidFill>
            <a:prstDash val="solid"/>
          </a:ln>
        </p:spPr>
      </p:sp>
      <p:sp>
        <p:nvSpPr>
          <p:cNvPr id="177" name="panel-letter-D-172"/>
          <p:cNvSpPr/>
          <p:nvPr/>
        </p:nvSpPr>
        <p:spPr>
          <a:xfrm>
            <a:off x="1698126" y="9640203"/>
            <a:ext cx="268608" cy="31750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D</a:t>
            </a:r>
            <a:endParaRPr sz="20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78" name="panel-title-D-173"/>
          <p:cNvSpPr/>
          <p:nvPr/>
        </p:nvSpPr>
        <p:spPr>
          <a:xfrm>
            <a:off x="2062047" y="9666197"/>
            <a:ext cx="5207529" cy="28702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Evaluator reference for the withheld question</a:t>
            </a:r>
            <a:endParaRPr sz="18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80" name="reference-box-175"/>
          <p:cNvSpPr/>
          <p:nvPr/>
        </p:nvSpPr>
        <p:spPr>
          <a:xfrm>
            <a:off x="1698126" y="10021453"/>
            <a:ext cx="10328411" cy="1013779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9531">
            <a:solidFill>
              <a:srgbClr val="8EA7B5"/>
            </a:solidFill>
            <a:prstDash val="solid"/>
          </a:ln>
        </p:spPr>
      </p:sp>
      <p:pic>
        <p:nvPicPr>
          <p:cNvPr id="376" name="Original evaluator document"/>
          <p:cNvPicPr>
            <a:picLocks noChangeAspect="1"/>
          </p:cNvPicPr>
          <p:nvPr/>
        </p:nvPicPr>
        <p:blipFill>
          <a:blip r:embed="rId1"/>
          <a:srcRect l="3516" t="88647" r="91333" b="5288"/>
          <a:stretch>
            <a:fillRect/>
          </a:stretch>
        </p:blipFill>
        <p:spPr>
          <a:xfrm>
            <a:off x="1932075" y="10220743"/>
            <a:ext cx="545881" cy="675852"/>
          </a:xfrm>
          <a:prstGeom prst="rect">
            <a:avLst/>
          </a:prstGeom>
        </p:spPr>
      </p:pic>
      <p:sp>
        <p:nvSpPr>
          <p:cNvPr id="182" name="reference-document-title-176"/>
          <p:cNvSpPr/>
          <p:nvPr/>
        </p:nvSpPr>
        <p:spPr>
          <a:xfrm>
            <a:off x="2677246" y="10350714"/>
            <a:ext cx="1793608" cy="25654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Evaluator reference</a:t>
            </a:r>
            <a:endParaRPr sz="16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83" name="reference-document-description-177"/>
          <p:cNvSpPr/>
          <p:nvPr/>
        </p:nvSpPr>
        <p:spPr>
          <a:xfrm>
            <a:off x="2677246" y="10618134"/>
            <a:ext cx="1793608" cy="22606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(for thermal question Q)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84" name="reference-divider-178"/>
          <p:cNvSpPr/>
          <p:nvPr/>
        </p:nvSpPr>
        <p:spPr>
          <a:xfrm>
            <a:off x="4490621" y="10203413"/>
            <a:ext cx="87" cy="693182"/>
          </a:xfrm>
          <a:custGeom>
            <a:avLst/>
            <a:gdLst/>
            <a:ahLst/>
            <a:cxnLst/>
            <a:pathLst>
              <a:path w="87" h="693182">
                <a:moveTo>
                  <a:pt x="0" y="0"/>
                </a:moveTo>
                <a:lnTo>
                  <a:pt x="0" y="693182"/>
                </a:lnTo>
              </a:path>
            </a:pathLst>
          </a:custGeom>
          <a:noFill/>
          <a:ln w="12997">
            <a:solidFill>
              <a:srgbClr val="8BA0AF"/>
            </a:solidFill>
            <a:prstDash val="solid"/>
          </a:ln>
        </p:spPr>
      </p:sp>
      <p:sp>
        <p:nvSpPr>
          <p:cNvPr id="185" name="reference-disclosure-179"/>
          <p:cNvSpPr/>
          <p:nvPr/>
        </p:nvSpPr>
        <p:spPr>
          <a:xfrm>
            <a:off x="4618155" y="10350714"/>
            <a:ext cx="4860938" cy="537216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Independent evaluation of H vs R, using the same formulation.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Unavailable during the agents’ Q forecasts and K2 reviews.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86" name="reference-chart-box-180"/>
          <p:cNvSpPr/>
          <p:nvPr/>
        </p:nvSpPr>
        <p:spPr>
          <a:xfrm>
            <a:off x="9609065" y="10108101"/>
            <a:ext cx="2322160" cy="823154"/>
          </a:xfrm>
          <a:prstGeom prst="rect">
            <a:avLst/>
          </a:prstGeom>
          <a:gradFill>
            <a:gsLst>
              <a:gs pos="0">
                <a:srgbClr val="FCF6EB"/>
              </a:gs>
              <a:gs pos="100000">
                <a:srgbClr val="FAEFDC"/>
              </a:gs>
            </a:gsLst>
            <a:lin ang="1800000"/>
          </a:gradFill>
          <a:ln w="8665">
            <a:noFill/>
            <a:prstDash val="solid"/>
          </a:ln>
        </p:spPr>
      </p:sp>
      <p:sp>
        <p:nvSpPr>
          <p:cNvPr id="187" name="reference-chart-title-181"/>
          <p:cNvSpPr/>
          <p:nvPr/>
        </p:nvSpPr>
        <p:spPr>
          <a:xfrm>
            <a:off x="9678384" y="10255402"/>
            <a:ext cx="1204404" cy="22606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Fines reference</a:t>
            </a:r>
            <a:endParaRPr sz="14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88" name="reference-chart-subtitle-182"/>
          <p:cNvSpPr/>
          <p:nvPr/>
        </p:nvSpPr>
        <p:spPr>
          <a:xfrm>
            <a:off x="9678384" y="10454692"/>
            <a:ext cx="1204404" cy="22606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00" b="0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(revealed here)</a:t>
            </a:r>
            <a:endParaRPr sz="1400" b="0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89" name="fines-reference-H-183"/>
          <p:cNvSpPr/>
          <p:nvPr/>
        </p:nvSpPr>
        <p:spPr>
          <a:xfrm>
            <a:off x="11056083" y="10549571"/>
            <a:ext cx="164631" cy="130405"/>
          </a:xfrm>
          <a:prstGeom prst="rect">
            <a:avLst/>
          </a:prstGeom>
          <a:solidFill>
            <a:srgbClr val="42799A"/>
          </a:solidFill>
          <a:ln w="8665">
            <a:noFill/>
            <a:prstDash val="solid"/>
          </a:ln>
        </p:spPr>
      </p:sp>
      <p:sp>
        <p:nvSpPr>
          <p:cNvPr id="190" name="fines-reference-R-184"/>
          <p:cNvSpPr/>
          <p:nvPr/>
        </p:nvSpPr>
        <p:spPr>
          <a:xfrm>
            <a:off x="11454662" y="10307390"/>
            <a:ext cx="164631" cy="372585"/>
          </a:xfrm>
          <a:prstGeom prst="rect">
            <a:avLst/>
          </a:prstGeom>
          <a:solidFill>
            <a:srgbClr val="B94E2C"/>
          </a:solidFill>
          <a:ln w="8665">
            <a:noFill/>
            <a:prstDash val="solid"/>
          </a:ln>
        </p:spPr>
      </p:sp>
      <p:sp>
        <p:nvSpPr>
          <p:cNvPr id="191" name="reference-bar-baseline-185"/>
          <p:cNvSpPr/>
          <p:nvPr/>
        </p:nvSpPr>
        <p:spPr>
          <a:xfrm>
            <a:off x="10917446" y="10679976"/>
            <a:ext cx="814489" cy="87"/>
          </a:xfrm>
          <a:custGeom>
            <a:avLst/>
            <a:gdLst/>
            <a:ahLst/>
            <a:cxnLst/>
            <a:pathLst>
              <a:path w="814489" h="87">
                <a:moveTo>
                  <a:pt x="0" y="0"/>
                </a:moveTo>
                <a:lnTo>
                  <a:pt x="814489" y="0"/>
                </a:lnTo>
              </a:path>
            </a:pathLst>
          </a:custGeom>
          <a:noFill/>
          <a:ln w="10398">
            <a:solidFill>
              <a:srgbClr val="181B1E"/>
            </a:solidFill>
            <a:prstDash val="solid"/>
          </a:ln>
        </p:spPr>
      </p:sp>
      <p:sp>
        <p:nvSpPr>
          <p:cNvPr id="192" name="reference-H-value-186"/>
          <p:cNvSpPr/>
          <p:nvPr/>
        </p:nvSpPr>
        <p:spPr>
          <a:xfrm>
            <a:off x="10978100" y="10384940"/>
            <a:ext cx="320597" cy="16510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000" b="0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00" b="0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35%</a:t>
            </a:r>
            <a:endParaRPr sz="1000" b="0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93" name="reference-R-value-187"/>
          <p:cNvSpPr/>
          <p:nvPr/>
        </p:nvSpPr>
        <p:spPr>
          <a:xfrm>
            <a:off x="11368015" y="10142760"/>
            <a:ext cx="363921" cy="16510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000" b="0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00" b="0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100%</a:t>
            </a:r>
            <a:endParaRPr sz="1000" b="0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94" name="reference-H-option-188"/>
          <p:cNvSpPr/>
          <p:nvPr/>
        </p:nvSpPr>
        <p:spPr>
          <a:xfrm>
            <a:off x="10767299" y="10731964"/>
            <a:ext cx="589205" cy="190625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000" b="0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Option H</a:t>
            </a:r>
            <a:endParaRPr sz="1200" b="0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95" name="reference-R-option-189"/>
          <p:cNvSpPr/>
          <p:nvPr/>
        </p:nvSpPr>
        <p:spPr>
          <a:xfrm>
            <a:off x="11444809" y="10731964"/>
            <a:ext cx="575945" cy="19558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000" b="0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Option R</a:t>
            </a:r>
            <a:endParaRPr sz="1200" b="0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48" name="figure04 plot object 0">
            <a:extLst>
              <a:ext uri="{FF2B5EF4-FFF2-40B4-BE49-F238E27FC236}">
                <ns2:creationId id="{367417FA-60C3-4A8D-B21D-14FB39E43E60}"/>
              </a:ext>
            </a:extLst>
          </p:cNvPr>
          <p:cNvSpPr>
            <a:spLocks noGrp="1"/>
          </p:cNvSpPr>
          <p:nvPr/>
        </p:nvSpPr>
        <p:spPr>
          <a:xfrm>
            <a:off x="342900" y="1371600"/>
            <a:ext cx="13030200" cy="8686800"/>
          </a:xfrm>
          <a:custGeom>
            <a:pathLst>
              <a:path w="13030200" h="8686800">
                <a:moveTo>
                  <a:pt x="0" y="8686800"/>
                </a:moveTo>
                <a:lnTo>
                  <a:pt x="13030200" y="8686800"/>
                </a:lnTo>
                <a:lnTo>
                  <a:pt x="13030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noFill/>
            <a:prstDash val="solid"/>
          </a:ln>
        </p:spPr>
      </p:sp>
      <p:sp>
        <p:nvSpPr>
          <p:cNvPr id="2" name="figure04 plot object 1">
            <a:extLst>
              <a:ext uri="{FF2B5EF4-FFF2-40B4-BE49-F238E27FC236}">
                <ns2:creationId id="{4775D27E-EA28-4D19-B030-6F7BE6A090F7}"/>
              </a:ext>
            </a:extLst>
          </p:cNvPr>
          <p:cNvSpPr>
            <a:spLocks noGrp="1"/>
          </p:cNvSpPr>
          <p:nvPr/>
        </p:nvSpPr>
        <p:spPr>
          <a:xfrm>
            <a:off x="1202893" y="2023110"/>
            <a:ext cx="4560570" cy="3127248"/>
          </a:xfrm>
          <a:custGeom>
            <a:pathLst>
              <a:path w="4560570" h="3127248">
                <a:moveTo>
                  <a:pt x="0" y="3127248"/>
                </a:moveTo>
                <a:lnTo>
                  <a:pt x="4560570" y="3127248"/>
                </a:lnTo>
                <a:lnTo>
                  <a:pt x="456057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noFill/>
            <a:prstDash val="solid"/>
          </a:ln>
        </p:spPr>
      </p:sp>
      <p:sp>
        <p:nvSpPr>
          <p:cNvPr id="3" name="figure04 plot object 2">
            <a:extLst>
              <a:ext uri="{FF2B5EF4-FFF2-40B4-BE49-F238E27FC236}">
                <ns2:creationId id="{5B6879BD-6629-4555-A7BD-0A91BA3B615D}"/>
              </a:ext>
            </a:extLst>
          </p:cNvPr>
          <p:cNvSpPr>
            <a:spLocks noGrp="1"/>
          </p:cNvSpPr>
          <p:nvPr/>
        </p:nvSpPr>
        <p:spPr>
          <a:xfrm>
            <a:off x="1368839" y="2023110"/>
            <a:ext cx="820503" cy="3127248"/>
          </a:xfrm>
          <a:custGeom>
            <a:pathLst>
              <a:path w="820503" h="3127248">
                <a:moveTo>
                  <a:pt x="0" y="3127248"/>
                </a:moveTo>
                <a:lnTo>
                  <a:pt x="820503" y="3127248"/>
                </a:lnTo>
                <a:lnTo>
                  <a:pt x="820503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figure04 plot object 3">
            <a:extLst>
              <a:ext uri="{FF2B5EF4-FFF2-40B4-BE49-F238E27FC236}">
                <ns2:creationId id="{47B80F23-6282-4387-9767-6FBB4CD5EE33}"/>
              </a:ext>
            </a:extLst>
          </p:cNvPr>
          <p:cNvSpPr>
            <a:spLocks noGrp="1"/>
          </p:cNvSpPr>
          <p:nvPr/>
        </p:nvSpPr>
        <p:spPr>
          <a:xfrm>
            <a:off x="4242843" y="4898437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5" name="figure04 plot object 4">
            <a:extLst>
              <a:ext uri="{FF2B5EF4-FFF2-40B4-BE49-F238E27FC236}">
                <ns2:creationId id="{647A86E6-718B-428A-9474-BDC1700EDDAE}"/>
              </a:ext>
            </a:extLst>
          </p:cNvPr>
          <p:cNvSpPr>
            <a:spLocks noGrp="1"/>
          </p:cNvSpPr>
          <p:nvPr/>
        </p:nvSpPr>
        <p:spPr>
          <a:xfrm>
            <a:off x="4111124" y="4848304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6" name="figure04 plot object 5">
            <a:extLst>
              <a:ext uri="{FF2B5EF4-FFF2-40B4-BE49-F238E27FC236}">
                <ns2:creationId id="{0753B774-9371-47A5-87EF-6E232BB0C5CB}"/>
              </a:ext>
            </a:extLst>
          </p:cNvPr>
          <p:cNvSpPr>
            <a:spLocks noGrp="1"/>
          </p:cNvSpPr>
          <p:nvPr/>
        </p:nvSpPr>
        <p:spPr>
          <a:xfrm>
            <a:off x="4017669" y="4819001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7" name="figure04 plot object 6">
            <a:extLst>
              <a:ext uri="{FF2B5EF4-FFF2-40B4-BE49-F238E27FC236}">
                <ns2:creationId id="{94A579F5-6CBC-4604-9E17-FB391D8E3AE4}"/>
              </a:ext>
            </a:extLst>
          </p:cNvPr>
          <p:cNvSpPr>
            <a:spLocks noGrp="1"/>
          </p:cNvSpPr>
          <p:nvPr/>
        </p:nvSpPr>
        <p:spPr>
          <a:xfrm>
            <a:off x="4599736" y="4869895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8" name="figure04 plot object 7">
            <a:extLst>
              <a:ext uri="{FF2B5EF4-FFF2-40B4-BE49-F238E27FC236}">
                <ns2:creationId id="{121A60A3-8A0D-4DAC-B91A-D73755198F94}"/>
              </a:ext>
            </a:extLst>
          </p:cNvPr>
          <p:cNvSpPr>
            <a:spLocks noGrp="1"/>
          </p:cNvSpPr>
          <p:nvPr/>
        </p:nvSpPr>
        <p:spPr>
          <a:xfrm>
            <a:off x="4468018" y="4841922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9" name="figure04 plot object 8">
            <a:extLst>
              <a:ext uri="{FF2B5EF4-FFF2-40B4-BE49-F238E27FC236}">
                <ns2:creationId id="{52B060C7-DD23-4CC1-9243-9702A23DABC2}"/>
              </a:ext>
            </a:extLst>
          </p:cNvPr>
          <p:cNvSpPr>
            <a:spLocks noGrp="1"/>
          </p:cNvSpPr>
          <p:nvPr/>
        </p:nvSpPr>
        <p:spPr>
          <a:xfrm>
            <a:off x="4374562" y="4867643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0" name="figure04 plot object 9">
            <a:extLst>
              <a:ext uri="{FF2B5EF4-FFF2-40B4-BE49-F238E27FC236}">
                <ns2:creationId id="{307B8FC1-9489-43EE-BC65-2AF7722CF17E}"/>
              </a:ext>
            </a:extLst>
          </p:cNvPr>
          <p:cNvSpPr>
            <a:spLocks noGrp="1"/>
          </p:cNvSpPr>
          <p:nvPr/>
        </p:nvSpPr>
        <p:spPr>
          <a:xfrm>
            <a:off x="4824911" y="4871871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1" name="figure04 plot object 10">
            <a:extLst>
              <a:ext uri="{FF2B5EF4-FFF2-40B4-BE49-F238E27FC236}">
                <ns2:creationId id="{D8C90350-48EB-4055-8114-7DA56667995A}"/>
              </a:ext>
            </a:extLst>
          </p:cNvPr>
          <p:cNvSpPr>
            <a:spLocks noGrp="1"/>
          </p:cNvSpPr>
          <p:nvPr/>
        </p:nvSpPr>
        <p:spPr>
          <a:xfrm>
            <a:off x="4693192" y="4868227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2" name="figure04 plot object 11">
            <a:extLst>
              <a:ext uri="{FF2B5EF4-FFF2-40B4-BE49-F238E27FC236}">
                <ns2:creationId id="{41F8908D-9A8A-4575-A8BF-00ADF4BE40CC}"/>
              </a:ext>
            </a:extLst>
          </p:cNvPr>
          <p:cNvSpPr>
            <a:spLocks noGrp="1"/>
          </p:cNvSpPr>
          <p:nvPr/>
        </p:nvSpPr>
        <p:spPr>
          <a:xfrm>
            <a:off x="4599736" y="4879206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3" name="figure04 plot object 12">
            <a:extLst>
              <a:ext uri="{FF2B5EF4-FFF2-40B4-BE49-F238E27FC236}">
                <ns2:creationId id="{B1EA701B-38DC-4025-BE69-CF65C3CBE987}"/>
              </a:ext>
            </a:extLst>
          </p:cNvPr>
          <p:cNvSpPr>
            <a:spLocks noGrp="1"/>
          </p:cNvSpPr>
          <p:nvPr/>
        </p:nvSpPr>
        <p:spPr>
          <a:xfrm>
            <a:off x="4990856" y="4879259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4" name="figure04 plot object 13">
            <a:extLst>
              <a:ext uri="{FF2B5EF4-FFF2-40B4-BE49-F238E27FC236}">
                <ns2:creationId id="{742CF211-5AFF-452F-81C1-188DE99A81E9}"/>
              </a:ext>
            </a:extLst>
          </p:cNvPr>
          <p:cNvSpPr>
            <a:spLocks noGrp="1"/>
          </p:cNvSpPr>
          <p:nvPr/>
        </p:nvSpPr>
        <p:spPr>
          <a:xfrm>
            <a:off x="4859138" y="4835065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5" name="figure04 plot object 14">
            <a:extLst>
              <a:ext uri="{FF2B5EF4-FFF2-40B4-BE49-F238E27FC236}">
                <ns2:creationId id="{3B10CF86-8F3F-458D-9AE7-AB71670D82E4}"/>
              </a:ext>
            </a:extLst>
          </p:cNvPr>
          <p:cNvSpPr>
            <a:spLocks noGrp="1"/>
          </p:cNvSpPr>
          <p:nvPr/>
        </p:nvSpPr>
        <p:spPr>
          <a:xfrm>
            <a:off x="4765682" y="4889135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6" name="figure04 plot object 15">
            <a:extLst>
              <a:ext uri="{FF2B5EF4-FFF2-40B4-BE49-F238E27FC236}">
                <ns2:creationId id="{ADB693BE-E45F-4559-A27D-880343308D96}"/>
              </a:ext>
            </a:extLst>
          </p:cNvPr>
          <p:cNvSpPr>
            <a:spLocks noGrp="1"/>
          </p:cNvSpPr>
          <p:nvPr/>
        </p:nvSpPr>
        <p:spPr>
          <a:xfrm>
            <a:off x="4051896" y="4831457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7" name="figure04 plot object 16">
            <a:extLst>
              <a:ext uri="{FF2B5EF4-FFF2-40B4-BE49-F238E27FC236}">
                <ns2:creationId id="{C8B84906-94CE-40EE-B27F-AB07FFD01021}"/>
              </a:ext>
            </a:extLst>
          </p:cNvPr>
          <p:cNvSpPr>
            <a:spLocks noGrp="1"/>
          </p:cNvSpPr>
          <p:nvPr/>
        </p:nvSpPr>
        <p:spPr>
          <a:xfrm>
            <a:off x="3695003" y="4786212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8" name="figure04 plot object 17">
            <a:extLst>
              <a:ext uri="{FF2B5EF4-FFF2-40B4-BE49-F238E27FC236}">
                <ns2:creationId id="{62494ED3-D6C1-4F45-86AA-3B1E70413F07}"/>
              </a:ext>
            </a:extLst>
          </p:cNvPr>
          <p:cNvSpPr>
            <a:spLocks noGrp="1"/>
          </p:cNvSpPr>
          <p:nvPr/>
        </p:nvSpPr>
        <p:spPr>
          <a:xfrm>
            <a:off x="4242843" y="4862119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9" name="figure04 plot object 18">
            <a:extLst>
              <a:ext uri="{FF2B5EF4-FFF2-40B4-BE49-F238E27FC236}">
                <ns2:creationId id="{31884FD9-92C4-4A7B-A22C-C91DEC9F55D9}"/>
              </a:ext>
            </a:extLst>
          </p:cNvPr>
          <p:cNvSpPr>
            <a:spLocks noGrp="1"/>
          </p:cNvSpPr>
          <p:nvPr/>
        </p:nvSpPr>
        <p:spPr>
          <a:xfrm>
            <a:off x="4468018" y="4842914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20" name="figure04 plot object 19">
            <a:extLst>
              <a:ext uri="{FF2B5EF4-FFF2-40B4-BE49-F238E27FC236}">
                <ns2:creationId id="{12E2E81D-F4BF-47AD-AC56-2DAAA0553D37}"/>
              </a:ext>
            </a:extLst>
          </p:cNvPr>
          <p:cNvSpPr>
            <a:spLocks noGrp="1"/>
          </p:cNvSpPr>
          <p:nvPr/>
        </p:nvSpPr>
        <p:spPr>
          <a:xfrm>
            <a:off x="4599736" y="4866108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21" name="figure04 plot object 20">
            <a:extLst>
              <a:ext uri="{FF2B5EF4-FFF2-40B4-BE49-F238E27FC236}">
                <ns2:creationId id="{AF1CD62A-903D-426C-8C82-4DFE1CF7742F}"/>
              </a:ext>
            </a:extLst>
          </p:cNvPr>
          <p:cNvSpPr>
            <a:spLocks noGrp="1"/>
          </p:cNvSpPr>
          <p:nvPr/>
        </p:nvSpPr>
        <p:spPr>
          <a:xfrm>
            <a:off x="4693192" y="4851554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22" name="figure04 plot object 21">
            <a:extLst>
              <a:ext uri="{FF2B5EF4-FFF2-40B4-BE49-F238E27FC236}">
                <ns2:creationId id="{695C8FFF-82B2-4C84-A30B-CFBCB176C43C}"/>
              </a:ext>
            </a:extLst>
          </p:cNvPr>
          <p:cNvSpPr>
            <a:spLocks noGrp="1"/>
          </p:cNvSpPr>
          <p:nvPr/>
        </p:nvSpPr>
        <p:spPr>
          <a:xfrm>
            <a:off x="4765682" y="4868220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23" name="figure04 plot object 22">
            <a:extLst>
              <a:ext uri="{FF2B5EF4-FFF2-40B4-BE49-F238E27FC236}">
                <ns2:creationId id="{5F7F8C9D-90A9-4A07-A352-59908DD7C714}"/>
              </a:ext>
            </a:extLst>
          </p:cNvPr>
          <p:cNvSpPr>
            <a:spLocks noGrp="1"/>
          </p:cNvSpPr>
          <p:nvPr/>
        </p:nvSpPr>
        <p:spPr>
          <a:xfrm>
            <a:off x="4824911" y="4855283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24" name="figure04 plot object 23">
            <a:extLst>
              <a:ext uri="{FF2B5EF4-FFF2-40B4-BE49-F238E27FC236}">
                <ns2:creationId id="{530C2EDA-4957-4559-862F-EEE29E5486E7}"/>
              </a:ext>
            </a:extLst>
          </p:cNvPr>
          <p:cNvSpPr>
            <a:spLocks noGrp="1"/>
          </p:cNvSpPr>
          <p:nvPr/>
        </p:nvSpPr>
        <p:spPr>
          <a:xfrm>
            <a:off x="4874988" y="4885899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25" name="figure04 plot object 24">
            <a:extLst>
              <a:ext uri="{FF2B5EF4-FFF2-40B4-BE49-F238E27FC236}">
                <ns2:creationId id="{E0196BA0-3C07-42B8-8855-A9B293F90E24}"/>
              </a:ext>
            </a:extLst>
          </p:cNvPr>
          <p:cNvSpPr>
            <a:spLocks noGrp="1"/>
          </p:cNvSpPr>
          <p:nvPr/>
        </p:nvSpPr>
        <p:spPr>
          <a:xfrm>
            <a:off x="4918366" y="4858911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26" name="figure04 plot object 25">
            <a:extLst>
              <a:ext uri="{FF2B5EF4-FFF2-40B4-BE49-F238E27FC236}">
                <ns2:creationId id="{605B84E3-E232-4410-B021-5F4315E97341}"/>
              </a:ext>
            </a:extLst>
          </p:cNvPr>
          <p:cNvSpPr>
            <a:spLocks noGrp="1"/>
          </p:cNvSpPr>
          <p:nvPr/>
        </p:nvSpPr>
        <p:spPr>
          <a:xfrm>
            <a:off x="4765682" y="4897536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27" name="figure04 plot object 26">
            <a:extLst>
              <a:ext uri="{FF2B5EF4-FFF2-40B4-BE49-F238E27FC236}">
                <ns2:creationId id="{84417534-7EFA-4D65-94FC-E94941A077AA}"/>
              </a:ext>
            </a:extLst>
          </p:cNvPr>
          <p:cNvSpPr>
            <a:spLocks noGrp="1"/>
          </p:cNvSpPr>
          <p:nvPr/>
        </p:nvSpPr>
        <p:spPr>
          <a:xfrm>
            <a:off x="4990856" y="4874245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28" name="figure04 plot object 27">
            <a:extLst>
              <a:ext uri="{FF2B5EF4-FFF2-40B4-BE49-F238E27FC236}">
                <ns2:creationId id="{7F05F732-311F-4E27-AED9-F314EC50298C}"/>
              </a:ext>
            </a:extLst>
          </p:cNvPr>
          <p:cNvSpPr>
            <a:spLocks noGrp="1"/>
          </p:cNvSpPr>
          <p:nvPr/>
        </p:nvSpPr>
        <p:spPr>
          <a:xfrm>
            <a:off x="4051896" y="4832687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29" name="figure04 plot object 28">
            <a:extLst>
              <a:ext uri="{FF2B5EF4-FFF2-40B4-BE49-F238E27FC236}">
                <ns2:creationId id="{C8EAB11A-80C2-48AD-9B24-BFD178B61624}"/>
              </a:ext>
            </a:extLst>
          </p:cNvPr>
          <p:cNvSpPr>
            <a:spLocks noGrp="1"/>
          </p:cNvSpPr>
          <p:nvPr/>
        </p:nvSpPr>
        <p:spPr>
          <a:xfrm>
            <a:off x="3695003" y="4785603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30" name="figure04 plot object 29">
            <a:extLst>
              <a:ext uri="{FF2B5EF4-FFF2-40B4-BE49-F238E27FC236}">
                <ns2:creationId id="{9C3E9128-62B0-43FF-B382-270997B9095F}"/>
              </a:ext>
            </a:extLst>
          </p:cNvPr>
          <p:cNvSpPr>
            <a:spLocks noGrp="1"/>
          </p:cNvSpPr>
          <p:nvPr/>
        </p:nvSpPr>
        <p:spPr>
          <a:xfrm>
            <a:off x="4540508" y="4861345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31" name="figure04 plot object 30">
            <a:extLst>
              <a:ext uri="{FF2B5EF4-FFF2-40B4-BE49-F238E27FC236}">
                <ns2:creationId id="{CFE88CBA-43C4-4DAC-A65E-33502BC4094B}"/>
              </a:ext>
            </a:extLst>
          </p:cNvPr>
          <p:cNvSpPr>
            <a:spLocks noGrp="1"/>
          </p:cNvSpPr>
          <p:nvPr/>
        </p:nvSpPr>
        <p:spPr>
          <a:xfrm>
            <a:off x="4183614" y="4861884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32" name="figure04 plot object 31">
            <a:extLst>
              <a:ext uri="{FF2B5EF4-FFF2-40B4-BE49-F238E27FC236}">
                <ns2:creationId id="{E6113F70-DE8F-4F99-9800-76A1C279B826}"/>
              </a:ext>
            </a:extLst>
          </p:cNvPr>
          <p:cNvSpPr>
            <a:spLocks noGrp="1"/>
          </p:cNvSpPr>
          <p:nvPr/>
        </p:nvSpPr>
        <p:spPr>
          <a:xfrm>
            <a:off x="4765682" y="4842721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33" name="figure04 plot object 32">
            <a:extLst>
              <a:ext uri="{FF2B5EF4-FFF2-40B4-BE49-F238E27FC236}">
                <ns2:creationId id="{8A92BA18-A423-421B-A0AD-7AD121FAFFAC}"/>
              </a:ext>
            </a:extLst>
          </p:cNvPr>
          <p:cNvSpPr>
            <a:spLocks noGrp="1"/>
          </p:cNvSpPr>
          <p:nvPr/>
        </p:nvSpPr>
        <p:spPr>
          <a:xfrm>
            <a:off x="4408789" y="4866626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34" name="figure04 plot object 33">
            <a:extLst>
              <a:ext uri="{FF2B5EF4-FFF2-40B4-BE49-F238E27FC236}">
                <ns2:creationId id="{C1F704F6-45E5-4576-88F3-450594861ED5}"/>
              </a:ext>
            </a:extLst>
          </p:cNvPr>
          <p:cNvSpPr>
            <a:spLocks noGrp="1"/>
          </p:cNvSpPr>
          <p:nvPr/>
        </p:nvSpPr>
        <p:spPr>
          <a:xfrm>
            <a:off x="4765682" y="4900840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35" name="figure04 plot object 34">
            <a:extLst>
              <a:ext uri="{FF2B5EF4-FFF2-40B4-BE49-F238E27FC236}">
                <ns2:creationId id="{9F6326B2-E6DB-410E-8ADB-78631D8B0AB7}"/>
              </a:ext>
            </a:extLst>
          </p:cNvPr>
          <p:cNvSpPr>
            <a:spLocks noGrp="1"/>
          </p:cNvSpPr>
          <p:nvPr/>
        </p:nvSpPr>
        <p:spPr>
          <a:xfrm>
            <a:off x="4765682" y="4872283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36" name="figure04 plot object 35">
            <a:extLst>
              <a:ext uri="{FF2B5EF4-FFF2-40B4-BE49-F238E27FC236}">
                <ns2:creationId id="{ADC66978-60E5-42CB-A3EA-E8AC871CDA97}"/>
              </a:ext>
            </a:extLst>
          </p:cNvPr>
          <p:cNvSpPr>
            <a:spLocks noGrp="1"/>
          </p:cNvSpPr>
          <p:nvPr/>
        </p:nvSpPr>
        <p:spPr>
          <a:xfrm>
            <a:off x="4765682" y="4835056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37" name="figure04 plot object 36">
            <a:extLst>
              <a:ext uri="{FF2B5EF4-FFF2-40B4-BE49-F238E27FC236}">
                <ns2:creationId id="{28CA212B-3DD9-4B83-86C1-EC862DB1F275}"/>
              </a:ext>
            </a:extLst>
          </p:cNvPr>
          <p:cNvSpPr>
            <a:spLocks noGrp="1"/>
          </p:cNvSpPr>
          <p:nvPr/>
        </p:nvSpPr>
        <p:spPr>
          <a:xfrm>
            <a:off x="4990856" y="4871716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38" name="figure04 plot object 37">
            <a:extLst>
              <a:ext uri="{FF2B5EF4-FFF2-40B4-BE49-F238E27FC236}">
                <ns2:creationId id="{170376AD-BD20-4595-B403-C9AABB671977}"/>
              </a:ext>
            </a:extLst>
          </p:cNvPr>
          <p:cNvSpPr>
            <a:spLocks noGrp="1"/>
          </p:cNvSpPr>
          <p:nvPr/>
        </p:nvSpPr>
        <p:spPr>
          <a:xfrm>
            <a:off x="4990856" y="4871896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39" name="figure04 plot object 38">
            <a:extLst>
              <a:ext uri="{FF2B5EF4-FFF2-40B4-BE49-F238E27FC236}">
                <ns2:creationId id="{99CD4C2F-EF8C-47D4-8E69-F23B00E4B129}"/>
              </a:ext>
            </a:extLst>
          </p:cNvPr>
          <p:cNvSpPr>
            <a:spLocks noGrp="1"/>
          </p:cNvSpPr>
          <p:nvPr/>
        </p:nvSpPr>
        <p:spPr>
          <a:xfrm>
            <a:off x="5216031" y="4851288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40" name="figure04 plot object 39">
            <a:extLst>
              <a:ext uri="{FF2B5EF4-FFF2-40B4-BE49-F238E27FC236}">
                <ns2:creationId id="{5897EFDF-9396-4911-8FF8-84ECFC991C0C}"/>
              </a:ext>
            </a:extLst>
          </p:cNvPr>
          <p:cNvSpPr>
            <a:spLocks noGrp="1"/>
          </p:cNvSpPr>
          <p:nvPr/>
        </p:nvSpPr>
        <p:spPr>
          <a:xfrm>
            <a:off x="4242843" y="4838570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41" name="figure04 plot object 40">
            <a:extLst>
              <a:ext uri="{FF2B5EF4-FFF2-40B4-BE49-F238E27FC236}">
                <ns2:creationId id="{4C48B0B5-CCB4-4573-99B1-2C2EDC3C9119}"/>
              </a:ext>
            </a:extLst>
          </p:cNvPr>
          <p:cNvSpPr>
            <a:spLocks noGrp="1"/>
          </p:cNvSpPr>
          <p:nvPr/>
        </p:nvSpPr>
        <p:spPr>
          <a:xfrm>
            <a:off x="4242843" y="4871309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42" name="figure04 plot object 41">
            <a:extLst>
              <a:ext uri="{FF2B5EF4-FFF2-40B4-BE49-F238E27FC236}">
                <ns2:creationId id="{FDDD4047-0D74-42A6-BFEC-2B2396252FE1}"/>
              </a:ext>
            </a:extLst>
          </p:cNvPr>
          <p:cNvSpPr>
            <a:spLocks noGrp="1"/>
          </p:cNvSpPr>
          <p:nvPr/>
        </p:nvSpPr>
        <p:spPr>
          <a:xfrm>
            <a:off x="4468018" y="4866490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43" name="figure04 plot object 42">
            <a:extLst>
              <a:ext uri="{FF2B5EF4-FFF2-40B4-BE49-F238E27FC236}">
                <ns2:creationId id="{A51879B1-6997-460D-A781-BA709575F0F4}"/>
              </a:ext>
            </a:extLst>
          </p:cNvPr>
          <p:cNvSpPr>
            <a:spLocks noGrp="1"/>
          </p:cNvSpPr>
          <p:nvPr/>
        </p:nvSpPr>
        <p:spPr>
          <a:xfrm>
            <a:off x="4468018" y="4880309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44" name="figure04 plot object 43">
            <a:extLst>
              <a:ext uri="{FF2B5EF4-FFF2-40B4-BE49-F238E27FC236}">
                <ns2:creationId id="{5E342025-74EA-450E-BD3E-510246F6DD7B}"/>
              </a:ext>
            </a:extLst>
          </p:cNvPr>
          <p:cNvSpPr>
            <a:spLocks noGrp="1"/>
          </p:cNvSpPr>
          <p:nvPr/>
        </p:nvSpPr>
        <p:spPr>
          <a:xfrm>
            <a:off x="4599736" y="4861832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45" name="figure04 plot object 44">
            <a:extLst>
              <a:ext uri="{FF2B5EF4-FFF2-40B4-BE49-F238E27FC236}">
                <ns2:creationId id="{A6C59362-E834-40DA-A395-E22BC7E21002}"/>
              </a:ext>
            </a:extLst>
          </p:cNvPr>
          <p:cNvSpPr>
            <a:spLocks noGrp="1"/>
          </p:cNvSpPr>
          <p:nvPr/>
        </p:nvSpPr>
        <p:spPr>
          <a:xfrm>
            <a:off x="4599736" y="4870988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46" name="figure04 plot object 45">
            <a:extLst>
              <a:ext uri="{FF2B5EF4-FFF2-40B4-BE49-F238E27FC236}">
                <ns2:creationId id="{B3CF0C6F-5C45-4105-8D60-F118A3D281B0}"/>
              </a:ext>
            </a:extLst>
          </p:cNvPr>
          <p:cNvSpPr>
            <a:spLocks noGrp="1"/>
          </p:cNvSpPr>
          <p:nvPr/>
        </p:nvSpPr>
        <p:spPr>
          <a:xfrm>
            <a:off x="4693192" y="4810352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47" name="figure04 plot object 46">
            <a:extLst>
              <a:ext uri="{FF2B5EF4-FFF2-40B4-BE49-F238E27FC236}">
                <ns2:creationId id="{979FD32F-8D44-4C60-8E01-360EA74DFB44}"/>
              </a:ext>
            </a:extLst>
          </p:cNvPr>
          <p:cNvSpPr>
            <a:spLocks noGrp="1"/>
          </p:cNvSpPr>
          <p:nvPr/>
        </p:nvSpPr>
        <p:spPr>
          <a:xfrm>
            <a:off x="4693192" y="4874679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48" name="figure04 plot object 47">
            <a:extLst>
              <a:ext uri="{FF2B5EF4-FFF2-40B4-BE49-F238E27FC236}">
                <ns2:creationId id="{8443EC9E-95C1-4376-827B-C179DF785065}"/>
              </a:ext>
            </a:extLst>
          </p:cNvPr>
          <p:cNvSpPr>
            <a:spLocks noGrp="1"/>
          </p:cNvSpPr>
          <p:nvPr/>
        </p:nvSpPr>
        <p:spPr>
          <a:xfrm>
            <a:off x="4242843" y="4887692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49" name="figure04 plot object 48">
            <a:extLst>
              <a:ext uri="{FF2B5EF4-FFF2-40B4-BE49-F238E27FC236}">
                <ns2:creationId id="{C5D7C808-8CA1-47C3-B81A-A2ED3D3DC3FC}"/>
              </a:ext>
            </a:extLst>
          </p:cNvPr>
          <p:cNvSpPr>
            <a:spLocks noGrp="1"/>
          </p:cNvSpPr>
          <p:nvPr/>
        </p:nvSpPr>
        <p:spPr>
          <a:xfrm>
            <a:off x="4468018" y="4867752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50" name="figure04 plot object 49">
            <a:extLst>
              <a:ext uri="{FF2B5EF4-FFF2-40B4-BE49-F238E27FC236}">
                <ns2:creationId id="{BF52D192-701A-4E77-98A0-D2F9C7032A9E}"/>
              </a:ext>
            </a:extLst>
          </p:cNvPr>
          <p:cNvSpPr>
            <a:spLocks noGrp="1"/>
          </p:cNvSpPr>
          <p:nvPr/>
        </p:nvSpPr>
        <p:spPr>
          <a:xfrm>
            <a:off x="4599736" y="4872615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51" name="figure04 plot object 50">
            <a:extLst>
              <a:ext uri="{FF2B5EF4-FFF2-40B4-BE49-F238E27FC236}">
                <ns2:creationId id="{7CEF0E69-AE95-4FF6-BF7E-1DDF94BBB92F}"/>
              </a:ext>
            </a:extLst>
          </p:cNvPr>
          <p:cNvSpPr>
            <a:spLocks noGrp="1"/>
          </p:cNvSpPr>
          <p:nvPr/>
        </p:nvSpPr>
        <p:spPr>
          <a:xfrm>
            <a:off x="4693192" y="4898765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52" name="figure04 plot object 51">
            <a:extLst>
              <a:ext uri="{FF2B5EF4-FFF2-40B4-BE49-F238E27FC236}">
                <ns2:creationId id="{69FAFE60-7ED5-4583-B98C-3CC621039E99}"/>
              </a:ext>
            </a:extLst>
          </p:cNvPr>
          <p:cNvSpPr>
            <a:spLocks noGrp="1"/>
          </p:cNvSpPr>
          <p:nvPr/>
        </p:nvSpPr>
        <p:spPr>
          <a:xfrm>
            <a:off x="4051896" y="4876802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53" name="figure04 plot object 52">
            <a:extLst>
              <a:ext uri="{FF2B5EF4-FFF2-40B4-BE49-F238E27FC236}">
                <ns2:creationId id="{A7385A1E-9C88-4838-B437-584DBC01AA8C}"/>
              </a:ext>
            </a:extLst>
          </p:cNvPr>
          <p:cNvSpPr>
            <a:spLocks noGrp="1"/>
          </p:cNvSpPr>
          <p:nvPr/>
        </p:nvSpPr>
        <p:spPr>
          <a:xfrm>
            <a:off x="3826721" y="4846399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54" name="figure04 plot object 53">
            <a:extLst>
              <a:ext uri="{FF2B5EF4-FFF2-40B4-BE49-F238E27FC236}">
                <ns2:creationId id="{ED736561-4693-40F2-870A-221081A74EC9}"/>
              </a:ext>
            </a:extLst>
          </p:cNvPr>
          <p:cNvSpPr>
            <a:spLocks noGrp="1"/>
          </p:cNvSpPr>
          <p:nvPr/>
        </p:nvSpPr>
        <p:spPr>
          <a:xfrm>
            <a:off x="3695003" y="4835231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55" name="figure04 plot object 54">
            <a:extLst>
              <a:ext uri="{FF2B5EF4-FFF2-40B4-BE49-F238E27FC236}">
                <ns2:creationId id="{D1A9BE10-9A5A-4449-8233-CFEA6EEC8F10}"/>
              </a:ext>
            </a:extLst>
          </p:cNvPr>
          <p:cNvSpPr>
            <a:spLocks noGrp="1"/>
          </p:cNvSpPr>
          <p:nvPr/>
        </p:nvSpPr>
        <p:spPr>
          <a:xfrm>
            <a:off x="4633963" y="4836606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56" name="figure04 plot object 55">
            <a:extLst>
              <a:ext uri="{FF2B5EF4-FFF2-40B4-BE49-F238E27FC236}">
                <ns2:creationId id="{591CF7FD-C071-46CD-9BBA-84B2BDA80506}"/>
              </a:ext>
            </a:extLst>
          </p:cNvPr>
          <p:cNvSpPr>
            <a:spLocks noGrp="1"/>
          </p:cNvSpPr>
          <p:nvPr/>
        </p:nvSpPr>
        <p:spPr>
          <a:xfrm>
            <a:off x="4408789" y="4845872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57" name="figure04 plot object 56">
            <a:extLst>
              <a:ext uri="{FF2B5EF4-FFF2-40B4-BE49-F238E27FC236}">
                <ns2:creationId id="{AFDFBBDB-9EC1-4D9D-AE50-3D637196EA59}"/>
              </a:ext>
            </a:extLst>
          </p:cNvPr>
          <p:cNvSpPr>
            <a:spLocks noGrp="1"/>
          </p:cNvSpPr>
          <p:nvPr/>
        </p:nvSpPr>
        <p:spPr>
          <a:xfrm>
            <a:off x="4277070" y="4872241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58" name="figure04 plot object 57">
            <a:extLst>
              <a:ext uri="{FF2B5EF4-FFF2-40B4-BE49-F238E27FC236}">
                <ns2:creationId id="{AB236797-555D-4499-9FA7-C60A9D23707C}"/>
              </a:ext>
            </a:extLst>
          </p:cNvPr>
          <p:cNvSpPr>
            <a:spLocks noGrp="1"/>
          </p:cNvSpPr>
          <p:nvPr/>
        </p:nvSpPr>
        <p:spPr>
          <a:xfrm>
            <a:off x="4931628" y="4870799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59" name="figure04 plot object 58">
            <a:extLst>
              <a:ext uri="{FF2B5EF4-FFF2-40B4-BE49-F238E27FC236}">
                <ns2:creationId id="{5ADF43AC-4D26-4FE2-A980-FEA01F489A94}"/>
              </a:ext>
            </a:extLst>
          </p:cNvPr>
          <p:cNvSpPr>
            <a:spLocks noGrp="1"/>
          </p:cNvSpPr>
          <p:nvPr/>
        </p:nvSpPr>
        <p:spPr>
          <a:xfrm>
            <a:off x="4706453" y="4900480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60" name="figure04 plot object 59">
            <a:extLst>
              <a:ext uri="{FF2B5EF4-FFF2-40B4-BE49-F238E27FC236}">
                <ns2:creationId id="{E064371E-98DF-4993-BCB9-C0BB9900F909}"/>
              </a:ext>
            </a:extLst>
          </p:cNvPr>
          <p:cNvSpPr>
            <a:spLocks noGrp="1"/>
          </p:cNvSpPr>
          <p:nvPr/>
        </p:nvSpPr>
        <p:spPr>
          <a:xfrm>
            <a:off x="4574735" y="4866599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61" name="figure04 plot object 60">
            <a:extLst>
              <a:ext uri="{FF2B5EF4-FFF2-40B4-BE49-F238E27FC236}">
                <ns2:creationId id="{5AFEAFC9-0EDF-4571-93EA-875D5D19C17F}"/>
              </a:ext>
            </a:extLst>
          </p:cNvPr>
          <p:cNvSpPr>
            <a:spLocks noGrp="1"/>
          </p:cNvSpPr>
          <p:nvPr/>
        </p:nvSpPr>
        <p:spPr>
          <a:xfrm>
            <a:off x="5156802" y="4829387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62" name="figure04 plot object 61">
            <a:extLst>
              <a:ext uri="{FF2B5EF4-FFF2-40B4-BE49-F238E27FC236}">
                <ns2:creationId id="{6B39C324-15B7-4F76-BE90-0909276936C2}"/>
              </a:ext>
            </a:extLst>
          </p:cNvPr>
          <p:cNvSpPr>
            <a:spLocks noGrp="1"/>
          </p:cNvSpPr>
          <p:nvPr/>
        </p:nvSpPr>
        <p:spPr>
          <a:xfrm>
            <a:off x="4931628" y="4870738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63" name="figure04 plot object 62">
            <a:extLst>
              <a:ext uri="{FF2B5EF4-FFF2-40B4-BE49-F238E27FC236}">
                <ns2:creationId id="{79BBAAF1-70B0-43E6-9640-946089BEB88E}"/>
              </a:ext>
            </a:extLst>
          </p:cNvPr>
          <p:cNvSpPr>
            <a:spLocks noGrp="1"/>
          </p:cNvSpPr>
          <p:nvPr/>
        </p:nvSpPr>
        <p:spPr>
          <a:xfrm>
            <a:off x="4799909" y="4887133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64" name="figure04 plot object 63">
            <a:extLst>
              <a:ext uri="{FF2B5EF4-FFF2-40B4-BE49-F238E27FC236}">
                <ns2:creationId id="{8438FAAD-CF9F-49B2-82F5-15B09A695977}"/>
              </a:ext>
            </a:extLst>
          </p:cNvPr>
          <p:cNvSpPr>
            <a:spLocks noGrp="1"/>
          </p:cNvSpPr>
          <p:nvPr/>
        </p:nvSpPr>
        <p:spPr>
          <a:xfrm>
            <a:off x="3695003" y="4832292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65" name="figure04 plot object 64">
            <a:extLst>
              <a:ext uri="{FF2B5EF4-FFF2-40B4-BE49-F238E27FC236}">
                <ns2:creationId id="{9BAE56A9-B17A-4845-9C25-3008A056D75E}"/>
              </a:ext>
            </a:extLst>
          </p:cNvPr>
          <p:cNvSpPr>
            <a:spLocks noGrp="1"/>
          </p:cNvSpPr>
          <p:nvPr/>
        </p:nvSpPr>
        <p:spPr>
          <a:xfrm>
            <a:off x="3695003" y="4843544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66" name="figure04 plot object 65">
            <a:extLst>
              <a:ext uri="{FF2B5EF4-FFF2-40B4-BE49-F238E27FC236}">
                <ns2:creationId id="{7BEF79F9-3537-4AB9-8CD3-74C0A5756FD8}"/>
              </a:ext>
            </a:extLst>
          </p:cNvPr>
          <p:cNvSpPr>
            <a:spLocks noGrp="1"/>
          </p:cNvSpPr>
          <p:nvPr/>
        </p:nvSpPr>
        <p:spPr>
          <a:xfrm>
            <a:off x="4145352" y="4876558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67" name="figure04 plot object 66">
            <a:extLst>
              <a:ext uri="{FF2B5EF4-FFF2-40B4-BE49-F238E27FC236}">
                <ns2:creationId id="{718C6D93-F23F-4DBA-955F-E0299F8829E9}"/>
              </a:ext>
            </a:extLst>
          </p:cNvPr>
          <p:cNvSpPr>
            <a:spLocks noGrp="1"/>
          </p:cNvSpPr>
          <p:nvPr/>
        </p:nvSpPr>
        <p:spPr>
          <a:xfrm>
            <a:off x="4502245" y="4884805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68" name="figure04 plot object 67">
            <a:extLst>
              <a:ext uri="{FF2B5EF4-FFF2-40B4-BE49-F238E27FC236}">
                <ns2:creationId id="{E1C88DC2-AE04-4FC8-A7B4-588BD54B1991}"/>
              </a:ext>
            </a:extLst>
          </p:cNvPr>
          <p:cNvSpPr>
            <a:spLocks noGrp="1"/>
          </p:cNvSpPr>
          <p:nvPr/>
        </p:nvSpPr>
        <p:spPr>
          <a:xfrm>
            <a:off x="4727419" y="4859748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69" name="figure04 plot object 68">
            <a:extLst>
              <a:ext uri="{FF2B5EF4-FFF2-40B4-BE49-F238E27FC236}">
                <ns2:creationId id="{BAFD5191-D0E9-43A8-B725-865E54EC8DC9}"/>
              </a:ext>
            </a:extLst>
          </p:cNvPr>
          <p:cNvSpPr>
            <a:spLocks noGrp="1"/>
          </p:cNvSpPr>
          <p:nvPr/>
        </p:nvSpPr>
        <p:spPr>
          <a:xfrm>
            <a:off x="4893365" y="4854692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70" name="figure04 plot object 69">
            <a:extLst>
              <a:ext uri="{FF2B5EF4-FFF2-40B4-BE49-F238E27FC236}">
                <ns2:creationId id="{615BA21F-591B-4252-8E43-C7AEC75A6B39}"/>
              </a:ext>
            </a:extLst>
          </p:cNvPr>
          <p:cNvSpPr>
            <a:spLocks noGrp="1"/>
          </p:cNvSpPr>
          <p:nvPr/>
        </p:nvSpPr>
        <p:spPr>
          <a:xfrm>
            <a:off x="4277070" y="4896575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71" name="figure04 plot object 70">
            <a:extLst>
              <a:ext uri="{FF2B5EF4-FFF2-40B4-BE49-F238E27FC236}">
                <ns2:creationId id="{F447BFBD-C97D-47BC-9132-A3868AD527FD}"/>
              </a:ext>
            </a:extLst>
          </p:cNvPr>
          <p:cNvSpPr>
            <a:spLocks noGrp="1"/>
          </p:cNvSpPr>
          <p:nvPr/>
        </p:nvSpPr>
        <p:spPr>
          <a:xfrm>
            <a:off x="4277070" y="4846462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72" name="figure04 plot object 71">
            <a:extLst>
              <a:ext uri="{FF2B5EF4-FFF2-40B4-BE49-F238E27FC236}">
                <ns2:creationId id="{F43987E0-B9E2-468F-8E2A-6700021926A2}"/>
              </a:ext>
            </a:extLst>
          </p:cNvPr>
          <p:cNvSpPr>
            <a:spLocks noGrp="1"/>
          </p:cNvSpPr>
          <p:nvPr/>
        </p:nvSpPr>
        <p:spPr>
          <a:xfrm>
            <a:off x="4633963" y="4871297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73" name="figure04 plot object 72">
            <a:extLst>
              <a:ext uri="{FF2B5EF4-FFF2-40B4-BE49-F238E27FC236}">
                <ns2:creationId id="{A22EAFFB-FD15-4B94-ADF7-2288825349F6}"/>
              </a:ext>
            </a:extLst>
          </p:cNvPr>
          <p:cNvSpPr>
            <a:spLocks noGrp="1"/>
          </p:cNvSpPr>
          <p:nvPr/>
        </p:nvSpPr>
        <p:spPr>
          <a:xfrm>
            <a:off x="4633963" y="4868243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74" name="figure04 plot object 73">
            <a:extLst>
              <a:ext uri="{FF2B5EF4-FFF2-40B4-BE49-F238E27FC236}">
                <ns2:creationId id="{AB9BEB3A-DE21-44A2-AC28-150181B1B950}"/>
              </a:ext>
            </a:extLst>
          </p:cNvPr>
          <p:cNvSpPr>
            <a:spLocks noGrp="1"/>
          </p:cNvSpPr>
          <p:nvPr/>
        </p:nvSpPr>
        <p:spPr>
          <a:xfrm>
            <a:off x="4859138" y="4838906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75" name="figure04 plot object 74">
            <a:extLst>
              <a:ext uri="{FF2B5EF4-FFF2-40B4-BE49-F238E27FC236}">
                <ns2:creationId id="{59F6DF46-92E5-47C3-9C65-88A0FFE5D3B5}"/>
              </a:ext>
            </a:extLst>
          </p:cNvPr>
          <p:cNvSpPr>
            <a:spLocks noGrp="1"/>
          </p:cNvSpPr>
          <p:nvPr/>
        </p:nvSpPr>
        <p:spPr>
          <a:xfrm>
            <a:off x="4859138" y="4865110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76" name="figure04 plot object 75">
            <a:extLst>
              <a:ext uri="{FF2B5EF4-FFF2-40B4-BE49-F238E27FC236}">
                <ns2:creationId id="{E044F81B-9375-4B5E-8850-5EF6EC7CF402}"/>
              </a:ext>
            </a:extLst>
          </p:cNvPr>
          <p:cNvSpPr>
            <a:spLocks noGrp="1"/>
          </p:cNvSpPr>
          <p:nvPr/>
        </p:nvSpPr>
        <p:spPr>
          <a:xfrm>
            <a:off x="4408789" y="4871393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77" name="figure04 plot object 76">
            <a:extLst>
              <a:ext uri="{FF2B5EF4-FFF2-40B4-BE49-F238E27FC236}">
                <ns2:creationId id="{D1BD7377-0B0E-4815-9A1B-4C4DBADAEFE7}"/>
              </a:ext>
            </a:extLst>
          </p:cNvPr>
          <p:cNvSpPr>
            <a:spLocks noGrp="1"/>
          </p:cNvSpPr>
          <p:nvPr/>
        </p:nvSpPr>
        <p:spPr>
          <a:xfrm>
            <a:off x="4706453" y="4876838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78" name="figure04 plot object 77">
            <a:extLst>
              <a:ext uri="{FF2B5EF4-FFF2-40B4-BE49-F238E27FC236}">
                <ns2:creationId id="{B9E6FE80-FAD8-4AED-9CBC-1AA679FFCED8}"/>
              </a:ext>
            </a:extLst>
          </p:cNvPr>
          <p:cNvSpPr>
            <a:spLocks noGrp="1"/>
          </p:cNvSpPr>
          <p:nvPr/>
        </p:nvSpPr>
        <p:spPr>
          <a:xfrm>
            <a:off x="4897401" y="4851397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79" name="figure04 plot object 78">
            <a:extLst>
              <a:ext uri="{FF2B5EF4-FFF2-40B4-BE49-F238E27FC236}">
                <ns2:creationId id="{1473DA26-4A3A-45D7-A3E8-5258D0D63D89}"/>
              </a:ext>
            </a:extLst>
          </p:cNvPr>
          <p:cNvSpPr>
            <a:spLocks noGrp="1"/>
          </p:cNvSpPr>
          <p:nvPr/>
        </p:nvSpPr>
        <p:spPr>
          <a:xfrm>
            <a:off x="5040934" y="4864996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80" name="figure04 plot object 79">
            <a:extLst>
              <a:ext uri="{FF2B5EF4-FFF2-40B4-BE49-F238E27FC236}">
                <ns2:creationId id="{561B9455-5B17-467B-9591-9A919C0B15E9}"/>
              </a:ext>
            </a:extLst>
          </p:cNvPr>
          <p:cNvSpPr>
            <a:spLocks noGrp="1"/>
          </p:cNvSpPr>
          <p:nvPr/>
        </p:nvSpPr>
        <p:spPr>
          <a:xfrm>
            <a:off x="4242843" y="4907166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81" name="figure04 plot object 80">
            <a:extLst>
              <a:ext uri="{FF2B5EF4-FFF2-40B4-BE49-F238E27FC236}">
                <ns2:creationId id="{2D6893AF-D99A-4B3D-B036-0912F8F98F01}"/>
              </a:ext>
            </a:extLst>
          </p:cNvPr>
          <p:cNvSpPr>
            <a:spLocks noGrp="1"/>
          </p:cNvSpPr>
          <p:nvPr/>
        </p:nvSpPr>
        <p:spPr>
          <a:xfrm>
            <a:off x="4540508" y="4865619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82" name="figure04 plot object 81">
            <a:extLst>
              <a:ext uri="{FF2B5EF4-FFF2-40B4-BE49-F238E27FC236}">
                <ns2:creationId id="{AFF196F8-1E36-4BF3-908D-8B23DA0AE251}"/>
              </a:ext>
            </a:extLst>
          </p:cNvPr>
          <p:cNvSpPr>
            <a:spLocks noGrp="1"/>
          </p:cNvSpPr>
          <p:nvPr/>
        </p:nvSpPr>
        <p:spPr>
          <a:xfrm>
            <a:off x="4731455" y="4898287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83" name="figure04 plot object 82">
            <a:extLst>
              <a:ext uri="{FF2B5EF4-FFF2-40B4-BE49-F238E27FC236}">
                <ns2:creationId id="{A002B35B-EE8C-42F7-AAD7-4DCE4C24D574}"/>
              </a:ext>
            </a:extLst>
          </p:cNvPr>
          <p:cNvSpPr>
            <a:spLocks noGrp="1"/>
          </p:cNvSpPr>
          <p:nvPr/>
        </p:nvSpPr>
        <p:spPr>
          <a:xfrm>
            <a:off x="4874988" y="4861912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84" name="figure04 plot object 83">
            <a:extLst>
              <a:ext uri="{FF2B5EF4-FFF2-40B4-BE49-F238E27FC236}">
                <ns2:creationId id="{9B51E36E-FE0D-403B-8274-A49DB476A943}"/>
              </a:ext>
            </a:extLst>
          </p:cNvPr>
          <p:cNvSpPr>
            <a:spLocks noGrp="1"/>
          </p:cNvSpPr>
          <p:nvPr/>
        </p:nvSpPr>
        <p:spPr>
          <a:xfrm>
            <a:off x="4090159" y="4868853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85" name="figure04 plot object 84">
            <a:extLst>
              <a:ext uri="{FF2B5EF4-FFF2-40B4-BE49-F238E27FC236}">
                <ns2:creationId id="{08F02AE6-F9F6-4ED6-BBD2-40A4E5DBA4A7}"/>
              </a:ext>
            </a:extLst>
          </p:cNvPr>
          <p:cNvSpPr>
            <a:spLocks noGrp="1"/>
          </p:cNvSpPr>
          <p:nvPr/>
        </p:nvSpPr>
        <p:spPr>
          <a:xfrm>
            <a:off x="4387823" y="4844951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86" name="figure04 plot object 85">
            <a:extLst>
              <a:ext uri="{FF2B5EF4-FFF2-40B4-BE49-F238E27FC236}">
                <ns2:creationId id="{153EC635-F077-4452-9684-279F6733B95B}"/>
              </a:ext>
            </a:extLst>
          </p:cNvPr>
          <p:cNvSpPr>
            <a:spLocks noGrp="1"/>
          </p:cNvSpPr>
          <p:nvPr/>
        </p:nvSpPr>
        <p:spPr>
          <a:xfrm>
            <a:off x="4578770" y="4862023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87" name="figure04 plot object 86">
            <a:extLst>
              <a:ext uri="{FF2B5EF4-FFF2-40B4-BE49-F238E27FC236}">
                <ns2:creationId id="{77171D08-5B1A-4B29-AC6F-CDD5361B3843}"/>
              </a:ext>
            </a:extLst>
          </p:cNvPr>
          <p:cNvSpPr>
            <a:spLocks noGrp="1"/>
          </p:cNvSpPr>
          <p:nvPr/>
        </p:nvSpPr>
        <p:spPr>
          <a:xfrm>
            <a:off x="4722303" y="4823460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88" name="figure04 plot object 87">
            <a:extLst>
              <a:ext uri="{FF2B5EF4-FFF2-40B4-BE49-F238E27FC236}">
                <ns2:creationId id="{AB7CB1C8-4C0E-459F-8684-67A6B25D151E}"/>
              </a:ext>
            </a:extLst>
          </p:cNvPr>
          <p:cNvSpPr>
            <a:spLocks noGrp="1"/>
          </p:cNvSpPr>
          <p:nvPr/>
        </p:nvSpPr>
        <p:spPr>
          <a:xfrm>
            <a:off x="3695003" y="4830632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89" name="figure04 plot object 88">
            <a:extLst>
              <a:ext uri="{FF2B5EF4-FFF2-40B4-BE49-F238E27FC236}">
                <ns2:creationId id="{296C7527-BF53-4C82-9F56-D424060CCB28}"/>
              </a:ext>
            </a:extLst>
          </p:cNvPr>
          <p:cNvSpPr>
            <a:spLocks noGrp="1"/>
          </p:cNvSpPr>
          <p:nvPr/>
        </p:nvSpPr>
        <p:spPr>
          <a:xfrm>
            <a:off x="4051896" y="4843362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90" name="figure04 plot object 89">
            <a:extLst>
              <a:ext uri="{FF2B5EF4-FFF2-40B4-BE49-F238E27FC236}">
                <ns2:creationId id="{F9F5C9C7-42CC-424A-BE80-B6C57D3EB9E8}"/>
              </a:ext>
            </a:extLst>
          </p:cNvPr>
          <p:cNvSpPr>
            <a:spLocks noGrp="1"/>
          </p:cNvSpPr>
          <p:nvPr/>
        </p:nvSpPr>
        <p:spPr>
          <a:xfrm>
            <a:off x="4017669" y="4844829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91" name="figure04 plot object 90">
            <a:extLst>
              <a:ext uri="{FF2B5EF4-FFF2-40B4-BE49-F238E27FC236}">
                <ns2:creationId id="{15785A73-9F4F-42FA-B0B4-2CAC7D9BC647}"/>
              </a:ext>
            </a:extLst>
          </p:cNvPr>
          <p:cNvSpPr>
            <a:spLocks noGrp="1"/>
          </p:cNvSpPr>
          <p:nvPr/>
        </p:nvSpPr>
        <p:spPr>
          <a:xfrm>
            <a:off x="4242843" y="4881604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92" name="figure04 plot object 91">
            <a:extLst>
              <a:ext uri="{FF2B5EF4-FFF2-40B4-BE49-F238E27FC236}">
                <ns2:creationId id="{4971AA01-3B9D-49DC-AACD-DF1E441F2814}"/>
              </a:ext>
            </a:extLst>
          </p:cNvPr>
          <p:cNvSpPr>
            <a:spLocks noGrp="1"/>
          </p:cNvSpPr>
          <p:nvPr/>
        </p:nvSpPr>
        <p:spPr>
          <a:xfrm>
            <a:off x="4468018" y="4885445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93" name="figure04 plot object 92">
            <a:extLst>
              <a:ext uri="{FF2B5EF4-FFF2-40B4-BE49-F238E27FC236}">
                <ns2:creationId id="{0954726E-D190-40D0-ADCC-A363040068F6}"/>
              </a:ext>
            </a:extLst>
          </p:cNvPr>
          <p:cNvSpPr>
            <a:spLocks noGrp="1"/>
          </p:cNvSpPr>
          <p:nvPr/>
        </p:nvSpPr>
        <p:spPr>
          <a:xfrm>
            <a:off x="4693192" y="4892633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94" name="figure04 plot object 93">
            <a:extLst>
              <a:ext uri="{FF2B5EF4-FFF2-40B4-BE49-F238E27FC236}">
                <ns2:creationId id="{75CB1B26-8BF5-4640-B259-C76F85061434}"/>
              </a:ext>
            </a:extLst>
          </p:cNvPr>
          <p:cNvSpPr>
            <a:spLocks noGrp="1"/>
          </p:cNvSpPr>
          <p:nvPr/>
        </p:nvSpPr>
        <p:spPr>
          <a:xfrm>
            <a:off x="4824911" y="4891160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95" name="figure04 plot object 94">
            <a:extLst>
              <a:ext uri="{FF2B5EF4-FFF2-40B4-BE49-F238E27FC236}">
                <ns2:creationId id="{64351E5F-3885-4D26-9666-6001EC2AB42F}"/>
              </a:ext>
            </a:extLst>
          </p:cNvPr>
          <p:cNvSpPr>
            <a:spLocks noGrp="1"/>
          </p:cNvSpPr>
          <p:nvPr/>
        </p:nvSpPr>
        <p:spPr>
          <a:xfrm>
            <a:off x="4990856" y="4888793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96" name="figure04 plot object 95">
            <a:extLst>
              <a:ext uri="{FF2B5EF4-FFF2-40B4-BE49-F238E27FC236}">
                <ns2:creationId id="{CF6C79F9-C5E8-4488-A11E-7C0E31C72B71}"/>
              </a:ext>
            </a:extLst>
          </p:cNvPr>
          <p:cNvSpPr>
            <a:spLocks noGrp="1"/>
          </p:cNvSpPr>
          <p:nvPr/>
        </p:nvSpPr>
        <p:spPr>
          <a:xfrm>
            <a:off x="4468018" y="4850382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97" name="figure04 plot object 96">
            <a:extLst>
              <a:ext uri="{FF2B5EF4-FFF2-40B4-BE49-F238E27FC236}">
                <ns2:creationId id="{174F01F1-4437-4E0E-81A1-163036FC2890}"/>
              </a:ext>
            </a:extLst>
          </p:cNvPr>
          <p:cNvSpPr>
            <a:spLocks noGrp="1"/>
          </p:cNvSpPr>
          <p:nvPr/>
        </p:nvSpPr>
        <p:spPr>
          <a:xfrm>
            <a:off x="4468018" y="4834933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98" name="figure04 plot object 97">
            <a:extLst>
              <a:ext uri="{FF2B5EF4-FFF2-40B4-BE49-F238E27FC236}">
                <ns2:creationId id="{B0D53953-FFC6-47FE-9CA9-FB9E590B6685}"/>
              </a:ext>
            </a:extLst>
          </p:cNvPr>
          <p:cNvSpPr>
            <a:spLocks noGrp="1"/>
          </p:cNvSpPr>
          <p:nvPr/>
        </p:nvSpPr>
        <p:spPr>
          <a:xfrm>
            <a:off x="4599736" y="4861340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99" name="figure04 plot object 98">
            <a:extLst>
              <a:ext uri="{FF2B5EF4-FFF2-40B4-BE49-F238E27FC236}">
                <ns2:creationId id="{5E80DF24-FC33-4921-82B9-CC467EBD8717}"/>
              </a:ext>
            </a:extLst>
          </p:cNvPr>
          <p:cNvSpPr>
            <a:spLocks noGrp="1"/>
          </p:cNvSpPr>
          <p:nvPr/>
        </p:nvSpPr>
        <p:spPr>
          <a:xfrm>
            <a:off x="4765682" y="4846999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00" name="figure04 plot object 99">
            <a:extLst>
              <a:ext uri="{FF2B5EF4-FFF2-40B4-BE49-F238E27FC236}">
                <ns2:creationId id="{E7FE74FF-6C71-49AF-BACA-5AEC0887AE2A}"/>
              </a:ext>
            </a:extLst>
          </p:cNvPr>
          <p:cNvSpPr>
            <a:spLocks noGrp="1"/>
          </p:cNvSpPr>
          <p:nvPr/>
        </p:nvSpPr>
        <p:spPr>
          <a:xfrm>
            <a:off x="4051896" y="4873350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01" name="figure04 plot object 100">
            <a:extLst>
              <a:ext uri="{FF2B5EF4-FFF2-40B4-BE49-F238E27FC236}">
                <ns2:creationId id="{FF34AAD9-5DC6-4E03-A6D7-7CFC74A630D6}"/>
              </a:ext>
            </a:extLst>
          </p:cNvPr>
          <p:cNvSpPr>
            <a:spLocks noGrp="1"/>
          </p:cNvSpPr>
          <p:nvPr/>
        </p:nvSpPr>
        <p:spPr>
          <a:xfrm>
            <a:off x="3695003" y="4853222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02" name="figure04 plot object 101">
            <a:extLst>
              <a:ext uri="{FF2B5EF4-FFF2-40B4-BE49-F238E27FC236}">
                <ns2:creationId id="{A7BAAEAA-6D3E-4632-B1F0-735D9FD65556}"/>
              </a:ext>
            </a:extLst>
          </p:cNvPr>
          <p:cNvSpPr>
            <a:spLocks noGrp="1"/>
          </p:cNvSpPr>
          <p:nvPr/>
        </p:nvSpPr>
        <p:spPr>
          <a:xfrm>
            <a:off x="4051896" y="4893340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03" name="figure04 plot object 102">
            <a:extLst>
              <a:ext uri="{FF2B5EF4-FFF2-40B4-BE49-F238E27FC236}">
                <ns2:creationId id="{A0F2DEC7-CA36-4BA9-BB5B-CDE5F97F950B}"/>
              </a:ext>
            </a:extLst>
          </p:cNvPr>
          <p:cNvSpPr>
            <a:spLocks noGrp="1"/>
          </p:cNvSpPr>
          <p:nvPr/>
        </p:nvSpPr>
        <p:spPr>
          <a:xfrm>
            <a:off x="4017669" y="4856730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04" name="figure04 plot object 103">
            <a:extLst>
              <a:ext uri="{FF2B5EF4-FFF2-40B4-BE49-F238E27FC236}">
                <ns2:creationId id="{01CA61FF-3C96-43D6-AD25-0C22F5770D48}"/>
              </a:ext>
            </a:extLst>
          </p:cNvPr>
          <p:cNvSpPr>
            <a:spLocks noGrp="1"/>
          </p:cNvSpPr>
          <p:nvPr/>
        </p:nvSpPr>
        <p:spPr>
          <a:xfrm>
            <a:off x="4374562" y="4833722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05" name="figure04 plot object 104">
            <a:extLst>
              <a:ext uri="{FF2B5EF4-FFF2-40B4-BE49-F238E27FC236}">
                <ns2:creationId id="{027E92B3-13B6-4501-992E-EE0B7A0B5100}"/>
              </a:ext>
            </a:extLst>
          </p:cNvPr>
          <p:cNvSpPr>
            <a:spLocks noGrp="1"/>
          </p:cNvSpPr>
          <p:nvPr/>
        </p:nvSpPr>
        <p:spPr>
          <a:xfrm>
            <a:off x="4599736" y="4856215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06" name="figure04 plot object 105">
            <a:extLst>
              <a:ext uri="{FF2B5EF4-FFF2-40B4-BE49-F238E27FC236}">
                <ns2:creationId id="{C4C2C0F7-B78C-43A0-817F-3261B3257B01}"/>
              </a:ext>
            </a:extLst>
          </p:cNvPr>
          <p:cNvSpPr>
            <a:spLocks noGrp="1"/>
          </p:cNvSpPr>
          <p:nvPr/>
        </p:nvSpPr>
        <p:spPr>
          <a:xfrm>
            <a:off x="4765682" y="4839751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07" name="figure04 plot object 106">
            <a:extLst>
              <a:ext uri="{FF2B5EF4-FFF2-40B4-BE49-F238E27FC236}">
                <ns2:creationId id="{03797E54-1014-49B9-AD48-404A8F3C5B16}"/>
              </a:ext>
            </a:extLst>
          </p:cNvPr>
          <p:cNvSpPr>
            <a:spLocks noGrp="1"/>
          </p:cNvSpPr>
          <p:nvPr/>
        </p:nvSpPr>
        <p:spPr>
          <a:xfrm>
            <a:off x="4990856" y="4838527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08" name="figure04 plot object 107">
            <a:extLst>
              <a:ext uri="{FF2B5EF4-FFF2-40B4-BE49-F238E27FC236}">
                <ns2:creationId id="{39213C36-FE35-4B99-B040-5508B1F3EA92}"/>
              </a:ext>
            </a:extLst>
          </p:cNvPr>
          <p:cNvSpPr>
            <a:spLocks noGrp="1"/>
          </p:cNvSpPr>
          <p:nvPr/>
        </p:nvSpPr>
        <p:spPr>
          <a:xfrm>
            <a:off x="5216031" y="4836522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09" name="figure04 plot object 108">
            <a:extLst>
              <a:ext uri="{FF2B5EF4-FFF2-40B4-BE49-F238E27FC236}">
                <ns2:creationId id="{690DA07A-6C07-4EC1-AF90-31721A3C5933}"/>
              </a:ext>
            </a:extLst>
          </p:cNvPr>
          <p:cNvSpPr>
            <a:spLocks noGrp="1"/>
          </p:cNvSpPr>
          <p:nvPr/>
        </p:nvSpPr>
        <p:spPr>
          <a:xfrm>
            <a:off x="4765682" y="4899242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10" name="figure04 plot object 109">
            <a:extLst>
              <a:ext uri="{FF2B5EF4-FFF2-40B4-BE49-F238E27FC236}">
                <ns2:creationId id="{268E6285-1D0A-4C9C-9CBE-2FEC5E5A3060}"/>
              </a:ext>
            </a:extLst>
          </p:cNvPr>
          <p:cNvSpPr>
            <a:spLocks noGrp="1"/>
          </p:cNvSpPr>
          <p:nvPr/>
        </p:nvSpPr>
        <p:spPr>
          <a:xfrm>
            <a:off x="4765682" y="4874616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11" name="figure04 plot object 110">
            <a:extLst>
              <a:ext uri="{FF2B5EF4-FFF2-40B4-BE49-F238E27FC236}">
                <ns2:creationId id="{F7EE481C-1FEA-40F4-A97B-D21FECD9EE90}"/>
              </a:ext>
            </a:extLst>
          </p:cNvPr>
          <p:cNvSpPr>
            <a:spLocks noGrp="1"/>
          </p:cNvSpPr>
          <p:nvPr/>
        </p:nvSpPr>
        <p:spPr>
          <a:xfrm>
            <a:off x="4765682" y="4863112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12" name="figure04 plot object 111">
            <a:extLst>
              <a:ext uri="{FF2B5EF4-FFF2-40B4-BE49-F238E27FC236}">
                <ns2:creationId id="{5D26DDC0-94B7-4D91-9D17-1C33AE9D26BB}"/>
              </a:ext>
            </a:extLst>
          </p:cNvPr>
          <p:cNvSpPr>
            <a:spLocks noGrp="1"/>
          </p:cNvSpPr>
          <p:nvPr/>
        </p:nvSpPr>
        <p:spPr>
          <a:xfrm>
            <a:off x="4242843" y="4847662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13" name="figure04 plot object 112">
            <a:extLst>
              <a:ext uri="{FF2B5EF4-FFF2-40B4-BE49-F238E27FC236}">
                <ns2:creationId id="{A3633643-BB49-4B24-BA00-519197176C8D}"/>
              </a:ext>
            </a:extLst>
          </p:cNvPr>
          <p:cNvSpPr>
            <a:spLocks noGrp="1"/>
          </p:cNvSpPr>
          <p:nvPr/>
        </p:nvSpPr>
        <p:spPr>
          <a:xfrm>
            <a:off x="4599736" y="4864499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14" name="figure04 plot object 113">
            <a:extLst>
              <a:ext uri="{FF2B5EF4-FFF2-40B4-BE49-F238E27FC236}">
                <ns2:creationId id="{DE7B3D7F-8136-41CC-AC5F-CD21834045E6}"/>
              </a:ext>
            </a:extLst>
          </p:cNvPr>
          <p:cNvSpPr>
            <a:spLocks noGrp="1"/>
          </p:cNvSpPr>
          <p:nvPr/>
        </p:nvSpPr>
        <p:spPr>
          <a:xfrm>
            <a:off x="4824911" y="4877862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15" name="figure04 plot object 114">
            <a:extLst>
              <a:ext uri="{FF2B5EF4-FFF2-40B4-BE49-F238E27FC236}">
                <ns2:creationId id="{DDEFC0C1-5D99-40E6-BAAF-8F2DDE0EA23E}"/>
              </a:ext>
            </a:extLst>
          </p:cNvPr>
          <p:cNvSpPr>
            <a:spLocks noGrp="1"/>
          </p:cNvSpPr>
          <p:nvPr/>
        </p:nvSpPr>
        <p:spPr>
          <a:xfrm>
            <a:off x="4918366" y="4875812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16" name="figure04 plot object 115">
            <a:extLst>
              <a:ext uri="{FF2B5EF4-FFF2-40B4-BE49-F238E27FC236}">
                <ns2:creationId id="{F2FC826B-D27F-4AC4-8CA2-9AAF57F471F3}"/>
              </a:ext>
            </a:extLst>
          </p:cNvPr>
          <p:cNvSpPr>
            <a:spLocks noGrp="1"/>
          </p:cNvSpPr>
          <p:nvPr/>
        </p:nvSpPr>
        <p:spPr>
          <a:xfrm>
            <a:off x="4111124" y="4834657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17" name="figure04 plot object 116">
            <a:extLst>
              <a:ext uri="{FF2B5EF4-FFF2-40B4-BE49-F238E27FC236}">
                <ns2:creationId id="{E7E11603-8E52-4FC6-A29E-5C004D406854}"/>
              </a:ext>
            </a:extLst>
          </p:cNvPr>
          <p:cNvSpPr>
            <a:spLocks noGrp="1"/>
          </p:cNvSpPr>
          <p:nvPr/>
        </p:nvSpPr>
        <p:spPr>
          <a:xfrm>
            <a:off x="4468018" y="4897965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18" name="figure04 plot object 117">
            <a:extLst>
              <a:ext uri="{FF2B5EF4-FFF2-40B4-BE49-F238E27FC236}">
                <ns2:creationId id="{92BA6FA2-B358-42E5-95D6-ACFB88834416}"/>
              </a:ext>
            </a:extLst>
          </p:cNvPr>
          <p:cNvSpPr>
            <a:spLocks noGrp="1"/>
          </p:cNvSpPr>
          <p:nvPr/>
        </p:nvSpPr>
        <p:spPr>
          <a:xfrm>
            <a:off x="4693192" y="4870195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19" name="figure04 plot object 118">
            <a:extLst>
              <a:ext uri="{FF2B5EF4-FFF2-40B4-BE49-F238E27FC236}">
                <ns2:creationId id="{CAB762D4-ED62-44EB-B2A1-9005E43FCA4F}"/>
              </a:ext>
            </a:extLst>
          </p:cNvPr>
          <p:cNvSpPr>
            <a:spLocks noGrp="1"/>
          </p:cNvSpPr>
          <p:nvPr/>
        </p:nvSpPr>
        <p:spPr>
          <a:xfrm>
            <a:off x="4786648" y="4865573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20" name="figure04 plot object 119">
            <a:extLst>
              <a:ext uri="{FF2B5EF4-FFF2-40B4-BE49-F238E27FC236}">
                <ns2:creationId id="{65D8D94C-AF09-462A-85E3-16FDF0D6CBDC}"/>
              </a:ext>
            </a:extLst>
          </p:cNvPr>
          <p:cNvSpPr>
            <a:spLocks noGrp="1"/>
          </p:cNvSpPr>
          <p:nvPr/>
        </p:nvSpPr>
        <p:spPr>
          <a:xfrm>
            <a:off x="4017669" y="4856135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21" name="figure04 plot object 120">
            <a:extLst>
              <a:ext uri="{FF2B5EF4-FFF2-40B4-BE49-F238E27FC236}">
                <ns2:creationId id="{AAD73615-1804-4E4B-B426-62D6F4FC5A97}"/>
              </a:ext>
            </a:extLst>
          </p:cNvPr>
          <p:cNvSpPr>
            <a:spLocks noGrp="1"/>
          </p:cNvSpPr>
          <p:nvPr/>
        </p:nvSpPr>
        <p:spPr>
          <a:xfrm>
            <a:off x="4374562" y="4881250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22" name="figure04 plot object 121">
            <a:extLst>
              <a:ext uri="{FF2B5EF4-FFF2-40B4-BE49-F238E27FC236}">
                <ns2:creationId id="{416C8FA0-96A3-4D03-93BB-0DA77FAF9B32}"/>
              </a:ext>
            </a:extLst>
          </p:cNvPr>
          <p:cNvSpPr>
            <a:spLocks noGrp="1"/>
          </p:cNvSpPr>
          <p:nvPr/>
        </p:nvSpPr>
        <p:spPr>
          <a:xfrm>
            <a:off x="4599736" y="4842761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23" name="figure04 plot object 122">
            <a:extLst>
              <a:ext uri="{FF2B5EF4-FFF2-40B4-BE49-F238E27FC236}">
                <ns2:creationId id="{3A83D353-0D48-4371-939E-C4E192E63466}"/>
              </a:ext>
            </a:extLst>
          </p:cNvPr>
          <p:cNvSpPr>
            <a:spLocks noGrp="1"/>
          </p:cNvSpPr>
          <p:nvPr/>
        </p:nvSpPr>
        <p:spPr>
          <a:xfrm>
            <a:off x="4693192" y="4852198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24" name="figure04 plot object 123">
            <a:extLst>
              <a:ext uri="{FF2B5EF4-FFF2-40B4-BE49-F238E27FC236}">
                <ns2:creationId id="{E644F2EB-1C5C-4E85-A721-77C7C010D31A}"/>
              </a:ext>
            </a:extLst>
          </p:cNvPr>
          <p:cNvSpPr>
            <a:spLocks noGrp="1"/>
          </p:cNvSpPr>
          <p:nvPr/>
        </p:nvSpPr>
        <p:spPr>
          <a:xfrm>
            <a:off x="4051896" y="4826453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25" name="figure04 plot object 124">
            <a:extLst>
              <a:ext uri="{FF2B5EF4-FFF2-40B4-BE49-F238E27FC236}">
                <ns2:creationId id="{2EB1F2D1-A154-4E11-BF8E-C43211CDE3B8}"/>
              </a:ext>
            </a:extLst>
          </p:cNvPr>
          <p:cNvSpPr>
            <a:spLocks noGrp="1"/>
          </p:cNvSpPr>
          <p:nvPr/>
        </p:nvSpPr>
        <p:spPr>
          <a:xfrm>
            <a:off x="3695003" y="4849089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26" name="figure04 plot object 125">
            <a:extLst>
              <a:ext uri="{FF2B5EF4-FFF2-40B4-BE49-F238E27FC236}">
                <ns2:creationId id="{2229390F-15BA-4082-A4A9-B1A6E1F72C00}"/>
              </a:ext>
            </a:extLst>
          </p:cNvPr>
          <p:cNvSpPr>
            <a:spLocks noGrp="1"/>
          </p:cNvSpPr>
          <p:nvPr/>
        </p:nvSpPr>
        <p:spPr>
          <a:xfrm>
            <a:off x="4574735" y="4870671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27" name="figure04 plot object 126">
            <a:extLst>
              <a:ext uri="{FF2B5EF4-FFF2-40B4-BE49-F238E27FC236}">
                <ns2:creationId id="{985238F8-D431-4425-9A7D-48C95C60B50F}"/>
              </a:ext>
            </a:extLst>
          </p:cNvPr>
          <p:cNvSpPr>
            <a:spLocks noGrp="1"/>
          </p:cNvSpPr>
          <p:nvPr/>
        </p:nvSpPr>
        <p:spPr>
          <a:xfrm>
            <a:off x="4217842" y="4911744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28" name="figure04 plot object 127">
            <a:extLst>
              <a:ext uri="{FF2B5EF4-FFF2-40B4-BE49-F238E27FC236}">
                <ns2:creationId id="{C302C8E1-A211-4299-8A7E-FEC2ACCF2479}"/>
              </a:ext>
            </a:extLst>
          </p:cNvPr>
          <p:cNvSpPr>
            <a:spLocks noGrp="1"/>
          </p:cNvSpPr>
          <p:nvPr/>
        </p:nvSpPr>
        <p:spPr>
          <a:xfrm>
            <a:off x="4931628" y="4861862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29" name="figure04 plot object 128">
            <a:extLst>
              <a:ext uri="{FF2B5EF4-FFF2-40B4-BE49-F238E27FC236}">
                <ns2:creationId id="{19DF4CFB-914E-45FE-AAF4-BE626BF228DA}"/>
              </a:ext>
            </a:extLst>
          </p:cNvPr>
          <p:cNvSpPr>
            <a:spLocks noGrp="1"/>
          </p:cNvSpPr>
          <p:nvPr/>
        </p:nvSpPr>
        <p:spPr>
          <a:xfrm>
            <a:off x="4574735" y="4856975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30" name="figure04 plot object 129">
            <a:extLst>
              <a:ext uri="{FF2B5EF4-FFF2-40B4-BE49-F238E27FC236}">
                <ns2:creationId id="{45C86D1D-4F8F-4722-945E-1BBF11C853E4}"/>
              </a:ext>
            </a:extLst>
          </p:cNvPr>
          <p:cNvSpPr>
            <a:spLocks noGrp="1"/>
          </p:cNvSpPr>
          <p:nvPr/>
        </p:nvSpPr>
        <p:spPr>
          <a:xfrm>
            <a:off x="4990856" y="4829792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31" name="figure04 plot object 130">
            <a:extLst>
              <a:ext uri="{FF2B5EF4-FFF2-40B4-BE49-F238E27FC236}">
                <ns2:creationId id="{10CD0824-6BF2-4F7D-A967-E790D869D1D2}"/>
              </a:ext>
            </a:extLst>
          </p:cNvPr>
          <p:cNvSpPr>
            <a:spLocks noGrp="1"/>
          </p:cNvSpPr>
          <p:nvPr/>
        </p:nvSpPr>
        <p:spPr>
          <a:xfrm>
            <a:off x="4706453" y="4877121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32" name="figure04 plot object 131">
            <a:extLst>
              <a:ext uri="{FF2B5EF4-FFF2-40B4-BE49-F238E27FC236}">
                <ns2:creationId id="{6E91DBAE-5E23-4900-8946-8DD3E5C767C1}"/>
              </a:ext>
            </a:extLst>
          </p:cNvPr>
          <p:cNvSpPr>
            <a:spLocks noGrp="1"/>
          </p:cNvSpPr>
          <p:nvPr/>
        </p:nvSpPr>
        <p:spPr>
          <a:xfrm>
            <a:off x="4765682" y="4851396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33" name="figure04 plot object 132">
            <a:extLst>
              <a:ext uri="{FF2B5EF4-FFF2-40B4-BE49-F238E27FC236}">
                <ns2:creationId id="{0E730F2F-A1D5-42E2-8CF7-D83FB30E7C13}"/>
              </a:ext>
            </a:extLst>
          </p:cNvPr>
          <p:cNvSpPr>
            <a:spLocks noGrp="1"/>
          </p:cNvSpPr>
          <p:nvPr/>
        </p:nvSpPr>
        <p:spPr>
          <a:xfrm>
            <a:off x="4315333" y="4857269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34" name="figure04 plot object 133">
            <a:extLst>
              <a:ext uri="{FF2B5EF4-FFF2-40B4-BE49-F238E27FC236}">
                <ns2:creationId id="{3FDCDC6E-01CB-43D6-AD68-6800B0EA6AB8}"/>
              </a:ext>
            </a:extLst>
          </p:cNvPr>
          <p:cNvSpPr>
            <a:spLocks noGrp="1"/>
          </p:cNvSpPr>
          <p:nvPr/>
        </p:nvSpPr>
        <p:spPr>
          <a:xfrm>
            <a:off x="4990856" y="4854879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35" name="figure04 plot object 134">
            <a:extLst>
              <a:ext uri="{FF2B5EF4-FFF2-40B4-BE49-F238E27FC236}">
                <ns2:creationId id="{1F52583B-E01F-47D7-9E51-0152633F676F}"/>
              </a:ext>
            </a:extLst>
          </p:cNvPr>
          <p:cNvSpPr>
            <a:spLocks noGrp="1"/>
          </p:cNvSpPr>
          <p:nvPr/>
        </p:nvSpPr>
        <p:spPr>
          <a:xfrm>
            <a:off x="4765682" y="4874924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36" name="figure04 plot object 135">
            <a:extLst>
              <a:ext uri="{FF2B5EF4-FFF2-40B4-BE49-F238E27FC236}">
                <ns2:creationId id="{98490287-C2B5-49D2-B1FE-87A2A547E589}"/>
              </a:ext>
            </a:extLst>
          </p:cNvPr>
          <p:cNvSpPr>
            <a:spLocks noGrp="1"/>
          </p:cNvSpPr>
          <p:nvPr/>
        </p:nvSpPr>
        <p:spPr>
          <a:xfrm>
            <a:off x="3695003" y="4823281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37" name="figure04 plot object 136">
            <a:extLst>
              <a:ext uri="{FF2B5EF4-FFF2-40B4-BE49-F238E27FC236}">
                <ns2:creationId id="{2A9A50F9-7999-4FE9-8C52-09FFA6E2546D}"/>
              </a:ext>
            </a:extLst>
          </p:cNvPr>
          <p:cNvSpPr>
            <a:spLocks noGrp="1"/>
          </p:cNvSpPr>
          <p:nvPr/>
        </p:nvSpPr>
        <p:spPr>
          <a:xfrm>
            <a:off x="3695003" y="4838694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38" name="figure04 plot object 137">
            <a:extLst>
              <a:ext uri="{FF2B5EF4-FFF2-40B4-BE49-F238E27FC236}">
                <ns2:creationId id="{A03EEF7C-A500-4AE9-80CB-294FC9F4688D}"/>
              </a:ext>
            </a:extLst>
          </p:cNvPr>
          <p:cNvSpPr>
            <a:spLocks noGrp="1"/>
          </p:cNvSpPr>
          <p:nvPr/>
        </p:nvSpPr>
        <p:spPr>
          <a:xfrm>
            <a:off x="4111124" y="4863144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39" name="figure04 plot object 138">
            <a:extLst>
              <a:ext uri="{FF2B5EF4-FFF2-40B4-BE49-F238E27FC236}">
                <ns2:creationId id="{B6C69392-4819-40F2-8AAD-23EF75098211}"/>
              </a:ext>
            </a:extLst>
          </p:cNvPr>
          <p:cNvSpPr>
            <a:spLocks noGrp="1"/>
          </p:cNvSpPr>
          <p:nvPr/>
        </p:nvSpPr>
        <p:spPr>
          <a:xfrm>
            <a:off x="4468018" y="4874106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40" name="figure04 plot object 139">
            <a:extLst>
              <a:ext uri="{FF2B5EF4-FFF2-40B4-BE49-F238E27FC236}">
                <ns2:creationId id="{676315D1-E169-47EC-A43B-18F60650A6AA}"/>
              </a:ext>
            </a:extLst>
          </p:cNvPr>
          <p:cNvSpPr>
            <a:spLocks noGrp="1"/>
          </p:cNvSpPr>
          <p:nvPr/>
        </p:nvSpPr>
        <p:spPr>
          <a:xfrm>
            <a:off x="4693192" y="4867916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41" name="figure04 plot object 140">
            <a:extLst>
              <a:ext uri="{FF2B5EF4-FFF2-40B4-BE49-F238E27FC236}">
                <ns2:creationId id="{F0EA05F5-7585-4AF5-98FE-2EB7B0CD91CC}"/>
              </a:ext>
            </a:extLst>
          </p:cNvPr>
          <p:cNvSpPr>
            <a:spLocks noGrp="1"/>
          </p:cNvSpPr>
          <p:nvPr/>
        </p:nvSpPr>
        <p:spPr>
          <a:xfrm>
            <a:off x="4824911" y="4858988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42" name="figure04 plot object 141">
            <a:extLst>
              <a:ext uri="{FF2B5EF4-FFF2-40B4-BE49-F238E27FC236}">
                <ns2:creationId id="{8013EE72-D02C-40A6-94F9-5837FBBA8B30}"/>
              </a:ext>
            </a:extLst>
          </p:cNvPr>
          <p:cNvSpPr>
            <a:spLocks noGrp="1"/>
          </p:cNvSpPr>
          <p:nvPr/>
        </p:nvSpPr>
        <p:spPr>
          <a:xfrm>
            <a:off x="4242843" y="4866349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43" name="figure04 plot object 142">
            <a:extLst>
              <a:ext uri="{FF2B5EF4-FFF2-40B4-BE49-F238E27FC236}">
                <ns2:creationId id="{9F7BD3DF-2A90-4E55-BCF0-1016C33BDFA6}"/>
              </a:ext>
            </a:extLst>
          </p:cNvPr>
          <p:cNvSpPr>
            <a:spLocks noGrp="1"/>
          </p:cNvSpPr>
          <p:nvPr/>
        </p:nvSpPr>
        <p:spPr>
          <a:xfrm>
            <a:off x="4468018" y="4888754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44" name="figure04 plot object 143">
            <a:extLst>
              <a:ext uri="{FF2B5EF4-FFF2-40B4-BE49-F238E27FC236}">
                <ns2:creationId id="{A24F0302-2279-40D3-9C5D-CF7BBD601CC9}"/>
              </a:ext>
            </a:extLst>
          </p:cNvPr>
          <p:cNvSpPr>
            <a:spLocks noGrp="1"/>
          </p:cNvSpPr>
          <p:nvPr/>
        </p:nvSpPr>
        <p:spPr>
          <a:xfrm>
            <a:off x="4599736" y="4842180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45" name="figure04 plot object 144">
            <a:extLst>
              <a:ext uri="{FF2B5EF4-FFF2-40B4-BE49-F238E27FC236}">
                <ns2:creationId id="{B798C4D1-A679-469A-A1B1-373A9206C563}"/>
              </a:ext>
            </a:extLst>
          </p:cNvPr>
          <p:cNvSpPr>
            <a:spLocks noGrp="1"/>
          </p:cNvSpPr>
          <p:nvPr/>
        </p:nvSpPr>
        <p:spPr>
          <a:xfrm>
            <a:off x="4693192" y="4911909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46" name="figure04 plot object 145">
            <a:extLst>
              <a:ext uri="{FF2B5EF4-FFF2-40B4-BE49-F238E27FC236}">
                <ns2:creationId id="{4C10C659-5131-4E92-A053-713A22E81A70}"/>
              </a:ext>
            </a:extLst>
          </p:cNvPr>
          <p:cNvSpPr>
            <a:spLocks noGrp="1"/>
          </p:cNvSpPr>
          <p:nvPr/>
        </p:nvSpPr>
        <p:spPr>
          <a:xfrm>
            <a:off x="4824911" y="4842163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47" name="figure04 plot object 146">
            <a:extLst>
              <a:ext uri="{FF2B5EF4-FFF2-40B4-BE49-F238E27FC236}">
                <ns2:creationId id="{C0882CE9-E7CE-4CDE-A507-930F74D6EEE8}"/>
              </a:ext>
            </a:extLst>
          </p:cNvPr>
          <p:cNvSpPr>
            <a:spLocks noGrp="1"/>
          </p:cNvSpPr>
          <p:nvPr/>
        </p:nvSpPr>
        <p:spPr>
          <a:xfrm>
            <a:off x="4859138" y="4879291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48" name="figure04 plot object 147">
            <a:extLst>
              <a:ext uri="{FF2B5EF4-FFF2-40B4-BE49-F238E27FC236}">
                <ns2:creationId id="{CA6B9698-80F5-4E9E-88D6-75BD6E0D3541}"/>
              </a:ext>
            </a:extLst>
          </p:cNvPr>
          <p:cNvSpPr>
            <a:spLocks noGrp="1"/>
          </p:cNvSpPr>
          <p:nvPr/>
        </p:nvSpPr>
        <p:spPr>
          <a:xfrm>
            <a:off x="4336299" y="4914163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49" name="figure04 plot object 148">
            <a:extLst>
              <a:ext uri="{FF2B5EF4-FFF2-40B4-BE49-F238E27FC236}">
                <ns2:creationId id="{B44EC8B4-6876-42D6-8174-852348AC52F8}"/>
              </a:ext>
            </a:extLst>
          </p:cNvPr>
          <p:cNvSpPr>
            <a:spLocks noGrp="1"/>
          </p:cNvSpPr>
          <p:nvPr/>
        </p:nvSpPr>
        <p:spPr>
          <a:xfrm>
            <a:off x="4111124" y="4923746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50" name="figure04 plot object 149">
            <a:extLst>
              <a:ext uri="{FF2B5EF4-FFF2-40B4-BE49-F238E27FC236}">
                <ns2:creationId id="{5B4AD521-58B6-492E-B66E-FB161EC55B88}"/>
              </a:ext>
            </a:extLst>
          </p:cNvPr>
          <p:cNvSpPr>
            <a:spLocks noGrp="1"/>
          </p:cNvSpPr>
          <p:nvPr/>
        </p:nvSpPr>
        <p:spPr>
          <a:xfrm>
            <a:off x="3979406" y="4870897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51" name="figure04 plot object 150">
            <a:extLst>
              <a:ext uri="{FF2B5EF4-FFF2-40B4-BE49-F238E27FC236}">
                <ns2:creationId id="{8D4DE32B-F9B4-4B15-B383-0B9269ADF9C4}"/>
              </a:ext>
            </a:extLst>
          </p:cNvPr>
          <p:cNvSpPr>
            <a:spLocks noGrp="1"/>
          </p:cNvSpPr>
          <p:nvPr/>
        </p:nvSpPr>
        <p:spPr>
          <a:xfrm>
            <a:off x="4693192" y="4875825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52" name="figure04 plot object 151">
            <a:extLst>
              <a:ext uri="{FF2B5EF4-FFF2-40B4-BE49-F238E27FC236}">
                <ns2:creationId id="{30001ED8-744D-4CC6-897A-FC43F5A047FC}"/>
              </a:ext>
            </a:extLst>
          </p:cNvPr>
          <p:cNvSpPr>
            <a:spLocks noGrp="1"/>
          </p:cNvSpPr>
          <p:nvPr/>
        </p:nvSpPr>
        <p:spPr>
          <a:xfrm>
            <a:off x="4468018" y="4881489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53" name="figure04 plot object 152">
            <a:extLst>
              <a:ext uri="{FF2B5EF4-FFF2-40B4-BE49-F238E27FC236}">
                <ns2:creationId id="{D41C0287-D361-4EFD-A082-0E463C6553F6}"/>
              </a:ext>
            </a:extLst>
          </p:cNvPr>
          <p:cNvSpPr>
            <a:spLocks noGrp="1"/>
          </p:cNvSpPr>
          <p:nvPr/>
        </p:nvSpPr>
        <p:spPr>
          <a:xfrm>
            <a:off x="4336299" y="4910477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54" name="figure04 plot object 153">
            <a:extLst>
              <a:ext uri="{FF2B5EF4-FFF2-40B4-BE49-F238E27FC236}">
                <ns2:creationId id="{A15EB05C-999D-4567-B386-6A53F1FCFDC8}"/>
              </a:ext>
            </a:extLst>
          </p:cNvPr>
          <p:cNvSpPr>
            <a:spLocks noGrp="1"/>
          </p:cNvSpPr>
          <p:nvPr/>
        </p:nvSpPr>
        <p:spPr>
          <a:xfrm>
            <a:off x="4918366" y="4850579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55" name="figure04 plot object 154">
            <a:extLst>
              <a:ext uri="{FF2B5EF4-FFF2-40B4-BE49-F238E27FC236}">
                <ns2:creationId id="{2C2E949F-54FD-49B4-9970-E2AC91814960}"/>
              </a:ext>
            </a:extLst>
          </p:cNvPr>
          <p:cNvSpPr>
            <a:spLocks noGrp="1"/>
          </p:cNvSpPr>
          <p:nvPr/>
        </p:nvSpPr>
        <p:spPr>
          <a:xfrm>
            <a:off x="4693192" y="4885152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56" name="figure04 plot object 155">
            <a:extLst>
              <a:ext uri="{FF2B5EF4-FFF2-40B4-BE49-F238E27FC236}">
                <ns2:creationId id="{029C4921-7F9B-46A8-95EA-ABDF987EB51F}"/>
              </a:ext>
            </a:extLst>
          </p:cNvPr>
          <p:cNvSpPr>
            <a:spLocks noGrp="1"/>
          </p:cNvSpPr>
          <p:nvPr/>
        </p:nvSpPr>
        <p:spPr>
          <a:xfrm>
            <a:off x="4561473" y="4869693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57" name="figure04 plot object 156">
            <a:extLst>
              <a:ext uri="{FF2B5EF4-FFF2-40B4-BE49-F238E27FC236}">
                <ns2:creationId id="{5B93605A-B007-49A9-8B49-B26009418470}"/>
              </a:ext>
            </a:extLst>
          </p:cNvPr>
          <p:cNvSpPr>
            <a:spLocks noGrp="1"/>
          </p:cNvSpPr>
          <p:nvPr/>
        </p:nvSpPr>
        <p:spPr>
          <a:xfrm>
            <a:off x="5084312" y="4889411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58" name="figure04 plot object 157">
            <a:extLst>
              <a:ext uri="{FF2B5EF4-FFF2-40B4-BE49-F238E27FC236}">
                <ns2:creationId id="{8F7B61CC-A976-4B17-A2E5-2DAEA108CFFB}"/>
              </a:ext>
            </a:extLst>
          </p:cNvPr>
          <p:cNvSpPr>
            <a:spLocks noGrp="1"/>
          </p:cNvSpPr>
          <p:nvPr/>
        </p:nvSpPr>
        <p:spPr>
          <a:xfrm>
            <a:off x="4859138" y="4899110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59" name="figure04 plot object 158">
            <a:extLst>
              <a:ext uri="{FF2B5EF4-FFF2-40B4-BE49-F238E27FC236}">
                <ns2:creationId id="{A182EDB7-0054-4540-8EDE-1D8ADA294AEF}"/>
              </a:ext>
            </a:extLst>
          </p:cNvPr>
          <p:cNvSpPr>
            <a:spLocks noGrp="1"/>
          </p:cNvSpPr>
          <p:nvPr/>
        </p:nvSpPr>
        <p:spPr>
          <a:xfrm>
            <a:off x="4727419" y="4868511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60" name="figure04 plot object 159">
            <a:extLst>
              <a:ext uri="{FF2B5EF4-FFF2-40B4-BE49-F238E27FC236}">
                <ns2:creationId id="{C913917B-53F5-4779-9802-35D046B934EB}"/>
              </a:ext>
            </a:extLst>
          </p:cNvPr>
          <p:cNvSpPr>
            <a:spLocks noGrp="1"/>
          </p:cNvSpPr>
          <p:nvPr/>
        </p:nvSpPr>
        <p:spPr>
          <a:xfrm>
            <a:off x="3885950" y="4866353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61" name="figure04 plot object 160">
            <a:extLst>
              <a:ext uri="{FF2B5EF4-FFF2-40B4-BE49-F238E27FC236}">
                <ns2:creationId id="{6B36CBB1-F7EA-4D8B-9879-CF17883C2FD5}"/>
              </a:ext>
            </a:extLst>
          </p:cNvPr>
          <p:cNvSpPr>
            <a:spLocks noGrp="1"/>
          </p:cNvSpPr>
          <p:nvPr/>
        </p:nvSpPr>
        <p:spPr>
          <a:xfrm>
            <a:off x="4183614" y="4831689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62" name="figure04 plot object 161">
            <a:extLst>
              <a:ext uri="{FF2B5EF4-FFF2-40B4-BE49-F238E27FC236}">
                <ns2:creationId id="{F6208EBA-F945-4D28-ADD1-396CBB45C385}"/>
              </a:ext>
            </a:extLst>
          </p:cNvPr>
          <p:cNvSpPr>
            <a:spLocks noGrp="1"/>
          </p:cNvSpPr>
          <p:nvPr/>
        </p:nvSpPr>
        <p:spPr>
          <a:xfrm>
            <a:off x="4408789" y="4888818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63" name="figure04 plot object 162">
            <a:extLst>
              <a:ext uri="{FF2B5EF4-FFF2-40B4-BE49-F238E27FC236}">
                <ns2:creationId id="{666C8DEA-98B6-4825-9360-CB8633FABD59}"/>
              </a:ext>
            </a:extLst>
          </p:cNvPr>
          <p:cNvSpPr>
            <a:spLocks noGrp="1"/>
          </p:cNvSpPr>
          <p:nvPr/>
        </p:nvSpPr>
        <p:spPr>
          <a:xfrm>
            <a:off x="4633963" y="4840403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64" name="figure04 plot object 163">
            <a:extLst>
              <a:ext uri="{FF2B5EF4-FFF2-40B4-BE49-F238E27FC236}">
                <ns2:creationId id="{D46A825C-073A-484D-8F37-031645DF453D}"/>
              </a:ext>
            </a:extLst>
          </p:cNvPr>
          <p:cNvSpPr>
            <a:spLocks noGrp="1"/>
          </p:cNvSpPr>
          <p:nvPr/>
        </p:nvSpPr>
        <p:spPr>
          <a:xfrm>
            <a:off x="4765682" y="4884972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65" name="figure04 plot object 164">
            <a:extLst>
              <a:ext uri="{FF2B5EF4-FFF2-40B4-BE49-F238E27FC236}">
                <ns2:creationId id="{A605DAB6-475A-4BAA-951A-FF8F1A6376D3}"/>
              </a:ext>
            </a:extLst>
          </p:cNvPr>
          <p:cNvSpPr>
            <a:spLocks noGrp="1"/>
          </p:cNvSpPr>
          <p:nvPr/>
        </p:nvSpPr>
        <p:spPr>
          <a:xfrm>
            <a:off x="4859138" y="4853515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66" name="figure04 plot object 165">
            <a:extLst>
              <a:ext uri="{FF2B5EF4-FFF2-40B4-BE49-F238E27FC236}">
                <ns2:creationId id="{B347E6A1-7192-459D-800B-12F56D1BA3E0}"/>
              </a:ext>
            </a:extLst>
          </p:cNvPr>
          <p:cNvSpPr>
            <a:spLocks noGrp="1"/>
          </p:cNvSpPr>
          <p:nvPr/>
        </p:nvSpPr>
        <p:spPr>
          <a:xfrm>
            <a:off x="4540508" y="4881515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67" name="figure04 plot object 166">
            <a:extLst>
              <a:ext uri="{FF2B5EF4-FFF2-40B4-BE49-F238E27FC236}">
                <ns2:creationId id="{21CEB26E-A09C-447A-9F25-D0A427F63900}"/>
              </a:ext>
            </a:extLst>
          </p:cNvPr>
          <p:cNvSpPr>
            <a:spLocks noGrp="1"/>
          </p:cNvSpPr>
          <p:nvPr/>
        </p:nvSpPr>
        <p:spPr>
          <a:xfrm>
            <a:off x="4540508" y="4832454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68" name="figure04 plot object 167">
            <a:extLst>
              <a:ext uri="{FF2B5EF4-FFF2-40B4-BE49-F238E27FC236}">
                <ns2:creationId id="{71C1A556-53BD-4FD1-BA19-3DA6E1CFB29E}"/>
              </a:ext>
            </a:extLst>
          </p:cNvPr>
          <p:cNvSpPr>
            <a:spLocks noGrp="1"/>
          </p:cNvSpPr>
          <p:nvPr/>
        </p:nvSpPr>
        <p:spPr>
          <a:xfrm>
            <a:off x="4540508" y="4866591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69" name="figure04 plot object 168">
            <a:extLst>
              <a:ext uri="{FF2B5EF4-FFF2-40B4-BE49-F238E27FC236}">
                <ns2:creationId id="{761A012B-BA61-42EE-A792-B6C6A75A998D}"/>
              </a:ext>
            </a:extLst>
          </p:cNvPr>
          <p:cNvSpPr>
            <a:spLocks noGrp="1"/>
          </p:cNvSpPr>
          <p:nvPr/>
        </p:nvSpPr>
        <p:spPr>
          <a:xfrm>
            <a:off x="4612997" y="4874972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70" name="figure04 plot object 169">
            <a:extLst>
              <a:ext uri="{FF2B5EF4-FFF2-40B4-BE49-F238E27FC236}">
                <ns2:creationId id="{C594AECF-4E86-4A36-89D7-514DCB3B15A7}"/>
              </a:ext>
            </a:extLst>
          </p:cNvPr>
          <p:cNvSpPr>
            <a:spLocks noGrp="1"/>
          </p:cNvSpPr>
          <p:nvPr/>
        </p:nvSpPr>
        <p:spPr>
          <a:xfrm>
            <a:off x="4765682" y="4866201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71" name="figure04 plot object 170">
            <a:extLst>
              <a:ext uri="{FF2B5EF4-FFF2-40B4-BE49-F238E27FC236}">
                <ns2:creationId id="{BD3B2ECA-B02D-4042-91A0-3D41BBA8320D}"/>
              </a:ext>
            </a:extLst>
          </p:cNvPr>
          <p:cNvSpPr>
            <a:spLocks noGrp="1"/>
          </p:cNvSpPr>
          <p:nvPr/>
        </p:nvSpPr>
        <p:spPr>
          <a:xfrm>
            <a:off x="4928363" y="4843596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72" name="figure04 plot object 171">
            <a:extLst>
              <a:ext uri="{FF2B5EF4-FFF2-40B4-BE49-F238E27FC236}">
                <ns2:creationId id="{75681AA5-12F4-44D7-B553-F9D53B3CF2C1}"/>
              </a:ext>
            </a:extLst>
          </p:cNvPr>
          <p:cNvSpPr>
            <a:spLocks noGrp="1"/>
          </p:cNvSpPr>
          <p:nvPr/>
        </p:nvSpPr>
        <p:spPr>
          <a:xfrm>
            <a:off x="3695003" y="4880723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73" name="figure04 plot object 172">
            <a:extLst>
              <a:ext uri="{FF2B5EF4-FFF2-40B4-BE49-F238E27FC236}">
                <ns2:creationId id="{77FD5654-199E-4BAA-B4AC-314DC717E21D}"/>
              </a:ext>
            </a:extLst>
          </p:cNvPr>
          <p:cNvSpPr>
            <a:spLocks noGrp="1"/>
          </p:cNvSpPr>
          <p:nvPr/>
        </p:nvSpPr>
        <p:spPr>
          <a:xfrm>
            <a:off x="3695003" y="4847849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74" name="figure04 plot object 173">
            <a:extLst>
              <a:ext uri="{FF2B5EF4-FFF2-40B4-BE49-F238E27FC236}">
                <ns2:creationId id="{FED8C9F2-8282-48B1-8909-B9BC8F21079E}"/>
              </a:ext>
            </a:extLst>
          </p:cNvPr>
          <p:cNvSpPr>
            <a:spLocks noGrp="1"/>
          </p:cNvSpPr>
          <p:nvPr/>
        </p:nvSpPr>
        <p:spPr>
          <a:xfrm>
            <a:off x="4408789" y="4882055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75" name="figure04 plot object 174">
            <a:extLst>
              <a:ext uri="{FF2B5EF4-FFF2-40B4-BE49-F238E27FC236}">
                <ns2:creationId id="{F6335E13-F313-4FE2-9001-5EB356B5622B}"/>
              </a:ext>
            </a:extLst>
          </p:cNvPr>
          <p:cNvSpPr>
            <a:spLocks noGrp="1"/>
          </p:cNvSpPr>
          <p:nvPr/>
        </p:nvSpPr>
        <p:spPr>
          <a:xfrm>
            <a:off x="4051896" y="4847898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76" name="figure04 plot object 175">
            <a:extLst>
              <a:ext uri="{FF2B5EF4-FFF2-40B4-BE49-F238E27FC236}">
                <ns2:creationId id="{78669EC5-7634-41A5-8FE5-5AD450E6CEDC}"/>
              </a:ext>
            </a:extLst>
          </p:cNvPr>
          <p:cNvSpPr>
            <a:spLocks noGrp="1"/>
          </p:cNvSpPr>
          <p:nvPr/>
        </p:nvSpPr>
        <p:spPr>
          <a:xfrm>
            <a:off x="4765682" y="4854590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77" name="figure04 plot object 176">
            <a:extLst>
              <a:ext uri="{FF2B5EF4-FFF2-40B4-BE49-F238E27FC236}">
                <ns2:creationId id="{EC29C0AC-9D47-4786-9FDD-865109146E8A}"/>
              </a:ext>
            </a:extLst>
          </p:cNvPr>
          <p:cNvSpPr>
            <a:spLocks noGrp="1"/>
          </p:cNvSpPr>
          <p:nvPr/>
        </p:nvSpPr>
        <p:spPr>
          <a:xfrm>
            <a:off x="4408789" y="4883642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78" name="figure04 plot object 177">
            <a:extLst>
              <a:ext uri="{FF2B5EF4-FFF2-40B4-BE49-F238E27FC236}">
                <ns2:creationId id="{494B8373-7467-486B-A670-7065B2FA6BD6}"/>
              </a:ext>
            </a:extLst>
          </p:cNvPr>
          <p:cNvSpPr>
            <a:spLocks noGrp="1"/>
          </p:cNvSpPr>
          <p:nvPr/>
        </p:nvSpPr>
        <p:spPr>
          <a:xfrm>
            <a:off x="4765682" y="4853280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79" name="figure04 plot object 178">
            <a:extLst>
              <a:ext uri="{FF2B5EF4-FFF2-40B4-BE49-F238E27FC236}">
                <ns2:creationId id="{8E66EFBD-389E-41C3-858C-61E54E4B538C}"/>
              </a:ext>
            </a:extLst>
          </p:cNvPr>
          <p:cNvSpPr>
            <a:spLocks noGrp="1"/>
          </p:cNvSpPr>
          <p:nvPr/>
        </p:nvSpPr>
        <p:spPr>
          <a:xfrm>
            <a:off x="4540508" y="4851486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80" name="figure04 plot object 179">
            <a:extLst>
              <a:ext uri="{FF2B5EF4-FFF2-40B4-BE49-F238E27FC236}">
                <ns2:creationId id="{2BBCA677-6CD9-4DC4-866D-BD14D09ED50F}"/>
              </a:ext>
            </a:extLst>
          </p:cNvPr>
          <p:cNvSpPr>
            <a:spLocks noGrp="1"/>
          </p:cNvSpPr>
          <p:nvPr/>
        </p:nvSpPr>
        <p:spPr>
          <a:xfrm>
            <a:off x="4931628" y="4861615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81" name="figure04 plot object 180">
            <a:extLst>
              <a:ext uri="{FF2B5EF4-FFF2-40B4-BE49-F238E27FC236}">
                <ns2:creationId id="{CA12F068-C0D1-4495-A45C-B4D853C3487E}"/>
              </a:ext>
            </a:extLst>
          </p:cNvPr>
          <p:cNvSpPr>
            <a:spLocks noGrp="1"/>
          </p:cNvSpPr>
          <p:nvPr/>
        </p:nvSpPr>
        <p:spPr>
          <a:xfrm>
            <a:off x="4706453" y="4853162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82" name="figure04 plot object 181">
            <a:extLst>
              <a:ext uri="{FF2B5EF4-FFF2-40B4-BE49-F238E27FC236}">
                <ns2:creationId id="{647E4E8A-4749-4558-BF97-42AD5F41B1E6}"/>
              </a:ext>
            </a:extLst>
          </p:cNvPr>
          <p:cNvSpPr>
            <a:spLocks noGrp="1"/>
          </p:cNvSpPr>
          <p:nvPr/>
        </p:nvSpPr>
        <p:spPr>
          <a:xfrm>
            <a:off x="4765682" y="4839071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83" name="figure04 plot object 182">
            <a:extLst>
              <a:ext uri="{FF2B5EF4-FFF2-40B4-BE49-F238E27FC236}">
                <ns2:creationId id="{296DE165-5A79-404D-A363-3FD5957CE8BF}"/>
              </a:ext>
            </a:extLst>
          </p:cNvPr>
          <p:cNvSpPr>
            <a:spLocks noGrp="1"/>
          </p:cNvSpPr>
          <p:nvPr/>
        </p:nvSpPr>
        <p:spPr>
          <a:xfrm>
            <a:off x="4765682" y="4882013"/>
            <a:ext cx="49187" cy="49187"/>
          </a:xfrm>
          <a:custGeom>
            <a:pathLst>
              <a:path w="49187" h="49187">
                <a:moveTo>
                  <a:pt x="24593" y="49187"/>
                </a:moveTo>
                <a:cubicBezTo>
                  <a:pt x="31116" y="49187"/>
                  <a:pt x="37372" y="46596"/>
                  <a:pt x="41984" y="41984"/>
                </a:cubicBezTo>
                <a:cubicBezTo>
                  <a:pt x="46596" y="37372"/>
                  <a:pt x="49187" y="31116"/>
                  <a:pt x="49187" y="24593"/>
                </a:cubicBezTo>
                <a:cubicBezTo>
                  <a:pt x="49187" y="18071"/>
                  <a:pt x="46596" y="11815"/>
                  <a:pt x="41984" y="7203"/>
                </a:cubicBezTo>
                <a:cubicBezTo>
                  <a:pt x="37372" y="2591"/>
                  <a:pt x="31116" y="0"/>
                  <a:pt x="24593" y="0"/>
                </a:cubicBezTo>
                <a:cubicBezTo>
                  <a:pt x="18071" y="0"/>
                  <a:pt x="11815" y="2591"/>
                  <a:pt x="7203" y="7203"/>
                </a:cubicBezTo>
                <a:cubicBezTo>
                  <a:pt x="2591" y="11815"/>
                  <a:pt x="0" y="18071"/>
                  <a:pt x="0" y="24593"/>
                </a:cubicBezTo>
                <a:cubicBezTo>
                  <a:pt x="0" y="31116"/>
                  <a:pt x="2591" y="37372"/>
                  <a:pt x="7203" y="41984"/>
                </a:cubicBezTo>
                <a:cubicBezTo>
                  <a:pt x="11815" y="46596"/>
                  <a:pt x="18071" y="49187"/>
                  <a:pt x="24593" y="49187"/>
                </a:cubicBezTo>
                <a:close/>
              </a:path>
            </a:pathLst>
          </a:custGeom>
          <a:solidFill>
            <a:srgbClr val="8999A6">
              <a:alpha val="70000"/>
            </a:srgbClr>
          </a:solidFill>
          <a:ln w="12700">
            <a:noFill/>
            <a:prstDash val="solid"/>
          </a:ln>
        </p:spPr>
      </p:sp>
      <p:sp>
        <p:nvSpPr>
          <p:cNvPr id="184" name="figure04 plot object 183">
            <a:extLst>
              <a:ext uri="{FF2B5EF4-FFF2-40B4-BE49-F238E27FC236}">
                <ns2:creationId id="{C8431271-0906-4B2F-9922-D58422193BDD}"/>
              </a:ext>
            </a:extLst>
          </p:cNvPr>
          <p:cNvSpPr>
            <a:spLocks noGrp="1"/>
          </p:cNvSpPr>
          <p:nvPr/>
        </p:nvSpPr>
        <p:spPr>
          <a:xfrm>
            <a:off x="1275383" y="5150358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85" name="10⁻⁵">
            <a:extLst>
              <a:ext uri="{FF2B5EF4-FFF2-40B4-BE49-F238E27FC236}">
                <ns2:creationId id="{560EB360-64FD-4460-A24F-7B68192CB193}"/>
              </a:ext>
            </a:extLst>
          </p:cNvPr>
          <p:cNvSpPr>
            <a:spLocks noGrp="1"/>
          </p:cNvSpPr>
          <p:nvPr/>
        </p:nvSpPr>
        <p:spPr>
          <a:xfrm rot="0">
            <a:off x="1087264" y="5225780"/>
            <a:ext cx="490538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10⁻⁵</a:t>
            </a:r>
          </a:p>
        </p:txBody>
      </p:sp>
      <p:sp>
        <p:nvSpPr>
          <p:cNvPr id="186" name="figure04 plot object 185">
            <a:extLst>
              <a:ext uri="{FF2B5EF4-FFF2-40B4-BE49-F238E27FC236}">
                <ns2:creationId id="{F75A6740-E981-412E-A0DE-BFE0963A1C78}"/>
              </a:ext>
            </a:extLst>
          </p:cNvPr>
          <p:cNvSpPr>
            <a:spLocks noGrp="1"/>
          </p:cNvSpPr>
          <p:nvPr/>
        </p:nvSpPr>
        <p:spPr>
          <a:xfrm>
            <a:off x="2771410" y="5150358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87" name="10⁻³">
            <a:extLst>
              <a:ext uri="{FF2B5EF4-FFF2-40B4-BE49-F238E27FC236}">
                <ns2:creationId id="{07C7ADC0-C863-43A6-919B-6B54C43DED62}"/>
              </a:ext>
            </a:extLst>
          </p:cNvPr>
          <p:cNvSpPr>
            <a:spLocks noGrp="1"/>
          </p:cNvSpPr>
          <p:nvPr/>
        </p:nvSpPr>
        <p:spPr>
          <a:xfrm rot="0">
            <a:off x="2584085" y="5225780"/>
            <a:ext cx="48895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10⁻³</a:t>
            </a:r>
          </a:p>
        </p:txBody>
      </p:sp>
      <p:sp>
        <p:nvSpPr>
          <p:cNvPr id="188" name="figure04 plot object 187">
            <a:extLst>
              <a:ext uri="{FF2B5EF4-FFF2-40B4-BE49-F238E27FC236}">
                <ns2:creationId id="{76ABE223-03DE-4C70-AE31-D5051D711C76}"/>
              </a:ext>
            </a:extLst>
          </p:cNvPr>
          <p:cNvSpPr>
            <a:spLocks noGrp="1"/>
          </p:cNvSpPr>
          <p:nvPr/>
        </p:nvSpPr>
        <p:spPr>
          <a:xfrm>
            <a:off x="4267437" y="5150358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89" name="10⁻¹">
            <a:extLst>
              <a:ext uri="{FF2B5EF4-FFF2-40B4-BE49-F238E27FC236}">
                <ns2:creationId id="{FE4D09BB-4BBF-4A38-BFD7-FD0F34AB3553}"/>
              </a:ext>
            </a:extLst>
          </p:cNvPr>
          <p:cNvSpPr>
            <a:spLocks noGrp="1"/>
          </p:cNvSpPr>
          <p:nvPr/>
        </p:nvSpPr>
        <p:spPr>
          <a:xfrm rot="0">
            <a:off x="4078524" y="5225780"/>
            <a:ext cx="492125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10⁻¹</a:t>
            </a:r>
          </a:p>
        </p:txBody>
      </p:sp>
      <p:sp>
        <p:nvSpPr>
          <p:cNvPr id="190" name="figure04 plot object 189">
            <a:extLst>
              <a:ext uri="{FF2B5EF4-FFF2-40B4-BE49-F238E27FC236}">
                <ns2:creationId id="{D6006E2E-0E28-450A-A216-572EB9C51AD5}"/>
              </a:ext>
            </a:extLst>
          </p:cNvPr>
          <p:cNvSpPr>
            <a:spLocks noGrp="1"/>
          </p:cNvSpPr>
          <p:nvPr/>
        </p:nvSpPr>
        <p:spPr>
          <a:xfrm>
            <a:off x="5763463" y="5150358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91" name="10¹">
            <a:extLst>
              <a:ext uri="{FF2B5EF4-FFF2-40B4-BE49-F238E27FC236}">
                <ns2:creationId id="{9F7F4238-28A2-4FAC-B141-ACF93B774381}"/>
              </a:ext>
            </a:extLst>
          </p:cNvPr>
          <p:cNvSpPr>
            <a:spLocks noGrp="1"/>
          </p:cNvSpPr>
          <p:nvPr/>
        </p:nvSpPr>
        <p:spPr>
          <a:xfrm rot="0">
            <a:off x="5613444" y="5225780"/>
            <a:ext cx="414338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10¹</a:t>
            </a:r>
          </a:p>
        </p:txBody>
      </p:sp>
      <p:sp>
        <p:nvSpPr>
          <p:cNvPr id="192" name="Nominal concentration (M)">
            <a:extLst>
              <a:ext uri="{FF2B5EF4-FFF2-40B4-BE49-F238E27FC236}">
                <ns2:creationId id="{24706121-DB6A-4ACE-893C-F7B8FBBEA4FA}"/>
              </a:ext>
            </a:extLst>
          </p:cNvPr>
          <p:cNvSpPr>
            <a:spLocks noGrp="1"/>
          </p:cNvSpPr>
          <p:nvPr/>
        </p:nvSpPr>
        <p:spPr>
          <a:xfrm rot="0">
            <a:off x="2225084" y="5484213"/>
            <a:ext cx="2630487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Nominal concentration (M)</a:t>
            </a:r>
          </a:p>
        </p:txBody>
      </p:sp>
      <p:sp>
        <p:nvSpPr>
          <p:cNvPr id="193" name="figure04 plot object 192">
            <a:extLst>
              <a:ext uri="{FF2B5EF4-FFF2-40B4-BE49-F238E27FC236}">
                <ns2:creationId id="{E6D692F1-9ED5-4035-8717-A3081B9AE842}"/>
              </a:ext>
            </a:extLst>
          </p:cNvPr>
          <p:cNvSpPr>
            <a:spLocks noGrp="1"/>
          </p:cNvSpPr>
          <p:nvPr/>
        </p:nvSpPr>
        <p:spPr>
          <a:xfrm>
            <a:off x="1152093" y="5150358"/>
            <a:ext cx="50800" cy="13"/>
          </a:xfrm>
          <a:custGeom>
            <a:pathLst>
              <a:path w="50800" h="13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94" name="0">
            <a:extLst>
              <a:ext uri="{FF2B5EF4-FFF2-40B4-BE49-F238E27FC236}">
                <ns2:creationId id="{7AA9A109-ED8F-4CC7-9BE6-D5F24B12EA6F}"/>
              </a:ext>
            </a:extLst>
          </p:cNvPr>
          <p:cNvSpPr>
            <a:spLocks noGrp="1"/>
          </p:cNvSpPr>
          <p:nvPr/>
        </p:nvSpPr>
        <p:spPr>
          <a:xfrm rot="0">
            <a:off x="961593" y="5019413"/>
            <a:ext cx="22860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95" name="figure04 plot object 194">
            <a:extLst>
              <a:ext uri="{FF2B5EF4-FFF2-40B4-BE49-F238E27FC236}">
                <ns2:creationId id="{40818120-0076-4D35-9D34-E3BCF9CC32B7}"/>
              </a:ext>
            </a:extLst>
          </p:cNvPr>
          <p:cNvSpPr>
            <a:spLocks noGrp="1"/>
          </p:cNvSpPr>
          <p:nvPr/>
        </p:nvSpPr>
        <p:spPr>
          <a:xfrm>
            <a:off x="1152093" y="4414535"/>
            <a:ext cx="50800" cy="13"/>
          </a:xfrm>
          <a:custGeom>
            <a:pathLst>
              <a:path w="50800" h="13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96" name="20">
            <a:extLst>
              <a:ext uri="{FF2B5EF4-FFF2-40B4-BE49-F238E27FC236}">
                <ns2:creationId id="{0ED4D499-D7F5-426B-A367-FDA7D103B45C}"/>
              </a:ext>
            </a:extLst>
          </p:cNvPr>
          <p:cNvSpPr>
            <a:spLocks noGrp="1"/>
          </p:cNvSpPr>
          <p:nvPr/>
        </p:nvSpPr>
        <p:spPr>
          <a:xfrm rot="0">
            <a:off x="847293" y="4283590"/>
            <a:ext cx="34290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20</a:t>
            </a:r>
          </a:p>
        </p:txBody>
      </p:sp>
      <p:sp>
        <p:nvSpPr>
          <p:cNvPr id="197" name="figure04 plot object 196">
            <a:extLst>
              <a:ext uri="{FF2B5EF4-FFF2-40B4-BE49-F238E27FC236}">
                <ns2:creationId id="{F4F8537B-DA23-4C42-8FB7-AC9B9DC44C8A}"/>
              </a:ext>
            </a:extLst>
          </p:cNvPr>
          <p:cNvSpPr>
            <a:spLocks noGrp="1"/>
          </p:cNvSpPr>
          <p:nvPr/>
        </p:nvSpPr>
        <p:spPr>
          <a:xfrm>
            <a:off x="1152093" y="3678712"/>
            <a:ext cx="50800" cy="13"/>
          </a:xfrm>
          <a:custGeom>
            <a:pathLst>
              <a:path w="50800" h="13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98" name="40">
            <a:extLst>
              <a:ext uri="{FF2B5EF4-FFF2-40B4-BE49-F238E27FC236}">
                <ns2:creationId id="{4F45461C-CF07-49D1-B349-F5DC2F4332A1}"/>
              </a:ext>
            </a:extLst>
          </p:cNvPr>
          <p:cNvSpPr>
            <a:spLocks noGrp="1"/>
          </p:cNvSpPr>
          <p:nvPr/>
        </p:nvSpPr>
        <p:spPr>
          <a:xfrm rot="0">
            <a:off x="847293" y="3547767"/>
            <a:ext cx="34290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40</a:t>
            </a:r>
          </a:p>
        </p:txBody>
      </p:sp>
      <p:sp>
        <p:nvSpPr>
          <p:cNvPr id="199" name="figure04 plot object 198">
            <a:extLst>
              <a:ext uri="{FF2B5EF4-FFF2-40B4-BE49-F238E27FC236}">
                <ns2:creationId id="{761148C0-E7CE-4E1C-8753-40DEB95FD11E}"/>
              </a:ext>
            </a:extLst>
          </p:cNvPr>
          <p:cNvSpPr>
            <a:spLocks noGrp="1"/>
          </p:cNvSpPr>
          <p:nvPr/>
        </p:nvSpPr>
        <p:spPr>
          <a:xfrm>
            <a:off x="1152093" y="2942889"/>
            <a:ext cx="50800" cy="13"/>
          </a:xfrm>
          <a:custGeom>
            <a:pathLst>
              <a:path w="50800" h="13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200" name="60">
            <a:extLst>
              <a:ext uri="{FF2B5EF4-FFF2-40B4-BE49-F238E27FC236}">
                <ns2:creationId id="{30992FB2-A703-4E9B-BE28-2540EE71A7E6}"/>
              </a:ext>
            </a:extLst>
          </p:cNvPr>
          <p:cNvSpPr>
            <a:spLocks noGrp="1"/>
          </p:cNvSpPr>
          <p:nvPr/>
        </p:nvSpPr>
        <p:spPr>
          <a:xfrm rot="0">
            <a:off x="845706" y="2811944"/>
            <a:ext cx="344488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60</a:t>
            </a:r>
          </a:p>
        </p:txBody>
      </p:sp>
      <p:sp>
        <p:nvSpPr>
          <p:cNvPr id="201" name="figure04 plot object 200">
            <a:extLst>
              <a:ext uri="{FF2B5EF4-FFF2-40B4-BE49-F238E27FC236}">
                <ns2:creationId id="{8DE74BAD-7A02-4281-AF28-790C4DBAF645}"/>
              </a:ext>
            </a:extLst>
          </p:cNvPr>
          <p:cNvSpPr>
            <a:spLocks noGrp="1"/>
          </p:cNvSpPr>
          <p:nvPr/>
        </p:nvSpPr>
        <p:spPr>
          <a:xfrm>
            <a:off x="1152093" y="2207066"/>
            <a:ext cx="50800" cy="13"/>
          </a:xfrm>
          <a:custGeom>
            <a:pathLst>
              <a:path w="50800" h="13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202" name="80">
            <a:extLst>
              <a:ext uri="{FF2B5EF4-FFF2-40B4-BE49-F238E27FC236}">
                <ns2:creationId id="{46695136-140D-4F28-AA11-B0FA0BF71D4E}"/>
              </a:ext>
            </a:extLst>
          </p:cNvPr>
          <p:cNvSpPr>
            <a:spLocks noGrp="1"/>
          </p:cNvSpPr>
          <p:nvPr/>
        </p:nvSpPr>
        <p:spPr>
          <a:xfrm rot="0">
            <a:off x="847293" y="2076121"/>
            <a:ext cx="34290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80</a:t>
            </a:r>
          </a:p>
        </p:txBody>
      </p:sp>
      <p:sp>
        <p:nvSpPr>
          <p:cNvPr id="203" name="Dissociation (%)">
            <a:extLst>
              <a:ext uri="{FF2B5EF4-FFF2-40B4-BE49-F238E27FC236}">
                <ns2:creationId id="{ED42BC28-15B1-4F18-9BF8-751DE7B46559}"/>
              </a:ext>
            </a:extLst>
          </p:cNvPr>
          <p:cNvSpPr>
            <a:spLocks noGrp="1"/>
          </p:cNvSpPr>
          <p:nvPr/>
        </p:nvSpPr>
        <p:spPr>
          <a:xfrm rot="-5400000">
            <a:off x="-136294" y="3375279"/>
            <a:ext cx="1655762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Dissociation (%)</a:t>
            </a:r>
          </a:p>
        </p:txBody>
      </p:sp>
      <p:sp>
        <p:nvSpPr>
          <p:cNvPr id="204" name="figure04 plot object 203">
            <a:extLst>
              <a:ext uri="{FF2B5EF4-FFF2-40B4-BE49-F238E27FC236}">
                <ns2:creationId id="{9373D2B3-2C31-4084-9716-8DE5DD2D1A9B}"/>
              </a:ext>
            </a:extLst>
          </p:cNvPr>
          <p:cNvSpPr>
            <a:spLocks noGrp="1"/>
          </p:cNvSpPr>
          <p:nvPr/>
        </p:nvSpPr>
        <p:spPr>
          <a:xfrm>
            <a:off x="3651142" y="4844850"/>
            <a:ext cx="13" cy="35705"/>
          </a:xfrm>
          <a:custGeom>
            <a:pathLst>
              <a:path w="13" h="35705">
                <a:moveTo>
                  <a:pt x="0" y="35705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444B50"/>
            </a:solidFill>
            <a:prstDash val="solid"/>
          </a:ln>
        </p:spPr>
      </p:sp>
      <p:sp>
        <p:nvSpPr>
          <p:cNvPr id="205" name="figure04 plot object 204">
            <a:extLst>
              <a:ext uri="{FF2B5EF4-FFF2-40B4-BE49-F238E27FC236}">
                <ns2:creationId id="{9B32045F-DA03-491F-9789-9E727330EFC7}"/>
              </a:ext>
            </a:extLst>
          </p:cNvPr>
          <p:cNvSpPr>
            <a:spLocks noGrp="1"/>
          </p:cNvSpPr>
          <p:nvPr/>
        </p:nvSpPr>
        <p:spPr>
          <a:xfrm>
            <a:off x="3613042" y="4880555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12700">
            <a:solidFill>
              <a:srgbClr val="444B50"/>
            </a:solidFill>
            <a:prstDash val="solid"/>
          </a:ln>
        </p:spPr>
      </p:sp>
      <p:sp>
        <p:nvSpPr>
          <p:cNvPr id="206" name="figure04 plot object 205">
            <a:extLst>
              <a:ext uri="{FF2B5EF4-FFF2-40B4-BE49-F238E27FC236}">
                <ns2:creationId id="{A744314C-36D9-4D5A-842D-F6C355367718}"/>
              </a:ext>
            </a:extLst>
          </p:cNvPr>
          <p:cNvSpPr>
            <a:spLocks noGrp="1"/>
          </p:cNvSpPr>
          <p:nvPr/>
        </p:nvSpPr>
        <p:spPr>
          <a:xfrm>
            <a:off x="3613042" y="4844850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12700">
            <a:solidFill>
              <a:srgbClr val="444B50"/>
            </a:solidFill>
            <a:prstDash val="solid"/>
          </a:ln>
        </p:spPr>
      </p:sp>
      <p:sp>
        <p:nvSpPr>
          <p:cNvPr id="207" name="figure04 plot object 206">
            <a:extLst>
              <a:ext uri="{FF2B5EF4-FFF2-40B4-BE49-F238E27FC236}">
                <ns2:creationId id="{284FAEAC-5719-4E4A-B4F8-3B6C29A4E755}"/>
              </a:ext>
            </a:extLst>
          </p:cNvPr>
          <p:cNvSpPr>
            <a:spLocks noGrp="1"/>
          </p:cNvSpPr>
          <p:nvPr/>
        </p:nvSpPr>
        <p:spPr>
          <a:xfrm>
            <a:off x="3651142" y="4840803"/>
            <a:ext cx="13" cy="29179"/>
          </a:xfrm>
          <a:custGeom>
            <a:pathLst>
              <a:path w="13" h="29179">
                <a:moveTo>
                  <a:pt x="0" y="29179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444B50"/>
            </a:solidFill>
            <a:prstDash val="solid"/>
          </a:ln>
        </p:spPr>
      </p:sp>
      <p:sp>
        <p:nvSpPr>
          <p:cNvPr id="208" name="figure04 plot object 207">
            <a:extLst>
              <a:ext uri="{FF2B5EF4-FFF2-40B4-BE49-F238E27FC236}">
                <ns2:creationId id="{3E0974DB-457E-4137-83E1-E7F57258C980}"/>
              </a:ext>
            </a:extLst>
          </p:cNvPr>
          <p:cNvSpPr>
            <a:spLocks noGrp="1"/>
          </p:cNvSpPr>
          <p:nvPr/>
        </p:nvSpPr>
        <p:spPr>
          <a:xfrm>
            <a:off x="3613042" y="4869983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12700">
            <a:solidFill>
              <a:srgbClr val="444B50"/>
            </a:solidFill>
            <a:prstDash val="solid"/>
          </a:ln>
        </p:spPr>
      </p:sp>
      <p:sp>
        <p:nvSpPr>
          <p:cNvPr id="209" name="figure04 plot object 208">
            <a:extLst>
              <a:ext uri="{FF2B5EF4-FFF2-40B4-BE49-F238E27FC236}">
                <ns2:creationId id="{E0AA8A31-F156-4361-9085-DB6B167119E5}"/>
              </a:ext>
            </a:extLst>
          </p:cNvPr>
          <p:cNvSpPr>
            <a:spLocks noGrp="1"/>
          </p:cNvSpPr>
          <p:nvPr/>
        </p:nvSpPr>
        <p:spPr>
          <a:xfrm>
            <a:off x="3613042" y="4840803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12700">
            <a:solidFill>
              <a:srgbClr val="444B50"/>
            </a:solidFill>
            <a:prstDash val="solid"/>
          </a:ln>
        </p:spPr>
      </p:sp>
      <p:sp>
        <p:nvSpPr>
          <p:cNvPr id="210" name="figure04 plot object 209">
            <a:extLst>
              <a:ext uri="{FF2B5EF4-FFF2-40B4-BE49-F238E27FC236}">
                <ns2:creationId id="{C4CA16F6-2C1A-4613-A483-C4A7D0B114E1}"/>
              </a:ext>
            </a:extLst>
          </p:cNvPr>
          <p:cNvSpPr>
            <a:spLocks noGrp="1"/>
          </p:cNvSpPr>
          <p:nvPr/>
        </p:nvSpPr>
        <p:spPr>
          <a:xfrm>
            <a:off x="2116852" y="3899198"/>
            <a:ext cx="13" cy="484778"/>
          </a:xfrm>
          <a:custGeom>
            <a:pathLst>
              <a:path w="13" h="484778">
                <a:moveTo>
                  <a:pt x="0" y="484778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444B50"/>
            </a:solidFill>
            <a:prstDash val="solid"/>
          </a:ln>
        </p:spPr>
      </p:sp>
      <p:sp>
        <p:nvSpPr>
          <p:cNvPr id="211" name="figure04 plot object 210">
            <a:extLst>
              <a:ext uri="{FF2B5EF4-FFF2-40B4-BE49-F238E27FC236}">
                <ns2:creationId id="{40EE83F3-F190-469C-8A4F-D8242C9BBBC0}"/>
              </a:ext>
            </a:extLst>
          </p:cNvPr>
          <p:cNvSpPr>
            <a:spLocks noGrp="1"/>
          </p:cNvSpPr>
          <p:nvPr/>
        </p:nvSpPr>
        <p:spPr>
          <a:xfrm>
            <a:off x="2078752" y="4383976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12700">
            <a:solidFill>
              <a:srgbClr val="444B50"/>
            </a:solidFill>
            <a:prstDash val="solid"/>
          </a:ln>
        </p:spPr>
      </p:sp>
      <p:sp>
        <p:nvSpPr>
          <p:cNvPr id="212" name="figure04 plot object 211">
            <a:extLst>
              <a:ext uri="{FF2B5EF4-FFF2-40B4-BE49-F238E27FC236}">
                <ns2:creationId id="{F4661A98-F539-4618-8815-96644399602F}"/>
              </a:ext>
            </a:extLst>
          </p:cNvPr>
          <p:cNvSpPr>
            <a:spLocks noGrp="1"/>
          </p:cNvSpPr>
          <p:nvPr/>
        </p:nvSpPr>
        <p:spPr>
          <a:xfrm>
            <a:off x="2078752" y="3899198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12700">
            <a:solidFill>
              <a:srgbClr val="444B50"/>
            </a:solidFill>
            <a:prstDash val="solid"/>
          </a:ln>
        </p:spPr>
      </p:sp>
      <p:sp>
        <p:nvSpPr>
          <p:cNvPr id="213" name="figure04 plot object 212">
            <a:extLst>
              <a:ext uri="{FF2B5EF4-FFF2-40B4-BE49-F238E27FC236}">
                <ns2:creationId id="{439F20F5-5825-497F-85B3-4286AB5AE577}"/>
              </a:ext>
            </a:extLst>
          </p:cNvPr>
          <p:cNvSpPr>
            <a:spLocks noGrp="1"/>
          </p:cNvSpPr>
          <p:nvPr/>
        </p:nvSpPr>
        <p:spPr>
          <a:xfrm>
            <a:off x="2937356" y="4644936"/>
            <a:ext cx="13" cy="142260"/>
          </a:xfrm>
          <a:custGeom>
            <a:pathLst>
              <a:path w="13" h="142260">
                <a:moveTo>
                  <a:pt x="0" y="14226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444B50"/>
            </a:solidFill>
            <a:prstDash val="solid"/>
          </a:ln>
        </p:spPr>
      </p:sp>
      <p:sp>
        <p:nvSpPr>
          <p:cNvPr id="214" name="figure04 plot object 213">
            <a:extLst>
              <a:ext uri="{FF2B5EF4-FFF2-40B4-BE49-F238E27FC236}">
                <ns2:creationId id="{A6197F5D-615A-4C17-8205-1A283FF2D2DB}"/>
              </a:ext>
            </a:extLst>
          </p:cNvPr>
          <p:cNvSpPr>
            <a:spLocks noGrp="1"/>
          </p:cNvSpPr>
          <p:nvPr/>
        </p:nvSpPr>
        <p:spPr>
          <a:xfrm>
            <a:off x="2899256" y="4787196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12700">
            <a:solidFill>
              <a:srgbClr val="444B50"/>
            </a:solidFill>
            <a:prstDash val="solid"/>
          </a:ln>
        </p:spPr>
      </p:sp>
      <p:sp>
        <p:nvSpPr>
          <p:cNvPr id="215" name="figure04 plot object 214">
            <a:extLst>
              <a:ext uri="{FF2B5EF4-FFF2-40B4-BE49-F238E27FC236}">
                <ns2:creationId id="{A1A71A05-8EA5-4304-A2B1-A1AD01F83F72}"/>
              </a:ext>
            </a:extLst>
          </p:cNvPr>
          <p:cNvSpPr>
            <a:spLocks noGrp="1"/>
          </p:cNvSpPr>
          <p:nvPr/>
        </p:nvSpPr>
        <p:spPr>
          <a:xfrm>
            <a:off x="2899256" y="4644936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12700">
            <a:solidFill>
              <a:srgbClr val="444B50"/>
            </a:solidFill>
            <a:prstDash val="solid"/>
          </a:ln>
        </p:spPr>
      </p:sp>
      <p:sp>
        <p:nvSpPr>
          <p:cNvPr id="216" name="figure04 plot object 215">
            <a:extLst>
              <a:ext uri="{FF2B5EF4-FFF2-40B4-BE49-F238E27FC236}">
                <ns2:creationId id="{F7A088F9-4B60-4A15-BB2B-A1D2733A7BBE}"/>
              </a:ext>
            </a:extLst>
          </p:cNvPr>
          <p:cNvSpPr>
            <a:spLocks noGrp="1"/>
          </p:cNvSpPr>
          <p:nvPr/>
        </p:nvSpPr>
        <p:spPr>
          <a:xfrm>
            <a:off x="4208208" y="4877623"/>
            <a:ext cx="13" cy="17966"/>
          </a:xfrm>
          <a:custGeom>
            <a:pathLst>
              <a:path w="13" h="17966">
                <a:moveTo>
                  <a:pt x="0" y="17966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444B50"/>
            </a:solidFill>
            <a:prstDash val="solid"/>
          </a:ln>
        </p:spPr>
      </p:sp>
      <p:sp>
        <p:nvSpPr>
          <p:cNvPr id="217" name="figure04 plot object 216">
            <a:extLst>
              <a:ext uri="{FF2B5EF4-FFF2-40B4-BE49-F238E27FC236}">
                <ns2:creationId id="{5ACC78D7-6C01-4AB8-BBE6-9CC628298FA1}"/>
              </a:ext>
            </a:extLst>
          </p:cNvPr>
          <p:cNvSpPr>
            <a:spLocks noGrp="1"/>
          </p:cNvSpPr>
          <p:nvPr/>
        </p:nvSpPr>
        <p:spPr>
          <a:xfrm>
            <a:off x="4170108" y="4895589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12700">
            <a:solidFill>
              <a:srgbClr val="444B50"/>
            </a:solidFill>
            <a:prstDash val="solid"/>
          </a:ln>
        </p:spPr>
      </p:sp>
      <p:sp>
        <p:nvSpPr>
          <p:cNvPr id="218" name="figure04 plot object 217">
            <a:extLst>
              <a:ext uri="{FF2B5EF4-FFF2-40B4-BE49-F238E27FC236}">
                <ns2:creationId id="{51C65631-2DBC-4CC4-81BA-6D100E0D0F30}"/>
              </a:ext>
            </a:extLst>
          </p:cNvPr>
          <p:cNvSpPr>
            <a:spLocks noGrp="1"/>
          </p:cNvSpPr>
          <p:nvPr/>
        </p:nvSpPr>
        <p:spPr>
          <a:xfrm>
            <a:off x="4170108" y="4877623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12700">
            <a:solidFill>
              <a:srgbClr val="444B50"/>
            </a:solidFill>
            <a:prstDash val="solid"/>
          </a:ln>
        </p:spPr>
      </p:sp>
      <p:sp>
        <p:nvSpPr>
          <p:cNvPr id="219" name="figure04 plot object 218">
            <a:extLst>
              <a:ext uri="{FF2B5EF4-FFF2-40B4-BE49-F238E27FC236}">
                <ns2:creationId id="{2B7AF057-65E0-4E23-9AC2-226423C4B448}"/>
              </a:ext>
            </a:extLst>
          </p:cNvPr>
          <p:cNvSpPr>
            <a:spLocks noGrp="1"/>
          </p:cNvSpPr>
          <p:nvPr/>
        </p:nvSpPr>
        <p:spPr>
          <a:xfrm>
            <a:off x="4208208" y="4876212"/>
            <a:ext cx="13" cy="26453"/>
          </a:xfrm>
          <a:custGeom>
            <a:pathLst>
              <a:path w="13" h="26453">
                <a:moveTo>
                  <a:pt x="0" y="26453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444B50"/>
            </a:solidFill>
            <a:prstDash val="solid"/>
          </a:ln>
        </p:spPr>
      </p:sp>
      <p:sp>
        <p:nvSpPr>
          <p:cNvPr id="220" name="figure04 plot object 219">
            <a:extLst>
              <a:ext uri="{FF2B5EF4-FFF2-40B4-BE49-F238E27FC236}">
                <ns2:creationId id="{D008AE9C-5205-4C56-9E0F-1B59D22618D9}"/>
              </a:ext>
            </a:extLst>
          </p:cNvPr>
          <p:cNvSpPr>
            <a:spLocks noGrp="1"/>
          </p:cNvSpPr>
          <p:nvPr/>
        </p:nvSpPr>
        <p:spPr>
          <a:xfrm>
            <a:off x="4170108" y="4902665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12700">
            <a:solidFill>
              <a:srgbClr val="444B50"/>
            </a:solidFill>
            <a:prstDash val="solid"/>
          </a:ln>
        </p:spPr>
      </p:sp>
      <p:sp>
        <p:nvSpPr>
          <p:cNvPr id="221" name="figure04 plot object 220">
            <a:extLst>
              <a:ext uri="{FF2B5EF4-FFF2-40B4-BE49-F238E27FC236}">
                <ns2:creationId id="{217EA5F8-01F8-4950-853C-7DD873FF7391}"/>
              </a:ext>
            </a:extLst>
          </p:cNvPr>
          <p:cNvSpPr>
            <a:spLocks noGrp="1"/>
          </p:cNvSpPr>
          <p:nvPr/>
        </p:nvSpPr>
        <p:spPr>
          <a:xfrm>
            <a:off x="4170108" y="4876212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12700">
            <a:solidFill>
              <a:srgbClr val="444B50"/>
            </a:solidFill>
            <a:prstDash val="solid"/>
          </a:ln>
        </p:spPr>
      </p:sp>
      <p:sp>
        <p:nvSpPr>
          <p:cNvPr id="222" name="figure04 plot object 221">
            <a:extLst>
              <a:ext uri="{FF2B5EF4-FFF2-40B4-BE49-F238E27FC236}">
                <ns2:creationId id="{B3535EB1-AEE5-4B39-871B-F945705346CC}"/>
              </a:ext>
            </a:extLst>
          </p:cNvPr>
          <p:cNvSpPr>
            <a:spLocks noGrp="1"/>
          </p:cNvSpPr>
          <p:nvPr/>
        </p:nvSpPr>
        <p:spPr>
          <a:xfrm>
            <a:off x="4208208" y="4881425"/>
            <a:ext cx="13" cy="18940"/>
          </a:xfrm>
          <a:custGeom>
            <a:pathLst>
              <a:path w="13" h="18940">
                <a:moveTo>
                  <a:pt x="0" y="1894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444B50"/>
            </a:solidFill>
            <a:prstDash val="solid"/>
          </a:ln>
        </p:spPr>
      </p:sp>
      <p:sp>
        <p:nvSpPr>
          <p:cNvPr id="223" name="figure04 plot object 222">
            <a:extLst>
              <a:ext uri="{FF2B5EF4-FFF2-40B4-BE49-F238E27FC236}">
                <ns2:creationId id="{03C19804-EB59-4918-A22C-9D4B4A53066E}"/>
              </a:ext>
            </a:extLst>
          </p:cNvPr>
          <p:cNvSpPr>
            <a:spLocks noGrp="1"/>
          </p:cNvSpPr>
          <p:nvPr/>
        </p:nvSpPr>
        <p:spPr>
          <a:xfrm>
            <a:off x="4170108" y="4900365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12700">
            <a:solidFill>
              <a:srgbClr val="444B50"/>
            </a:solidFill>
            <a:prstDash val="solid"/>
          </a:ln>
        </p:spPr>
      </p:sp>
      <p:sp>
        <p:nvSpPr>
          <p:cNvPr id="224" name="figure04 plot object 223">
            <a:extLst>
              <a:ext uri="{FF2B5EF4-FFF2-40B4-BE49-F238E27FC236}">
                <ns2:creationId id="{9617C6E8-6857-4615-8D45-0FE9EB5CC621}"/>
              </a:ext>
            </a:extLst>
          </p:cNvPr>
          <p:cNvSpPr>
            <a:spLocks noGrp="1"/>
          </p:cNvSpPr>
          <p:nvPr/>
        </p:nvSpPr>
        <p:spPr>
          <a:xfrm>
            <a:off x="4170108" y="4881425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12700">
            <a:solidFill>
              <a:srgbClr val="444B50"/>
            </a:solidFill>
            <a:prstDash val="solid"/>
          </a:ln>
        </p:spPr>
      </p:sp>
      <p:sp>
        <p:nvSpPr>
          <p:cNvPr id="225" name="figure04 plot object 224">
            <a:extLst>
              <a:ext uri="{FF2B5EF4-FFF2-40B4-BE49-F238E27FC236}">
                <ns2:creationId id="{55CC662F-550C-4E44-B101-1B70809C3B88}"/>
              </a:ext>
            </a:extLst>
          </p:cNvPr>
          <p:cNvSpPr>
            <a:spLocks noGrp="1"/>
          </p:cNvSpPr>
          <p:nvPr/>
        </p:nvSpPr>
        <p:spPr>
          <a:xfrm>
            <a:off x="1368839" y="2613064"/>
            <a:ext cx="13" cy="783831"/>
          </a:xfrm>
          <a:custGeom>
            <a:pathLst>
              <a:path w="13" h="783831">
                <a:moveTo>
                  <a:pt x="0" y="783831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444B50"/>
            </a:solidFill>
            <a:prstDash val="solid"/>
          </a:ln>
        </p:spPr>
      </p:sp>
      <p:sp>
        <p:nvSpPr>
          <p:cNvPr id="226" name="figure04 plot object 225">
            <a:extLst>
              <a:ext uri="{FF2B5EF4-FFF2-40B4-BE49-F238E27FC236}">
                <ns2:creationId id="{7390A15E-0167-4969-84C0-328F0BF0B68D}"/>
              </a:ext>
            </a:extLst>
          </p:cNvPr>
          <p:cNvSpPr>
            <a:spLocks noGrp="1"/>
          </p:cNvSpPr>
          <p:nvPr/>
        </p:nvSpPr>
        <p:spPr>
          <a:xfrm>
            <a:off x="1330739" y="3396895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12700">
            <a:solidFill>
              <a:srgbClr val="444B50"/>
            </a:solidFill>
            <a:prstDash val="solid"/>
          </a:ln>
        </p:spPr>
      </p:sp>
      <p:sp>
        <p:nvSpPr>
          <p:cNvPr id="227" name="figure04 plot object 226">
            <a:extLst>
              <a:ext uri="{FF2B5EF4-FFF2-40B4-BE49-F238E27FC236}">
                <ns2:creationId id="{4BE4145E-1817-40AA-B862-806F811AB2C4}"/>
              </a:ext>
            </a:extLst>
          </p:cNvPr>
          <p:cNvSpPr>
            <a:spLocks noGrp="1"/>
          </p:cNvSpPr>
          <p:nvPr/>
        </p:nvSpPr>
        <p:spPr>
          <a:xfrm>
            <a:off x="1330739" y="2613064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12700">
            <a:solidFill>
              <a:srgbClr val="444B50"/>
            </a:solidFill>
            <a:prstDash val="solid"/>
          </a:ln>
        </p:spPr>
      </p:sp>
      <p:sp>
        <p:nvSpPr>
          <p:cNvPr id="228" name="figure04 plot object 227">
            <a:extLst>
              <a:ext uri="{FF2B5EF4-FFF2-40B4-BE49-F238E27FC236}">
                <ns2:creationId id="{E22753E6-414A-4A45-8686-5C3C6BAF58E3}"/>
              </a:ext>
            </a:extLst>
          </p:cNvPr>
          <p:cNvSpPr>
            <a:spLocks noGrp="1"/>
          </p:cNvSpPr>
          <p:nvPr/>
        </p:nvSpPr>
        <p:spPr>
          <a:xfrm>
            <a:off x="2189342" y="3998833"/>
            <a:ext cx="13" cy="454478"/>
          </a:xfrm>
          <a:custGeom>
            <a:pathLst>
              <a:path w="13" h="454478">
                <a:moveTo>
                  <a:pt x="0" y="454478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444B50"/>
            </a:solidFill>
            <a:prstDash val="solid"/>
          </a:ln>
        </p:spPr>
      </p:sp>
      <p:sp>
        <p:nvSpPr>
          <p:cNvPr id="229" name="figure04 plot object 228">
            <a:extLst>
              <a:ext uri="{FF2B5EF4-FFF2-40B4-BE49-F238E27FC236}">
                <ns2:creationId id="{B5A29173-42E5-4167-AD5D-DAAC17D659D2}"/>
              </a:ext>
            </a:extLst>
          </p:cNvPr>
          <p:cNvSpPr>
            <a:spLocks noGrp="1"/>
          </p:cNvSpPr>
          <p:nvPr/>
        </p:nvSpPr>
        <p:spPr>
          <a:xfrm>
            <a:off x="2151242" y="4453311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12700">
            <a:solidFill>
              <a:srgbClr val="444B50"/>
            </a:solidFill>
            <a:prstDash val="solid"/>
          </a:ln>
        </p:spPr>
      </p:sp>
      <p:sp>
        <p:nvSpPr>
          <p:cNvPr id="230" name="figure04 plot object 229">
            <a:extLst>
              <a:ext uri="{FF2B5EF4-FFF2-40B4-BE49-F238E27FC236}">
                <ns2:creationId id="{43879E41-2692-4A59-A29A-6995664CF4CD}"/>
              </a:ext>
            </a:extLst>
          </p:cNvPr>
          <p:cNvSpPr>
            <a:spLocks noGrp="1"/>
          </p:cNvSpPr>
          <p:nvPr/>
        </p:nvSpPr>
        <p:spPr>
          <a:xfrm>
            <a:off x="2151242" y="3998833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12700">
            <a:solidFill>
              <a:srgbClr val="444B50"/>
            </a:solidFill>
            <a:prstDash val="solid"/>
          </a:ln>
        </p:spPr>
      </p:sp>
      <p:sp>
        <p:nvSpPr>
          <p:cNvPr id="231" name="figure04 plot object 230">
            <a:extLst>
              <a:ext uri="{FF2B5EF4-FFF2-40B4-BE49-F238E27FC236}">
                <ns2:creationId id="{084EBD6D-6D30-45B8-9E86-91E8BA82CF2D}"/>
              </a:ext>
            </a:extLst>
          </p:cNvPr>
          <p:cNvSpPr>
            <a:spLocks noGrp="1"/>
          </p:cNvSpPr>
          <p:nvPr/>
        </p:nvSpPr>
        <p:spPr>
          <a:xfrm>
            <a:off x="5631745" y="4875108"/>
            <a:ext cx="13" cy="14620"/>
          </a:xfrm>
          <a:custGeom>
            <a:pathLst>
              <a:path w="13" h="14620">
                <a:moveTo>
                  <a:pt x="0" y="1462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444B50"/>
            </a:solidFill>
            <a:prstDash val="solid"/>
          </a:ln>
        </p:spPr>
      </p:sp>
      <p:sp>
        <p:nvSpPr>
          <p:cNvPr id="232" name="figure04 plot object 231">
            <a:extLst>
              <a:ext uri="{FF2B5EF4-FFF2-40B4-BE49-F238E27FC236}">
                <ns2:creationId id="{6D71392E-29B4-4949-B8A5-20BD8098AA75}"/>
              </a:ext>
            </a:extLst>
          </p:cNvPr>
          <p:cNvSpPr>
            <a:spLocks noGrp="1"/>
          </p:cNvSpPr>
          <p:nvPr/>
        </p:nvSpPr>
        <p:spPr>
          <a:xfrm>
            <a:off x="5593645" y="4889728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12700">
            <a:solidFill>
              <a:srgbClr val="444B50"/>
            </a:solidFill>
            <a:prstDash val="solid"/>
          </a:ln>
        </p:spPr>
      </p:sp>
      <p:sp>
        <p:nvSpPr>
          <p:cNvPr id="233" name="figure04 plot object 232">
            <a:extLst>
              <a:ext uri="{FF2B5EF4-FFF2-40B4-BE49-F238E27FC236}">
                <ns2:creationId id="{D38C7FED-D031-4E4A-BFE9-FDD4484513EE}"/>
              </a:ext>
            </a:extLst>
          </p:cNvPr>
          <p:cNvSpPr>
            <a:spLocks noGrp="1"/>
          </p:cNvSpPr>
          <p:nvPr/>
        </p:nvSpPr>
        <p:spPr>
          <a:xfrm>
            <a:off x="5593645" y="4875108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12700">
            <a:solidFill>
              <a:srgbClr val="444B50"/>
            </a:solidFill>
            <a:prstDash val="solid"/>
          </a:ln>
        </p:spPr>
      </p:sp>
      <p:sp>
        <p:nvSpPr>
          <p:cNvPr id="234" name="figure04 plot object 233">
            <a:extLst>
              <a:ext uri="{FF2B5EF4-FFF2-40B4-BE49-F238E27FC236}">
                <ns2:creationId id="{90822299-8646-4DF2-92B4-9B393D9C3EA0}"/>
              </a:ext>
            </a:extLst>
          </p:cNvPr>
          <p:cNvSpPr>
            <a:spLocks noGrp="1"/>
          </p:cNvSpPr>
          <p:nvPr/>
        </p:nvSpPr>
        <p:spPr>
          <a:xfrm>
            <a:off x="4811241" y="4883676"/>
            <a:ext cx="13" cy="19806"/>
          </a:xfrm>
          <a:custGeom>
            <a:pathLst>
              <a:path w="13" h="19806">
                <a:moveTo>
                  <a:pt x="0" y="19806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444B50"/>
            </a:solidFill>
            <a:prstDash val="solid"/>
          </a:ln>
        </p:spPr>
      </p:sp>
      <p:sp>
        <p:nvSpPr>
          <p:cNvPr id="235" name="figure04 plot object 234">
            <a:extLst>
              <a:ext uri="{FF2B5EF4-FFF2-40B4-BE49-F238E27FC236}">
                <ns2:creationId id="{9AA18BD8-FEDF-486A-B3F4-71D67042B3CA}"/>
              </a:ext>
            </a:extLst>
          </p:cNvPr>
          <p:cNvSpPr>
            <a:spLocks noGrp="1"/>
          </p:cNvSpPr>
          <p:nvPr/>
        </p:nvSpPr>
        <p:spPr>
          <a:xfrm>
            <a:off x="4773141" y="4903482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12700">
            <a:solidFill>
              <a:srgbClr val="444B50"/>
            </a:solidFill>
            <a:prstDash val="solid"/>
          </a:ln>
        </p:spPr>
      </p:sp>
      <p:sp>
        <p:nvSpPr>
          <p:cNvPr id="236" name="figure04 plot object 235">
            <a:extLst>
              <a:ext uri="{FF2B5EF4-FFF2-40B4-BE49-F238E27FC236}">
                <ns2:creationId id="{6F22A633-FC57-4A0B-83CB-B1E5EC0E15AE}"/>
              </a:ext>
            </a:extLst>
          </p:cNvPr>
          <p:cNvSpPr>
            <a:spLocks noGrp="1"/>
          </p:cNvSpPr>
          <p:nvPr/>
        </p:nvSpPr>
        <p:spPr>
          <a:xfrm>
            <a:off x="4773141" y="4883676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12700">
            <a:solidFill>
              <a:srgbClr val="444B50"/>
            </a:solidFill>
            <a:prstDash val="solid"/>
          </a:ln>
        </p:spPr>
      </p:sp>
      <p:sp>
        <p:nvSpPr>
          <p:cNvPr id="237" name="figure04 plot object 236">
            <a:extLst>
              <a:ext uri="{FF2B5EF4-FFF2-40B4-BE49-F238E27FC236}">
                <ns2:creationId id="{37CA8813-A77D-40EA-A2F9-B6A9E2E44F1C}"/>
              </a:ext>
            </a:extLst>
          </p:cNvPr>
          <p:cNvSpPr>
            <a:spLocks noGrp="1"/>
          </p:cNvSpPr>
          <p:nvPr/>
        </p:nvSpPr>
        <p:spPr>
          <a:xfrm>
            <a:off x="4368193" y="4885959"/>
            <a:ext cx="13" cy="8657"/>
          </a:xfrm>
          <a:custGeom>
            <a:pathLst>
              <a:path w="13" h="8657">
                <a:moveTo>
                  <a:pt x="0" y="8657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444B50"/>
            </a:solidFill>
            <a:prstDash val="solid"/>
          </a:ln>
        </p:spPr>
      </p:sp>
      <p:sp>
        <p:nvSpPr>
          <p:cNvPr id="238" name="figure04 plot object 237">
            <a:extLst>
              <a:ext uri="{FF2B5EF4-FFF2-40B4-BE49-F238E27FC236}">
                <ns2:creationId id="{96F0D534-DB6C-41BF-856B-40ABEA5C3492}"/>
              </a:ext>
            </a:extLst>
          </p:cNvPr>
          <p:cNvSpPr>
            <a:spLocks noGrp="1"/>
          </p:cNvSpPr>
          <p:nvPr/>
        </p:nvSpPr>
        <p:spPr>
          <a:xfrm>
            <a:off x="4330093" y="4894616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12700">
            <a:solidFill>
              <a:srgbClr val="444B50"/>
            </a:solidFill>
            <a:prstDash val="solid"/>
          </a:ln>
        </p:spPr>
      </p:sp>
      <p:sp>
        <p:nvSpPr>
          <p:cNvPr id="239" name="figure04 plot object 238">
            <a:extLst>
              <a:ext uri="{FF2B5EF4-FFF2-40B4-BE49-F238E27FC236}">
                <ns2:creationId id="{4880D21B-27F3-449C-A610-4A2AC9CC88CF}"/>
              </a:ext>
            </a:extLst>
          </p:cNvPr>
          <p:cNvSpPr>
            <a:spLocks noGrp="1"/>
          </p:cNvSpPr>
          <p:nvPr/>
        </p:nvSpPr>
        <p:spPr>
          <a:xfrm>
            <a:off x="4330093" y="4885959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444B50"/>
          </a:solidFill>
          <a:ln w="12700">
            <a:solidFill>
              <a:srgbClr val="444B50"/>
            </a:solidFill>
            <a:prstDash val="solid"/>
          </a:ln>
        </p:spPr>
      </p:sp>
      <p:sp>
        <p:nvSpPr>
          <p:cNvPr id="240" name="figure04 plot object 239">
            <a:extLst>
              <a:ext uri="{FF2B5EF4-FFF2-40B4-BE49-F238E27FC236}">
                <ns2:creationId id="{D5ACCBCD-6E79-46B3-BED1-061B782AB18F}"/>
              </a:ext>
            </a:extLst>
          </p:cNvPr>
          <p:cNvSpPr>
            <a:spLocks noGrp="1"/>
          </p:cNvSpPr>
          <p:nvPr/>
        </p:nvSpPr>
        <p:spPr>
          <a:xfrm>
            <a:off x="3606241" y="4817801"/>
            <a:ext cx="89803" cy="89803"/>
          </a:xfrm>
          <a:custGeom>
            <a:pathLst>
              <a:path w="89803" h="89803">
                <a:moveTo>
                  <a:pt x="44901" y="89803"/>
                </a:moveTo>
                <a:lnTo>
                  <a:pt x="89803" y="44901"/>
                </a:lnTo>
                <a:lnTo>
                  <a:pt x="44901" y="0"/>
                </a:lnTo>
                <a:lnTo>
                  <a:pt x="0" y="44901"/>
                </a:lnTo>
                <a:close/>
              </a:path>
            </a:pathLst>
          </a:custGeom>
          <a:solidFill>
            <a:srgbClr val="444B50"/>
          </a:solidFill>
          <a:ln w="12700">
            <a:solidFill>
              <a:srgbClr val="444B50"/>
            </a:solidFill>
            <a:prstDash val="solid"/>
          </a:ln>
        </p:spPr>
      </p:sp>
      <p:sp>
        <p:nvSpPr>
          <p:cNvPr id="241" name="figure04 plot object 240">
            <a:extLst>
              <a:ext uri="{FF2B5EF4-FFF2-40B4-BE49-F238E27FC236}">
                <ns2:creationId id="{90ED7993-1B1A-4D08-AAC8-3CF87B89DAF5}"/>
              </a:ext>
            </a:extLst>
          </p:cNvPr>
          <p:cNvSpPr>
            <a:spLocks noGrp="1"/>
          </p:cNvSpPr>
          <p:nvPr/>
        </p:nvSpPr>
        <p:spPr>
          <a:xfrm>
            <a:off x="3606241" y="4810492"/>
            <a:ext cx="89803" cy="89803"/>
          </a:xfrm>
          <a:custGeom>
            <a:pathLst>
              <a:path w="89803" h="89803">
                <a:moveTo>
                  <a:pt x="44901" y="89803"/>
                </a:moveTo>
                <a:lnTo>
                  <a:pt x="89803" y="44901"/>
                </a:lnTo>
                <a:lnTo>
                  <a:pt x="44901" y="0"/>
                </a:lnTo>
                <a:lnTo>
                  <a:pt x="0" y="44901"/>
                </a:lnTo>
                <a:close/>
              </a:path>
            </a:pathLst>
          </a:custGeom>
          <a:solidFill>
            <a:srgbClr val="444B50"/>
          </a:solidFill>
          <a:ln w="12700">
            <a:solidFill>
              <a:srgbClr val="444B50"/>
            </a:solidFill>
            <a:prstDash val="solid"/>
          </a:ln>
        </p:spPr>
      </p:sp>
      <p:sp>
        <p:nvSpPr>
          <p:cNvPr id="242" name="figure04 plot object 241">
            <a:extLst>
              <a:ext uri="{FF2B5EF4-FFF2-40B4-BE49-F238E27FC236}">
                <ns2:creationId id="{C8A3EFD6-C229-440B-9EB1-5894DFBF6B18}"/>
              </a:ext>
            </a:extLst>
          </p:cNvPr>
          <p:cNvSpPr>
            <a:spLocks noGrp="1"/>
          </p:cNvSpPr>
          <p:nvPr/>
        </p:nvSpPr>
        <p:spPr>
          <a:xfrm>
            <a:off x="2071951" y="4096685"/>
            <a:ext cx="89803" cy="89803"/>
          </a:xfrm>
          <a:custGeom>
            <a:pathLst>
              <a:path w="89803" h="89803">
                <a:moveTo>
                  <a:pt x="44901" y="89803"/>
                </a:moveTo>
                <a:lnTo>
                  <a:pt x="89803" y="44901"/>
                </a:lnTo>
                <a:lnTo>
                  <a:pt x="44901" y="0"/>
                </a:lnTo>
                <a:lnTo>
                  <a:pt x="0" y="44901"/>
                </a:lnTo>
                <a:close/>
              </a:path>
            </a:pathLst>
          </a:custGeom>
          <a:solidFill>
            <a:srgbClr val="444B50"/>
          </a:solidFill>
          <a:ln w="12700">
            <a:solidFill>
              <a:srgbClr val="444B50"/>
            </a:solidFill>
            <a:prstDash val="solid"/>
          </a:ln>
        </p:spPr>
      </p:sp>
      <p:sp>
        <p:nvSpPr>
          <p:cNvPr id="243" name="figure04 plot object 242">
            <a:extLst>
              <a:ext uri="{FF2B5EF4-FFF2-40B4-BE49-F238E27FC236}">
                <ns2:creationId id="{01B8EC64-92A9-4E26-938A-3EDA86C6D1BC}"/>
              </a:ext>
            </a:extLst>
          </p:cNvPr>
          <p:cNvSpPr>
            <a:spLocks noGrp="1"/>
          </p:cNvSpPr>
          <p:nvPr/>
        </p:nvSpPr>
        <p:spPr>
          <a:xfrm>
            <a:off x="2892454" y="4671164"/>
            <a:ext cx="89803" cy="89803"/>
          </a:xfrm>
          <a:custGeom>
            <a:pathLst>
              <a:path w="89803" h="89803">
                <a:moveTo>
                  <a:pt x="44901" y="89803"/>
                </a:moveTo>
                <a:lnTo>
                  <a:pt x="89803" y="44901"/>
                </a:lnTo>
                <a:lnTo>
                  <a:pt x="44901" y="0"/>
                </a:lnTo>
                <a:lnTo>
                  <a:pt x="0" y="44901"/>
                </a:lnTo>
                <a:close/>
              </a:path>
            </a:pathLst>
          </a:custGeom>
          <a:solidFill>
            <a:srgbClr val="444B50"/>
          </a:solidFill>
          <a:ln w="12700">
            <a:solidFill>
              <a:srgbClr val="444B50"/>
            </a:solidFill>
            <a:prstDash val="solid"/>
          </a:ln>
        </p:spPr>
      </p:sp>
      <p:sp>
        <p:nvSpPr>
          <p:cNvPr id="244" name="figure04 plot object 243">
            <a:extLst>
              <a:ext uri="{FF2B5EF4-FFF2-40B4-BE49-F238E27FC236}">
                <ns2:creationId id="{34918C28-117E-43FC-9C14-54904EEA3400}"/>
              </a:ext>
            </a:extLst>
          </p:cNvPr>
          <p:cNvSpPr>
            <a:spLocks noGrp="1"/>
          </p:cNvSpPr>
          <p:nvPr/>
        </p:nvSpPr>
        <p:spPr>
          <a:xfrm>
            <a:off x="4163307" y="4841705"/>
            <a:ext cx="89803" cy="89803"/>
          </a:xfrm>
          <a:custGeom>
            <a:pathLst>
              <a:path w="89803" h="89803">
                <a:moveTo>
                  <a:pt x="44901" y="89803"/>
                </a:moveTo>
                <a:lnTo>
                  <a:pt x="89803" y="44901"/>
                </a:lnTo>
                <a:lnTo>
                  <a:pt x="44901" y="0"/>
                </a:lnTo>
                <a:lnTo>
                  <a:pt x="0" y="44901"/>
                </a:lnTo>
                <a:close/>
              </a:path>
            </a:pathLst>
          </a:custGeom>
          <a:solidFill>
            <a:srgbClr val="444B50"/>
          </a:solidFill>
          <a:ln w="12700">
            <a:solidFill>
              <a:srgbClr val="444B50"/>
            </a:solidFill>
            <a:prstDash val="solid"/>
          </a:ln>
        </p:spPr>
      </p:sp>
      <p:sp>
        <p:nvSpPr>
          <p:cNvPr id="245" name="figure04 plot object 244">
            <a:extLst>
              <a:ext uri="{FF2B5EF4-FFF2-40B4-BE49-F238E27FC236}">
                <ns2:creationId id="{C2FA20B5-6DE1-4B30-8E43-8C8E135CCB92}"/>
              </a:ext>
            </a:extLst>
          </p:cNvPr>
          <p:cNvSpPr>
            <a:spLocks noGrp="1"/>
          </p:cNvSpPr>
          <p:nvPr/>
        </p:nvSpPr>
        <p:spPr>
          <a:xfrm>
            <a:off x="4163307" y="4844538"/>
            <a:ext cx="89803" cy="89803"/>
          </a:xfrm>
          <a:custGeom>
            <a:pathLst>
              <a:path w="89803" h="89803">
                <a:moveTo>
                  <a:pt x="44901" y="89803"/>
                </a:moveTo>
                <a:lnTo>
                  <a:pt x="89803" y="44901"/>
                </a:lnTo>
                <a:lnTo>
                  <a:pt x="44901" y="0"/>
                </a:lnTo>
                <a:lnTo>
                  <a:pt x="0" y="44901"/>
                </a:lnTo>
                <a:close/>
              </a:path>
            </a:pathLst>
          </a:custGeom>
          <a:solidFill>
            <a:srgbClr val="444B50"/>
          </a:solidFill>
          <a:ln w="12700">
            <a:solidFill>
              <a:srgbClr val="444B50"/>
            </a:solidFill>
            <a:prstDash val="solid"/>
          </a:ln>
        </p:spPr>
      </p:sp>
      <p:sp>
        <p:nvSpPr>
          <p:cNvPr id="246" name="figure04 plot object 245">
            <a:extLst>
              <a:ext uri="{FF2B5EF4-FFF2-40B4-BE49-F238E27FC236}">
                <ns2:creationId id="{71ABA27F-8E5D-46F1-BEB4-6B4990DB01FD}"/>
              </a:ext>
            </a:extLst>
          </p:cNvPr>
          <p:cNvSpPr>
            <a:spLocks noGrp="1"/>
          </p:cNvSpPr>
          <p:nvPr/>
        </p:nvSpPr>
        <p:spPr>
          <a:xfrm>
            <a:off x="4163307" y="4845994"/>
            <a:ext cx="89803" cy="89803"/>
          </a:xfrm>
          <a:custGeom>
            <a:pathLst>
              <a:path w="89803" h="89803">
                <a:moveTo>
                  <a:pt x="44901" y="89803"/>
                </a:moveTo>
                <a:lnTo>
                  <a:pt x="89803" y="44901"/>
                </a:lnTo>
                <a:lnTo>
                  <a:pt x="44901" y="0"/>
                </a:lnTo>
                <a:lnTo>
                  <a:pt x="0" y="44901"/>
                </a:lnTo>
                <a:close/>
              </a:path>
            </a:pathLst>
          </a:custGeom>
          <a:solidFill>
            <a:srgbClr val="444B50"/>
          </a:solidFill>
          <a:ln w="12700">
            <a:solidFill>
              <a:srgbClr val="444B50"/>
            </a:solidFill>
            <a:prstDash val="solid"/>
          </a:ln>
        </p:spPr>
      </p:sp>
      <p:sp>
        <p:nvSpPr>
          <p:cNvPr id="247" name="figure04 plot object 246">
            <a:extLst>
              <a:ext uri="{FF2B5EF4-FFF2-40B4-BE49-F238E27FC236}">
                <ns2:creationId id="{0323E471-B3B8-43CD-94EA-518F8856FA93}"/>
              </a:ext>
            </a:extLst>
          </p:cNvPr>
          <p:cNvSpPr>
            <a:spLocks noGrp="1"/>
          </p:cNvSpPr>
          <p:nvPr/>
        </p:nvSpPr>
        <p:spPr>
          <a:xfrm>
            <a:off x="1323938" y="2960078"/>
            <a:ext cx="89803" cy="89803"/>
          </a:xfrm>
          <a:custGeom>
            <a:pathLst>
              <a:path w="89803" h="89803">
                <a:moveTo>
                  <a:pt x="44901" y="89803"/>
                </a:moveTo>
                <a:lnTo>
                  <a:pt x="89803" y="44901"/>
                </a:lnTo>
                <a:lnTo>
                  <a:pt x="44901" y="0"/>
                </a:lnTo>
                <a:lnTo>
                  <a:pt x="0" y="44901"/>
                </a:lnTo>
                <a:close/>
              </a:path>
            </a:pathLst>
          </a:custGeom>
          <a:solidFill>
            <a:srgbClr val="444B50"/>
          </a:solidFill>
          <a:ln w="12700">
            <a:solidFill>
              <a:srgbClr val="444B50"/>
            </a:solidFill>
            <a:prstDash val="solid"/>
          </a:ln>
        </p:spPr>
      </p:sp>
      <p:sp>
        <p:nvSpPr>
          <p:cNvPr id="248" name="figure04 plot object 247">
            <a:extLst>
              <a:ext uri="{FF2B5EF4-FFF2-40B4-BE49-F238E27FC236}">
                <ns2:creationId id="{0D7854CC-96A5-457B-8443-485884448B31}"/>
              </a:ext>
            </a:extLst>
          </p:cNvPr>
          <p:cNvSpPr>
            <a:spLocks noGrp="1"/>
          </p:cNvSpPr>
          <p:nvPr/>
        </p:nvSpPr>
        <p:spPr>
          <a:xfrm>
            <a:off x="2144441" y="4181171"/>
            <a:ext cx="89803" cy="89803"/>
          </a:xfrm>
          <a:custGeom>
            <a:pathLst>
              <a:path w="89803" h="89803">
                <a:moveTo>
                  <a:pt x="44901" y="89803"/>
                </a:moveTo>
                <a:lnTo>
                  <a:pt x="89803" y="44901"/>
                </a:lnTo>
                <a:lnTo>
                  <a:pt x="44901" y="0"/>
                </a:lnTo>
                <a:lnTo>
                  <a:pt x="0" y="44901"/>
                </a:lnTo>
                <a:close/>
              </a:path>
            </a:pathLst>
          </a:custGeom>
          <a:solidFill>
            <a:srgbClr val="444B50"/>
          </a:solidFill>
          <a:ln w="12700">
            <a:solidFill>
              <a:srgbClr val="444B50"/>
            </a:solidFill>
            <a:prstDash val="solid"/>
          </a:ln>
        </p:spPr>
      </p:sp>
      <p:sp>
        <p:nvSpPr>
          <p:cNvPr id="249" name="figure04 plot object 248">
            <a:extLst>
              <a:ext uri="{FF2B5EF4-FFF2-40B4-BE49-F238E27FC236}">
                <ns2:creationId id="{07CE7881-1A5B-43FD-AB3B-735501897D24}"/>
              </a:ext>
            </a:extLst>
          </p:cNvPr>
          <p:cNvSpPr>
            <a:spLocks noGrp="1"/>
          </p:cNvSpPr>
          <p:nvPr/>
        </p:nvSpPr>
        <p:spPr>
          <a:xfrm>
            <a:off x="5586843" y="4837517"/>
            <a:ext cx="89803" cy="89803"/>
          </a:xfrm>
          <a:custGeom>
            <a:pathLst>
              <a:path w="89803" h="89803">
                <a:moveTo>
                  <a:pt x="44901" y="89803"/>
                </a:moveTo>
                <a:lnTo>
                  <a:pt x="89803" y="44901"/>
                </a:lnTo>
                <a:lnTo>
                  <a:pt x="44901" y="0"/>
                </a:lnTo>
                <a:lnTo>
                  <a:pt x="0" y="44901"/>
                </a:lnTo>
                <a:close/>
              </a:path>
            </a:pathLst>
          </a:custGeom>
          <a:solidFill>
            <a:srgbClr val="444B50"/>
          </a:solidFill>
          <a:ln w="12700">
            <a:solidFill>
              <a:srgbClr val="444B50"/>
            </a:solidFill>
            <a:prstDash val="solid"/>
          </a:ln>
        </p:spPr>
      </p:sp>
      <p:sp>
        <p:nvSpPr>
          <p:cNvPr id="250" name="figure04 plot object 249">
            <a:extLst>
              <a:ext uri="{FF2B5EF4-FFF2-40B4-BE49-F238E27FC236}">
                <ns2:creationId id="{2D00CD1A-A8BC-4331-8D20-48509AD959B6}"/>
              </a:ext>
            </a:extLst>
          </p:cNvPr>
          <p:cNvSpPr>
            <a:spLocks noGrp="1"/>
          </p:cNvSpPr>
          <p:nvPr/>
        </p:nvSpPr>
        <p:spPr>
          <a:xfrm>
            <a:off x="4766340" y="4848678"/>
            <a:ext cx="89803" cy="89803"/>
          </a:xfrm>
          <a:custGeom>
            <a:pathLst>
              <a:path w="89803" h="89803">
                <a:moveTo>
                  <a:pt x="44901" y="89803"/>
                </a:moveTo>
                <a:lnTo>
                  <a:pt x="89803" y="44901"/>
                </a:lnTo>
                <a:lnTo>
                  <a:pt x="44901" y="0"/>
                </a:lnTo>
                <a:lnTo>
                  <a:pt x="0" y="44901"/>
                </a:lnTo>
                <a:close/>
              </a:path>
            </a:pathLst>
          </a:custGeom>
          <a:solidFill>
            <a:srgbClr val="444B50"/>
          </a:solidFill>
          <a:ln w="12700">
            <a:solidFill>
              <a:srgbClr val="444B50"/>
            </a:solidFill>
            <a:prstDash val="solid"/>
          </a:ln>
        </p:spPr>
      </p:sp>
      <p:sp>
        <p:nvSpPr>
          <p:cNvPr id="251" name="figure04 plot object 250">
            <a:extLst>
              <a:ext uri="{FF2B5EF4-FFF2-40B4-BE49-F238E27FC236}">
                <ns2:creationId id="{73A62F4F-5C94-403F-B616-C1415D900535}"/>
              </a:ext>
            </a:extLst>
          </p:cNvPr>
          <p:cNvSpPr>
            <a:spLocks noGrp="1"/>
          </p:cNvSpPr>
          <p:nvPr/>
        </p:nvSpPr>
        <p:spPr>
          <a:xfrm>
            <a:off x="4323292" y="4845386"/>
            <a:ext cx="89803" cy="89803"/>
          </a:xfrm>
          <a:custGeom>
            <a:pathLst>
              <a:path w="89803" h="89803">
                <a:moveTo>
                  <a:pt x="44901" y="89803"/>
                </a:moveTo>
                <a:lnTo>
                  <a:pt x="89803" y="44901"/>
                </a:lnTo>
                <a:lnTo>
                  <a:pt x="44901" y="0"/>
                </a:lnTo>
                <a:lnTo>
                  <a:pt x="0" y="44901"/>
                </a:lnTo>
                <a:close/>
              </a:path>
            </a:pathLst>
          </a:custGeom>
          <a:solidFill>
            <a:srgbClr val="444B50"/>
          </a:solidFill>
          <a:ln w="12700">
            <a:solidFill>
              <a:srgbClr val="444B50"/>
            </a:solidFill>
            <a:prstDash val="solid"/>
          </a:ln>
        </p:spPr>
      </p:sp>
      <p:sp>
        <p:nvSpPr>
          <p:cNvPr id="252" name="figure04 plot object 251">
            <a:extLst>
              <a:ext uri="{FF2B5EF4-FFF2-40B4-BE49-F238E27FC236}">
                <ns2:creationId id="{FD9AFB02-18E9-4EE1-9DE8-D207E85B88F7}"/>
              </a:ext>
            </a:extLst>
          </p:cNvPr>
          <p:cNvSpPr>
            <a:spLocks noGrp="1"/>
          </p:cNvSpPr>
          <p:nvPr/>
        </p:nvSpPr>
        <p:spPr>
          <a:xfrm>
            <a:off x="1202893" y="2023110"/>
            <a:ext cx="13" cy="3127248"/>
          </a:xfrm>
          <a:custGeom>
            <a:pathLst>
              <a:path w="13" h="3127248">
                <a:moveTo>
                  <a:pt x="0" y="3127248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53" name="figure04 plot object 252">
            <a:extLst>
              <a:ext uri="{FF2B5EF4-FFF2-40B4-BE49-F238E27FC236}">
                <ns2:creationId id="{B71D7AEB-C815-4E99-9B48-3198B87AD383}"/>
              </a:ext>
            </a:extLst>
          </p:cNvPr>
          <p:cNvSpPr>
            <a:spLocks noGrp="1"/>
          </p:cNvSpPr>
          <p:nvPr/>
        </p:nvSpPr>
        <p:spPr>
          <a:xfrm>
            <a:off x="1202893" y="5150358"/>
            <a:ext cx="4560570" cy="13"/>
          </a:xfrm>
          <a:custGeom>
            <a:pathLst>
              <a:path w="4560570" h="13">
                <a:moveTo>
                  <a:pt x="0" y="0"/>
                </a:moveTo>
                <a:lnTo>
                  <a:pt x="4560570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54" name="Lowest">
            <a:extLst>
              <a:ext uri="{FF2B5EF4-FFF2-40B4-BE49-F238E27FC236}">
                <ns2:creationId id="{5B6742EC-EEB6-4655-BFE6-5407EB81C2AC}"/>
              </a:ext>
            </a:extLst>
          </p:cNvPr>
          <p:cNvSpPr>
            <a:spLocks noGrp="1"/>
          </p:cNvSpPr>
          <p:nvPr/>
        </p:nvSpPr>
        <p:spPr>
          <a:xfrm rot="0">
            <a:off x="1384689" y="2124428"/>
            <a:ext cx="696912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Lowest</a:t>
            </a:r>
          </a:p>
        </p:txBody>
      </p:sp>
      <p:sp>
        <p:nvSpPr>
          <p:cNvPr id="255" name="concentrations">
            <a:extLst>
              <a:ext uri="{FF2B5EF4-FFF2-40B4-BE49-F238E27FC236}">
                <ns2:creationId id="{CB32F519-4FCC-421B-9827-7BC62C2B53D3}"/>
              </a:ext>
            </a:extLst>
          </p:cNvPr>
          <p:cNvSpPr>
            <a:spLocks noGrp="1"/>
          </p:cNvSpPr>
          <p:nvPr/>
        </p:nvSpPr>
        <p:spPr>
          <a:xfrm rot="0">
            <a:off x="1384689" y="2337210"/>
            <a:ext cx="1274762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concentrations</a:t>
            </a:r>
          </a:p>
        </p:txBody>
      </p:sp>
      <p:sp>
        <p:nvSpPr>
          <p:cNvPr id="256" name="Source assays (180)">
            <a:extLst>
              <a:ext uri="{FF2B5EF4-FFF2-40B4-BE49-F238E27FC236}">
                <ns2:creationId id="{CF6DA158-8A4E-4B4F-B602-68A5DFD11FE9}"/>
              </a:ext>
            </a:extLst>
          </p:cNvPr>
          <p:cNvSpPr>
            <a:spLocks noGrp="1"/>
          </p:cNvSpPr>
          <p:nvPr/>
        </p:nvSpPr>
        <p:spPr>
          <a:xfrm rot="0">
            <a:off x="2962357" y="3654481"/>
            <a:ext cx="1725613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Source assays (180)</a:t>
            </a:r>
          </a:p>
        </p:txBody>
      </p:sp>
      <p:sp>
        <p:nvSpPr>
          <p:cNvPr id="257" name="0.0185–2 M">
            <a:extLst>
              <a:ext uri="{FF2B5EF4-FFF2-40B4-BE49-F238E27FC236}">
                <ns2:creationId id="{F087C777-EF9B-4763-A614-B7F1D517618F}"/>
              </a:ext>
            </a:extLst>
          </p:cNvPr>
          <p:cNvSpPr>
            <a:spLocks noGrp="1"/>
          </p:cNvSpPr>
          <p:nvPr/>
        </p:nvSpPr>
        <p:spPr>
          <a:xfrm rot="0">
            <a:off x="2962357" y="3867644"/>
            <a:ext cx="10985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0.0185–2 M</a:t>
            </a:r>
          </a:p>
        </p:txBody>
      </p:sp>
      <p:sp>
        <p:nvSpPr>
          <p:cNvPr id="258" name="5.5–9.2% dissociation">
            <a:extLst>
              <a:ext uri="{FF2B5EF4-FFF2-40B4-BE49-F238E27FC236}">
                <ns2:creationId id="{E6D4FE38-66A0-48AA-8916-3D8FAB61831C}"/>
              </a:ext>
            </a:extLst>
          </p:cNvPr>
          <p:cNvSpPr>
            <a:spLocks noGrp="1"/>
          </p:cNvSpPr>
          <p:nvPr/>
        </p:nvSpPr>
        <p:spPr>
          <a:xfrm rot="0">
            <a:off x="2962357" y="4080426"/>
            <a:ext cx="1897063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5.5–9.2% dissociation</a:t>
            </a:r>
          </a:p>
        </p:txBody>
      </p:sp>
      <p:sp>
        <p:nvSpPr>
          <p:cNvPr id="259" name="figure04 plot object 258">
            <a:extLst>
              <a:ext uri="{FF2B5EF4-FFF2-40B4-BE49-F238E27FC236}">
                <ns2:creationId id="{785D1743-92B2-4904-AB83-0C8F015DAAAF}"/>
              </a:ext>
            </a:extLst>
          </p:cNvPr>
          <p:cNvSpPr>
            <a:spLocks noGrp="1"/>
          </p:cNvSpPr>
          <p:nvPr/>
        </p:nvSpPr>
        <p:spPr>
          <a:xfrm>
            <a:off x="7053453" y="2023110"/>
            <a:ext cx="6124194" cy="3127248"/>
          </a:xfrm>
          <a:custGeom>
            <a:pathLst>
              <a:path w="6124194" h="3127248">
                <a:moveTo>
                  <a:pt x="0" y="3127248"/>
                </a:moveTo>
                <a:lnTo>
                  <a:pt x="6124194" y="3127248"/>
                </a:lnTo>
                <a:lnTo>
                  <a:pt x="6124194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noFill/>
            <a:prstDash val="solid"/>
          </a:ln>
        </p:spPr>
      </p:sp>
      <p:sp>
        <p:nvSpPr>
          <p:cNvPr id="260" name="figure04 plot object 259">
            <a:extLst>
              <a:ext uri="{FF2B5EF4-FFF2-40B4-BE49-F238E27FC236}">
                <ns2:creationId id="{5939A973-2AD6-4E90-9CB4-A65166E13F15}"/>
              </a:ext>
            </a:extLst>
          </p:cNvPr>
          <p:cNvSpPr>
            <a:spLocks noGrp="1"/>
          </p:cNvSpPr>
          <p:nvPr/>
        </p:nvSpPr>
        <p:spPr>
          <a:xfrm>
            <a:off x="7326105" y="4104503"/>
            <a:ext cx="545305" cy="1045855"/>
          </a:xfrm>
          <a:custGeom>
            <a:pathLst>
              <a:path w="545305" h="1045855">
                <a:moveTo>
                  <a:pt x="0" y="1045855"/>
                </a:moveTo>
                <a:lnTo>
                  <a:pt x="545305" y="1045855"/>
                </a:lnTo>
                <a:lnTo>
                  <a:pt x="545305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2700">
            <a:noFill/>
            <a:prstDash val="solid"/>
          </a:ln>
        </p:spPr>
      </p:sp>
      <p:sp>
        <p:nvSpPr>
          <p:cNvPr id="261" name="figure04 plot object 260">
            <a:extLst>
              <a:ext uri="{FF2B5EF4-FFF2-40B4-BE49-F238E27FC236}">
                <ns2:creationId id="{8E71623A-7582-4988-888D-00246882FD2E}"/>
              </a:ext>
            </a:extLst>
          </p:cNvPr>
          <p:cNvSpPr>
            <a:spLocks noGrp="1"/>
          </p:cNvSpPr>
          <p:nvPr/>
        </p:nvSpPr>
        <p:spPr>
          <a:xfrm>
            <a:off x="8165036" y="4454857"/>
            <a:ext cx="545305" cy="695501"/>
          </a:xfrm>
          <a:custGeom>
            <a:pathLst>
              <a:path w="545305" h="695501">
                <a:moveTo>
                  <a:pt x="0" y="695501"/>
                </a:moveTo>
                <a:lnTo>
                  <a:pt x="545305" y="695501"/>
                </a:lnTo>
                <a:lnTo>
                  <a:pt x="545305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2700">
            <a:noFill/>
            <a:prstDash val="solid"/>
          </a:ln>
        </p:spPr>
      </p:sp>
      <p:sp>
        <p:nvSpPr>
          <p:cNvPr id="262" name="figure04 plot object 261">
            <a:extLst>
              <a:ext uri="{FF2B5EF4-FFF2-40B4-BE49-F238E27FC236}">
                <ns2:creationId id="{FF87753C-4FFF-4DF3-BE8D-98176EE299F8}"/>
              </a:ext>
            </a:extLst>
          </p:cNvPr>
          <p:cNvSpPr>
            <a:spLocks noGrp="1"/>
          </p:cNvSpPr>
          <p:nvPr/>
        </p:nvSpPr>
        <p:spPr>
          <a:xfrm>
            <a:off x="9003967" y="4480658"/>
            <a:ext cx="545305" cy="669700"/>
          </a:xfrm>
          <a:custGeom>
            <a:pathLst>
              <a:path w="545305" h="669700">
                <a:moveTo>
                  <a:pt x="0" y="669700"/>
                </a:moveTo>
                <a:lnTo>
                  <a:pt x="545305" y="669700"/>
                </a:lnTo>
                <a:lnTo>
                  <a:pt x="545305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2700">
            <a:noFill/>
            <a:prstDash val="solid"/>
          </a:ln>
        </p:spPr>
      </p:sp>
      <p:sp>
        <p:nvSpPr>
          <p:cNvPr id="263" name="figure04 plot object 262">
            <a:extLst>
              <a:ext uri="{FF2B5EF4-FFF2-40B4-BE49-F238E27FC236}">
                <ns2:creationId id="{95BF4508-35FF-472F-9024-8B41BC637621}"/>
              </a:ext>
            </a:extLst>
          </p:cNvPr>
          <p:cNvSpPr>
            <a:spLocks noGrp="1"/>
          </p:cNvSpPr>
          <p:nvPr/>
        </p:nvSpPr>
        <p:spPr>
          <a:xfrm>
            <a:off x="10681828" y="3833565"/>
            <a:ext cx="545305" cy="1316793"/>
          </a:xfrm>
          <a:custGeom>
            <a:pathLst>
              <a:path w="545305" h="1316793">
                <a:moveTo>
                  <a:pt x="0" y="1316793"/>
                </a:moveTo>
                <a:lnTo>
                  <a:pt x="545305" y="1316793"/>
                </a:lnTo>
                <a:lnTo>
                  <a:pt x="545305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2700">
            <a:noFill/>
            <a:prstDash val="solid"/>
          </a:ln>
        </p:spPr>
      </p:sp>
      <p:sp>
        <p:nvSpPr>
          <p:cNvPr id="264" name="figure04 plot object 263">
            <a:extLst>
              <a:ext uri="{FF2B5EF4-FFF2-40B4-BE49-F238E27FC236}">
                <ns2:creationId id="{1B0F05A8-EC96-4019-B84B-1E7AD93F8660}"/>
              </a:ext>
            </a:extLst>
          </p:cNvPr>
          <p:cNvSpPr>
            <a:spLocks noGrp="1"/>
          </p:cNvSpPr>
          <p:nvPr/>
        </p:nvSpPr>
        <p:spPr>
          <a:xfrm>
            <a:off x="11520759" y="2856658"/>
            <a:ext cx="545305" cy="2293700"/>
          </a:xfrm>
          <a:custGeom>
            <a:pathLst>
              <a:path w="545305" h="2293700">
                <a:moveTo>
                  <a:pt x="0" y="2293700"/>
                </a:moveTo>
                <a:lnTo>
                  <a:pt x="545305" y="2293700"/>
                </a:lnTo>
                <a:lnTo>
                  <a:pt x="545305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2700">
            <a:noFill/>
            <a:prstDash val="solid"/>
          </a:ln>
        </p:spPr>
      </p:sp>
      <p:sp>
        <p:nvSpPr>
          <p:cNvPr id="265" name="figure04 plot object 264">
            <a:extLst>
              <a:ext uri="{FF2B5EF4-FFF2-40B4-BE49-F238E27FC236}">
                <ns2:creationId id="{53EC29F6-DDD1-4A18-9E67-77664DFE6F4D}"/>
              </a:ext>
            </a:extLst>
          </p:cNvPr>
          <p:cNvSpPr>
            <a:spLocks noGrp="1"/>
          </p:cNvSpPr>
          <p:nvPr/>
        </p:nvSpPr>
        <p:spPr>
          <a:xfrm>
            <a:off x="12359690" y="2900547"/>
            <a:ext cx="545305" cy="2249811"/>
          </a:xfrm>
          <a:custGeom>
            <a:pathLst>
              <a:path w="545305" h="2249811">
                <a:moveTo>
                  <a:pt x="0" y="2249811"/>
                </a:moveTo>
                <a:lnTo>
                  <a:pt x="545305" y="2249811"/>
                </a:lnTo>
                <a:lnTo>
                  <a:pt x="545305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2700">
            <a:noFill/>
            <a:prstDash val="solid"/>
          </a:ln>
        </p:spPr>
      </p:sp>
      <p:sp>
        <p:nvSpPr>
          <p:cNvPr id="266" name="figure04 plot object 265">
            <a:extLst>
              <a:ext uri="{FF2B5EF4-FFF2-40B4-BE49-F238E27FC236}">
                <ns2:creationId id="{53A392AA-9E8D-4FA3-A3CB-C7D1DF75482F}"/>
              </a:ext>
            </a:extLst>
          </p:cNvPr>
          <p:cNvSpPr>
            <a:spLocks noGrp="1"/>
          </p:cNvSpPr>
          <p:nvPr/>
        </p:nvSpPr>
        <p:spPr>
          <a:xfrm>
            <a:off x="8437689" y="5150358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267" name="Remaining conditions">
            <a:extLst>
              <a:ext uri="{FF2B5EF4-FFF2-40B4-BE49-F238E27FC236}">
                <ns2:creationId id="{C2C05768-B489-4694-8D52-65456F57BE50}"/>
              </a:ext>
            </a:extLst>
          </p:cNvPr>
          <p:cNvSpPr>
            <a:spLocks noGrp="1"/>
          </p:cNvSpPr>
          <p:nvPr/>
        </p:nvSpPr>
        <p:spPr>
          <a:xfrm rot="0">
            <a:off x="7431295" y="5225780"/>
            <a:ext cx="212725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Remaining conditions</a:t>
            </a:r>
          </a:p>
        </p:txBody>
      </p:sp>
      <p:sp>
        <p:nvSpPr>
          <p:cNvPr id="268" name="(n = 9)">
            <a:extLst>
              <a:ext uri="{FF2B5EF4-FFF2-40B4-BE49-F238E27FC236}">
                <ns2:creationId id="{4BEA1498-4D85-4CBE-BFD4-16771B3EB553}"/>
              </a:ext>
            </a:extLst>
          </p:cNvPr>
          <p:cNvSpPr>
            <a:spLocks noGrp="1"/>
          </p:cNvSpPr>
          <p:nvPr/>
        </p:nvSpPr>
        <p:spPr>
          <a:xfrm rot="0">
            <a:off x="8125667" y="5465589"/>
            <a:ext cx="73660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(n = 9)</a:t>
            </a:r>
          </a:p>
        </p:txBody>
      </p:sp>
      <p:sp>
        <p:nvSpPr>
          <p:cNvPr id="269" name="figure04 plot object 268">
            <a:extLst>
              <a:ext uri="{FF2B5EF4-FFF2-40B4-BE49-F238E27FC236}">
                <ns2:creationId id="{DAC47981-8B4D-4208-B787-1D757027AFBB}"/>
              </a:ext>
            </a:extLst>
          </p:cNvPr>
          <p:cNvSpPr>
            <a:spLocks noGrp="1"/>
          </p:cNvSpPr>
          <p:nvPr/>
        </p:nvSpPr>
        <p:spPr>
          <a:xfrm>
            <a:off x="11793411" y="5150358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270" name="Lowest concentrations">
            <a:extLst>
              <a:ext uri="{FF2B5EF4-FFF2-40B4-BE49-F238E27FC236}">
                <ns2:creationId id="{0F2C64A1-6C3D-43B6-AB28-A72EF8BF8201}"/>
              </a:ext>
            </a:extLst>
          </p:cNvPr>
          <p:cNvSpPr>
            <a:spLocks noGrp="1"/>
          </p:cNvSpPr>
          <p:nvPr/>
        </p:nvSpPr>
        <p:spPr>
          <a:xfrm rot="0">
            <a:off x="10761836" y="5225780"/>
            <a:ext cx="2182813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Lowest concentrations</a:t>
            </a:r>
          </a:p>
        </p:txBody>
      </p:sp>
      <p:sp>
        <p:nvSpPr>
          <p:cNvPr id="271" name="(n = 3)">
            <a:extLst>
              <a:ext uri="{FF2B5EF4-FFF2-40B4-BE49-F238E27FC236}">
                <ns2:creationId id="{EE3D9435-8792-4EF7-8106-5A7E79448318}"/>
              </a:ext>
            </a:extLst>
          </p:cNvPr>
          <p:cNvSpPr>
            <a:spLocks noGrp="1"/>
          </p:cNvSpPr>
          <p:nvPr/>
        </p:nvSpPr>
        <p:spPr>
          <a:xfrm rot="0">
            <a:off x="11481390" y="5465160"/>
            <a:ext cx="73660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(n = 3)</a:t>
            </a:r>
          </a:p>
        </p:txBody>
      </p:sp>
      <p:sp>
        <p:nvSpPr>
          <p:cNvPr id="272" name="figure04 plot object 271">
            <a:extLst>
              <a:ext uri="{FF2B5EF4-FFF2-40B4-BE49-F238E27FC236}">
                <ns2:creationId id="{6F98A9D5-E81C-4995-B7D1-5CFC099E4762}"/>
              </a:ext>
            </a:extLst>
          </p:cNvPr>
          <p:cNvSpPr>
            <a:spLocks noGrp="1"/>
          </p:cNvSpPr>
          <p:nvPr/>
        </p:nvSpPr>
        <p:spPr>
          <a:xfrm>
            <a:off x="7002653" y="5150358"/>
            <a:ext cx="50800" cy="13"/>
          </a:xfrm>
          <a:custGeom>
            <a:pathLst>
              <a:path w="50800" h="13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273" name="10⁻³">
            <a:extLst>
              <a:ext uri="{FF2B5EF4-FFF2-40B4-BE49-F238E27FC236}">
                <ns2:creationId id="{F7DA02DF-9C23-4006-905D-BCC3A73B47BC}"/>
              </a:ext>
            </a:extLst>
          </p:cNvPr>
          <p:cNvSpPr>
            <a:spLocks noGrp="1"/>
          </p:cNvSpPr>
          <p:nvPr/>
        </p:nvSpPr>
        <p:spPr>
          <a:xfrm rot="0">
            <a:off x="6551803" y="5019413"/>
            <a:ext cx="48895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10⁻³</a:t>
            </a:r>
          </a:p>
        </p:txBody>
      </p:sp>
      <p:sp>
        <p:nvSpPr>
          <p:cNvPr id="274" name="figure04 plot object 273">
            <a:extLst>
              <a:ext uri="{FF2B5EF4-FFF2-40B4-BE49-F238E27FC236}">
                <ns2:creationId id="{84B3DD30-9891-4C46-A17A-C8FA859795ED}"/>
              </a:ext>
            </a:extLst>
          </p:cNvPr>
          <p:cNvSpPr>
            <a:spLocks noGrp="1"/>
          </p:cNvSpPr>
          <p:nvPr/>
        </p:nvSpPr>
        <p:spPr>
          <a:xfrm>
            <a:off x="7002653" y="4107942"/>
            <a:ext cx="50800" cy="13"/>
          </a:xfrm>
          <a:custGeom>
            <a:pathLst>
              <a:path w="50800" h="13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275" name="10⁻²">
            <a:extLst>
              <a:ext uri="{FF2B5EF4-FFF2-40B4-BE49-F238E27FC236}">
                <ns2:creationId id="{9E53BE6E-CF13-4CAE-A301-0CA3CC35A836}"/>
              </a:ext>
            </a:extLst>
          </p:cNvPr>
          <p:cNvSpPr>
            <a:spLocks noGrp="1"/>
          </p:cNvSpPr>
          <p:nvPr/>
        </p:nvSpPr>
        <p:spPr>
          <a:xfrm rot="0">
            <a:off x="6550215" y="3976997"/>
            <a:ext cx="490538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10⁻²</a:t>
            </a:r>
          </a:p>
        </p:txBody>
      </p:sp>
      <p:sp>
        <p:nvSpPr>
          <p:cNvPr id="276" name="figure04 plot object 275">
            <a:extLst>
              <a:ext uri="{FF2B5EF4-FFF2-40B4-BE49-F238E27FC236}">
                <ns2:creationId id="{0A0AF8C3-387F-493E-AF91-CDD88323E2A4}"/>
              </a:ext>
            </a:extLst>
          </p:cNvPr>
          <p:cNvSpPr>
            <a:spLocks noGrp="1"/>
          </p:cNvSpPr>
          <p:nvPr/>
        </p:nvSpPr>
        <p:spPr>
          <a:xfrm>
            <a:off x="7002653" y="3065526"/>
            <a:ext cx="50800" cy="13"/>
          </a:xfrm>
          <a:custGeom>
            <a:pathLst>
              <a:path w="50800" h="13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277" name="10⁻¹">
            <a:extLst>
              <a:ext uri="{FF2B5EF4-FFF2-40B4-BE49-F238E27FC236}">
                <ns2:creationId id="{5D34D051-1FD1-45B8-9A77-4F4D23AF45C5}"/>
              </a:ext>
            </a:extLst>
          </p:cNvPr>
          <p:cNvSpPr>
            <a:spLocks noGrp="1"/>
          </p:cNvSpPr>
          <p:nvPr/>
        </p:nvSpPr>
        <p:spPr>
          <a:xfrm rot="0">
            <a:off x="6548628" y="2934581"/>
            <a:ext cx="492125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10⁻¹</a:t>
            </a:r>
          </a:p>
        </p:txBody>
      </p:sp>
      <p:sp>
        <p:nvSpPr>
          <p:cNvPr id="278" name="figure04 plot object 277">
            <a:extLst>
              <a:ext uri="{FF2B5EF4-FFF2-40B4-BE49-F238E27FC236}">
                <ns2:creationId id="{36607A74-E45E-4F24-9437-4FBF2E695D92}"/>
              </a:ext>
            </a:extLst>
          </p:cNvPr>
          <p:cNvSpPr>
            <a:spLocks noGrp="1"/>
          </p:cNvSpPr>
          <p:nvPr/>
        </p:nvSpPr>
        <p:spPr>
          <a:xfrm>
            <a:off x="7002653" y="2023110"/>
            <a:ext cx="50800" cy="13"/>
          </a:xfrm>
          <a:custGeom>
            <a:pathLst>
              <a:path w="50800" h="13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279" name="10⁰">
            <a:extLst>
              <a:ext uri="{FF2B5EF4-FFF2-40B4-BE49-F238E27FC236}">
                <ns2:creationId id="{E7C73FA2-C216-4593-821E-DB59E6F0C850}"/>
              </a:ext>
            </a:extLst>
          </p:cNvPr>
          <p:cNvSpPr>
            <a:spLocks noGrp="1"/>
          </p:cNvSpPr>
          <p:nvPr/>
        </p:nvSpPr>
        <p:spPr>
          <a:xfrm rot="0">
            <a:off x="6629591" y="1892165"/>
            <a:ext cx="411163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10⁰</a:t>
            </a:r>
          </a:p>
        </p:txBody>
      </p:sp>
      <p:sp>
        <p:nvSpPr>
          <p:cNvPr id="280" name="Macro MAE (log scale)">
            <a:extLst>
              <a:ext uri="{FF2B5EF4-FFF2-40B4-BE49-F238E27FC236}">
                <ns2:creationId id="{650924CC-ABB0-428E-A2DD-50D2A72EFC62}"/>
              </a:ext>
            </a:extLst>
          </p:cNvPr>
          <p:cNvSpPr>
            <a:spLocks noGrp="1"/>
          </p:cNvSpPr>
          <p:nvPr/>
        </p:nvSpPr>
        <p:spPr>
          <a:xfrm rot="-5400000">
            <a:off x="5250426" y="3375279"/>
            <a:ext cx="2290763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Macro MAE (log scale)</a:t>
            </a:r>
          </a:p>
        </p:txBody>
      </p:sp>
      <p:sp>
        <p:nvSpPr>
          <p:cNvPr id="281" name="figure04 plot object 280">
            <a:extLst>
              <a:ext uri="{FF2B5EF4-FFF2-40B4-BE49-F238E27FC236}">
                <ns2:creationId id="{78C9BAE0-2FF2-4729-8586-E498E487A762}"/>
              </a:ext>
            </a:extLst>
          </p:cNvPr>
          <p:cNvSpPr>
            <a:spLocks noGrp="1"/>
          </p:cNvSpPr>
          <p:nvPr/>
        </p:nvSpPr>
        <p:spPr>
          <a:xfrm>
            <a:off x="10115550" y="2023110"/>
            <a:ext cx="13" cy="3127248"/>
          </a:xfrm>
          <a:custGeom>
            <a:pathLst>
              <a:path w="13" h="3127248">
                <a:moveTo>
                  <a:pt x="0" y="3127248"/>
                </a:moveTo>
                <a:lnTo>
                  <a:pt x="0" y="0"/>
                </a:lnTo>
              </a:path>
            </a:pathLst>
          </a:custGeom>
          <a:noFill/>
          <a:ln w="8890">
            <a:solidFill>
              <a:srgbClr val="CCD2D6"/>
            </a:solidFill>
            <a:custDash>
              <a:ds d="370000" sp="160000"/>
            </a:custDash>
          </a:ln>
        </p:spPr>
      </p:sp>
      <p:sp>
        <p:nvSpPr>
          <p:cNvPr id="282" name="figure04 plot object 281">
            <a:extLst>
              <a:ext uri="{FF2B5EF4-FFF2-40B4-BE49-F238E27FC236}">
                <ns2:creationId id="{86415C16-775E-4C10-ABDE-E18DFB7865FB}"/>
              </a:ext>
            </a:extLst>
          </p:cNvPr>
          <p:cNvSpPr>
            <a:spLocks noGrp="1"/>
          </p:cNvSpPr>
          <p:nvPr/>
        </p:nvSpPr>
        <p:spPr>
          <a:xfrm>
            <a:off x="7053453" y="2023110"/>
            <a:ext cx="13" cy="3127248"/>
          </a:xfrm>
          <a:custGeom>
            <a:pathLst>
              <a:path w="13" h="3127248">
                <a:moveTo>
                  <a:pt x="0" y="3127248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83" name="figure04 plot object 282">
            <a:extLst>
              <a:ext uri="{FF2B5EF4-FFF2-40B4-BE49-F238E27FC236}">
                <ns2:creationId id="{7462E390-493E-4D02-BF1E-849E04344FEB}"/>
              </a:ext>
            </a:extLst>
          </p:cNvPr>
          <p:cNvSpPr>
            <a:spLocks noGrp="1"/>
          </p:cNvSpPr>
          <p:nvPr/>
        </p:nvSpPr>
        <p:spPr>
          <a:xfrm>
            <a:off x="7053453" y="5150358"/>
            <a:ext cx="6124194" cy="13"/>
          </a:xfrm>
          <a:custGeom>
            <a:pathLst>
              <a:path w="6124194" h="13">
                <a:moveTo>
                  <a:pt x="0" y="0"/>
                </a:moveTo>
                <a:lnTo>
                  <a:pt x="6124194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84" name="0.01008">
            <a:extLst>
              <a:ext uri="{FF2B5EF4-FFF2-40B4-BE49-F238E27FC236}">
                <ns2:creationId id="{3C5D15EA-B6EF-444D-80D6-7B052A1EE7BC}"/>
              </a:ext>
            </a:extLst>
          </p:cNvPr>
          <p:cNvSpPr>
            <a:spLocks noGrp="1"/>
          </p:cNvSpPr>
          <p:nvPr/>
        </p:nvSpPr>
        <p:spPr>
          <a:xfrm rot="0">
            <a:off x="7266177" y="3799162"/>
            <a:ext cx="766763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0.01008</a:t>
            </a:r>
          </a:p>
        </p:txBody>
      </p:sp>
      <p:sp>
        <p:nvSpPr>
          <p:cNvPr id="285" name="0.00465">
            <a:extLst>
              <a:ext uri="{FF2B5EF4-FFF2-40B4-BE49-F238E27FC236}">
                <ns2:creationId id="{82EE6986-F432-46DA-A9A6-16BD5D24A76A}"/>
              </a:ext>
            </a:extLst>
          </p:cNvPr>
          <p:cNvSpPr>
            <a:spLocks noGrp="1"/>
          </p:cNvSpPr>
          <p:nvPr/>
        </p:nvSpPr>
        <p:spPr>
          <a:xfrm rot="0">
            <a:off x="8105107" y="4149516"/>
            <a:ext cx="766763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0.00465</a:t>
            </a:r>
          </a:p>
        </p:txBody>
      </p:sp>
      <p:sp>
        <p:nvSpPr>
          <p:cNvPr id="286" name="0.00439">
            <a:extLst>
              <a:ext uri="{FF2B5EF4-FFF2-40B4-BE49-F238E27FC236}">
                <ns2:creationId id="{6895FCC6-B95D-4730-88A7-553C04196B91}"/>
              </a:ext>
            </a:extLst>
          </p:cNvPr>
          <p:cNvSpPr>
            <a:spLocks noGrp="1"/>
          </p:cNvSpPr>
          <p:nvPr/>
        </p:nvSpPr>
        <p:spPr>
          <a:xfrm rot="0">
            <a:off x="8944038" y="4175317"/>
            <a:ext cx="766763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0.00439</a:t>
            </a:r>
          </a:p>
        </p:txBody>
      </p:sp>
      <p:sp>
        <p:nvSpPr>
          <p:cNvPr id="287" name="0.01833">
            <a:extLst>
              <a:ext uri="{FF2B5EF4-FFF2-40B4-BE49-F238E27FC236}">
                <ns2:creationId id="{F2D88663-A0C9-41B6-AE11-DF4E17D354CA}"/>
              </a:ext>
            </a:extLst>
          </p:cNvPr>
          <p:cNvSpPr>
            <a:spLocks noGrp="1"/>
          </p:cNvSpPr>
          <p:nvPr/>
        </p:nvSpPr>
        <p:spPr>
          <a:xfrm rot="0">
            <a:off x="10623487" y="3528225"/>
            <a:ext cx="763587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0.01833</a:t>
            </a:r>
          </a:p>
        </p:txBody>
      </p:sp>
      <p:sp>
        <p:nvSpPr>
          <p:cNvPr id="288" name="0.15862">
            <a:extLst>
              <a:ext uri="{FF2B5EF4-FFF2-40B4-BE49-F238E27FC236}">
                <ns2:creationId id="{1B65ED18-A229-4600-A0F2-0DF59212DD5C}"/>
              </a:ext>
            </a:extLst>
          </p:cNvPr>
          <p:cNvSpPr>
            <a:spLocks noGrp="1"/>
          </p:cNvSpPr>
          <p:nvPr/>
        </p:nvSpPr>
        <p:spPr>
          <a:xfrm rot="0">
            <a:off x="11462418" y="2551317"/>
            <a:ext cx="763587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0.15862</a:t>
            </a:r>
          </a:p>
        </p:txBody>
      </p:sp>
      <p:sp>
        <p:nvSpPr>
          <p:cNvPr id="289" name="0.14397">
            <a:extLst>
              <a:ext uri="{FF2B5EF4-FFF2-40B4-BE49-F238E27FC236}">
                <ns2:creationId id="{DAFAFC0A-B3CE-492C-B500-5AD12D672654}"/>
              </a:ext>
            </a:extLst>
          </p:cNvPr>
          <p:cNvSpPr>
            <a:spLocks noGrp="1"/>
          </p:cNvSpPr>
          <p:nvPr/>
        </p:nvSpPr>
        <p:spPr>
          <a:xfrm rot="0">
            <a:off x="12302142" y="2595206"/>
            <a:ext cx="7620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0.14397</a:t>
            </a:r>
          </a:p>
        </p:txBody>
      </p:sp>
      <p:sp>
        <p:nvSpPr>
          <p:cNvPr id="290" name="0.46×">
            <a:extLst>
              <a:ext uri="{FF2B5EF4-FFF2-40B4-BE49-F238E27FC236}">
                <ns2:creationId id="{FAAC2169-1893-45F5-8557-9D1ACEFEC09B}"/>
              </a:ext>
            </a:extLst>
          </p:cNvPr>
          <p:cNvSpPr>
            <a:spLocks noGrp="1"/>
          </p:cNvSpPr>
          <p:nvPr/>
        </p:nvSpPr>
        <p:spPr>
          <a:xfrm rot="0">
            <a:off x="8143207" y="3026868"/>
            <a:ext cx="715962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0.46×</a:t>
            </a:r>
          </a:p>
        </p:txBody>
      </p:sp>
      <p:sp>
        <p:nvSpPr>
          <p:cNvPr id="291" name="Aligned / Opaque">
            <a:extLst>
              <a:ext uri="{FF2B5EF4-FFF2-40B4-BE49-F238E27FC236}">
                <ns2:creationId id="{8380B69F-AF94-4E3E-93E6-E4580D21252E}"/>
              </a:ext>
            </a:extLst>
          </p:cNvPr>
          <p:cNvSpPr>
            <a:spLocks noGrp="1"/>
          </p:cNvSpPr>
          <p:nvPr/>
        </p:nvSpPr>
        <p:spPr>
          <a:xfrm rot="0">
            <a:off x="7716964" y="3272009"/>
            <a:ext cx="15430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Aligned / Opaque</a:t>
            </a:r>
          </a:p>
        </p:txBody>
      </p:sp>
      <p:sp>
        <p:nvSpPr>
          <p:cNvPr id="292" name="8.65×">
            <a:extLst>
              <a:ext uri="{FF2B5EF4-FFF2-40B4-BE49-F238E27FC236}">
                <ns2:creationId id="{D8CE22F7-997C-4DB2-85CC-0A1609BB52BF}"/>
              </a:ext>
            </a:extLst>
          </p:cNvPr>
          <p:cNvSpPr>
            <a:spLocks noGrp="1"/>
          </p:cNvSpPr>
          <p:nvPr/>
        </p:nvSpPr>
        <p:spPr>
          <a:xfrm rot="0">
            <a:off x="11498136" y="2005844"/>
            <a:ext cx="7175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8.65×</a:t>
            </a:r>
          </a:p>
        </p:txBody>
      </p:sp>
      <p:sp>
        <p:nvSpPr>
          <p:cNvPr id="293" name="Aligned / Opaque">
            <a:extLst>
              <a:ext uri="{FF2B5EF4-FFF2-40B4-BE49-F238E27FC236}">
                <ns2:creationId id="{D7D3DD0A-6ED7-4F92-BF22-C58E04B61E3F}"/>
              </a:ext>
            </a:extLst>
          </p:cNvPr>
          <p:cNvSpPr>
            <a:spLocks noGrp="1"/>
          </p:cNvSpPr>
          <p:nvPr/>
        </p:nvSpPr>
        <p:spPr>
          <a:xfrm rot="0">
            <a:off x="11072686" y="2250985"/>
            <a:ext cx="15430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Aligned / Opaque</a:t>
            </a:r>
          </a:p>
        </p:txBody>
      </p:sp>
      <p:sp>
        <p:nvSpPr>
          <p:cNvPr id="294" name="figure04 plot object 293">
            <a:extLst>
              <a:ext uri="{FF2B5EF4-FFF2-40B4-BE49-F238E27FC236}">
                <ns2:creationId id="{1C3DD4EC-90F4-4E7D-A967-8B0068DEE443}"/>
              </a:ext>
            </a:extLst>
          </p:cNvPr>
          <p:cNvSpPr>
            <a:spLocks noGrp="1"/>
          </p:cNvSpPr>
          <p:nvPr/>
        </p:nvSpPr>
        <p:spPr>
          <a:xfrm>
            <a:off x="1346225" y="7191756"/>
            <a:ext cx="2189074" cy="1780794"/>
          </a:xfrm>
          <a:custGeom>
            <a:pathLst>
              <a:path w="2189074" h="1780794">
                <a:moveTo>
                  <a:pt x="0" y="1780794"/>
                </a:moveTo>
                <a:lnTo>
                  <a:pt x="2189074" y="1780794"/>
                </a:lnTo>
                <a:lnTo>
                  <a:pt x="2189074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noFill/>
            <a:prstDash val="solid"/>
          </a:ln>
        </p:spPr>
      </p:sp>
      <p:sp>
        <p:nvSpPr>
          <p:cNvPr id="295" name="figure04 plot object 294">
            <a:extLst>
              <a:ext uri="{FF2B5EF4-FFF2-40B4-BE49-F238E27FC236}">
                <ns2:creationId id="{DA079D4E-72AF-4428-B9F3-34C6C1A189C3}"/>
              </a:ext>
            </a:extLst>
          </p:cNvPr>
          <p:cNvSpPr>
            <a:spLocks noGrp="1"/>
          </p:cNvSpPr>
          <p:nvPr/>
        </p:nvSpPr>
        <p:spPr>
          <a:xfrm>
            <a:off x="1346225" y="7387643"/>
            <a:ext cx="559098" cy="142464"/>
          </a:xfrm>
          <a:custGeom>
            <a:pathLst>
              <a:path w="559098" h="142464">
                <a:moveTo>
                  <a:pt x="0" y="142464"/>
                </a:moveTo>
                <a:lnTo>
                  <a:pt x="559098" y="142464"/>
                </a:lnTo>
                <a:lnTo>
                  <a:pt x="559098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2700">
            <a:noFill/>
            <a:prstDash val="solid"/>
          </a:ln>
        </p:spPr>
      </p:sp>
      <p:sp>
        <p:nvSpPr>
          <p:cNvPr id="296" name="figure04 plot object 295">
            <a:extLst>
              <a:ext uri="{FF2B5EF4-FFF2-40B4-BE49-F238E27FC236}">
                <ns2:creationId id="{F029F030-52B9-4B6B-A6F7-4101C494EF3B}"/>
              </a:ext>
            </a:extLst>
          </p:cNvPr>
          <p:cNvSpPr>
            <a:spLocks noGrp="1"/>
          </p:cNvSpPr>
          <p:nvPr/>
        </p:nvSpPr>
        <p:spPr>
          <a:xfrm>
            <a:off x="1346225" y="7601339"/>
            <a:ext cx="554532" cy="142464"/>
          </a:xfrm>
          <a:custGeom>
            <a:pathLst>
              <a:path w="554532" h="142464">
                <a:moveTo>
                  <a:pt x="0" y="142464"/>
                </a:moveTo>
                <a:lnTo>
                  <a:pt x="554532" y="142464"/>
                </a:lnTo>
                <a:lnTo>
                  <a:pt x="554532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2700">
            <a:noFill/>
            <a:prstDash val="solid"/>
          </a:ln>
        </p:spPr>
      </p:sp>
      <p:sp>
        <p:nvSpPr>
          <p:cNvPr id="297" name="figure04 plot object 296">
            <a:extLst>
              <a:ext uri="{FF2B5EF4-FFF2-40B4-BE49-F238E27FC236}">
                <ns2:creationId id="{D2343EA9-D993-4880-8DE9-5515F056F396}"/>
              </a:ext>
            </a:extLst>
          </p:cNvPr>
          <p:cNvSpPr>
            <a:spLocks noGrp="1"/>
          </p:cNvSpPr>
          <p:nvPr/>
        </p:nvSpPr>
        <p:spPr>
          <a:xfrm>
            <a:off x="1346225" y="7815034"/>
            <a:ext cx="457404" cy="142464"/>
          </a:xfrm>
          <a:custGeom>
            <a:pathLst>
              <a:path w="457404" h="142464">
                <a:moveTo>
                  <a:pt x="0" y="142464"/>
                </a:moveTo>
                <a:lnTo>
                  <a:pt x="457404" y="142464"/>
                </a:lnTo>
                <a:lnTo>
                  <a:pt x="457404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2700">
            <a:noFill/>
            <a:prstDash val="solid"/>
          </a:ln>
        </p:spPr>
      </p:sp>
      <p:sp>
        <p:nvSpPr>
          <p:cNvPr id="298" name="figure04 plot object 297">
            <a:extLst>
              <a:ext uri="{FF2B5EF4-FFF2-40B4-BE49-F238E27FC236}">
                <ns2:creationId id="{09BDC3AA-40EF-4140-929D-9A457A78B2B3}"/>
              </a:ext>
            </a:extLst>
          </p:cNvPr>
          <p:cNvSpPr>
            <a:spLocks noGrp="1"/>
          </p:cNvSpPr>
          <p:nvPr/>
        </p:nvSpPr>
        <p:spPr>
          <a:xfrm>
            <a:off x="1346225" y="8278040"/>
            <a:ext cx="1525178" cy="142464"/>
          </a:xfrm>
          <a:custGeom>
            <a:pathLst>
              <a:path w="1525178" h="142464">
                <a:moveTo>
                  <a:pt x="0" y="142464"/>
                </a:moveTo>
                <a:lnTo>
                  <a:pt x="1525178" y="142464"/>
                </a:lnTo>
                <a:lnTo>
                  <a:pt x="1525178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2700">
            <a:noFill/>
            <a:prstDash val="solid"/>
          </a:ln>
        </p:spPr>
      </p:sp>
      <p:sp>
        <p:nvSpPr>
          <p:cNvPr id="299" name="figure04 plot object 298">
            <a:extLst>
              <a:ext uri="{FF2B5EF4-FFF2-40B4-BE49-F238E27FC236}">
                <ns2:creationId id="{083FA4DA-B7F5-4DF2-9B3C-451B5C4361F4}"/>
              </a:ext>
            </a:extLst>
          </p:cNvPr>
          <p:cNvSpPr>
            <a:spLocks noGrp="1"/>
          </p:cNvSpPr>
          <p:nvPr/>
        </p:nvSpPr>
        <p:spPr>
          <a:xfrm>
            <a:off x="1346225" y="8491736"/>
            <a:ext cx="1521876" cy="142464"/>
          </a:xfrm>
          <a:custGeom>
            <a:pathLst>
              <a:path w="1521876" h="142464">
                <a:moveTo>
                  <a:pt x="0" y="142464"/>
                </a:moveTo>
                <a:lnTo>
                  <a:pt x="1521876" y="142464"/>
                </a:lnTo>
                <a:lnTo>
                  <a:pt x="1521876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2700">
            <a:noFill/>
            <a:prstDash val="solid"/>
          </a:ln>
        </p:spPr>
      </p:sp>
      <p:sp>
        <p:nvSpPr>
          <p:cNvPr id="300" name="figure04 plot object 299">
            <a:extLst>
              <a:ext uri="{FF2B5EF4-FFF2-40B4-BE49-F238E27FC236}">
                <ns2:creationId id="{6F8AFD4B-5DE0-4D1F-AC2B-10757CF86894}"/>
              </a:ext>
            </a:extLst>
          </p:cNvPr>
          <p:cNvSpPr>
            <a:spLocks noGrp="1"/>
          </p:cNvSpPr>
          <p:nvPr/>
        </p:nvSpPr>
        <p:spPr>
          <a:xfrm>
            <a:off x="1346225" y="8705431"/>
            <a:ext cx="1470607" cy="142464"/>
          </a:xfrm>
          <a:custGeom>
            <a:pathLst>
              <a:path w="1470607" h="142464">
                <a:moveTo>
                  <a:pt x="0" y="142464"/>
                </a:moveTo>
                <a:lnTo>
                  <a:pt x="1470607" y="142464"/>
                </a:lnTo>
                <a:lnTo>
                  <a:pt x="1470607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2700">
            <a:noFill/>
            <a:prstDash val="solid"/>
          </a:ln>
        </p:spPr>
      </p:sp>
      <p:sp>
        <p:nvSpPr>
          <p:cNvPr id="301" name="figure04 plot object 300">
            <a:extLst>
              <a:ext uri="{FF2B5EF4-FFF2-40B4-BE49-F238E27FC236}">
                <ns2:creationId id="{7B7A2EE0-8311-4D92-B7C6-F5C3C045726F}"/>
              </a:ext>
            </a:extLst>
          </p:cNvPr>
          <p:cNvSpPr>
            <a:spLocks noGrp="1"/>
          </p:cNvSpPr>
          <p:nvPr/>
        </p:nvSpPr>
        <p:spPr>
          <a:xfrm>
            <a:off x="1346225" y="8972550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302" name="10⁻³">
            <a:extLst>
              <a:ext uri="{FF2B5EF4-FFF2-40B4-BE49-F238E27FC236}">
                <ns2:creationId id="{EFCC1129-4EFF-4F97-B61D-448FE31022CE}"/>
              </a:ext>
            </a:extLst>
          </p:cNvPr>
          <p:cNvSpPr>
            <a:spLocks noGrp="1"/>
          </p:cNvSpPr>
          <p:nvPr/>
        </p:nvSpPr>
        <p:spPr>
          <a:xfrm rot="0">
            <a:off x="1179538" y="9053703"/>
            <a:ext cx="4349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10⁻³</a:t>
            </a:r>
          </a:p>
        </p:txBody>
      </p:sp>
      <p:sp>
        <p:nvSpPr>
          <p:cNvPr id="303" name="figure04 plot object 302">
            <a:extLst>
              <a:ext uri="{FF2B5EF4-FFF2-40B4-BE49-F238E27FC236}">
                <ns2:creationId id="{B3C37C15-9667-4E4D-8AFA-7F76165926CD}"/>
              </a:ext>
            </a:extLst>
          </p:cNvPr>
          <p:cNvSpPr>
            <a:spLocks noGrp="1"/>
          </p:cNvSpPr>
          <p:nvPr/>
        </p:nvSpPr>
        <p:spPr>
          <a:xfrm>
            <a:off x="2035461" y="8972550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304" name="10⁻²">
            <a:extLst>
              <a:ext uri="{FF2B5EF4-FFF2-40B4-BE49-F238E27FC236}">
                <ns2:creationId id="{F94C62E6-E535-4F68-839A-82C666B97C57}"/>
              </a:ext>
            </a:extLst>
          </p:cNvPr>
          <p:cNvSpPr>
            <a:spLocks noGrp="1"/>
          </p:cNvSpPr>
          <p:nvPr/>
        </p:nvSpPr>
        <p:spPr>
          <a:xfrm rot="0">
            <a:off x="1868773" y="9053703"/>
            <a:ext cx="4349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10⁻²</a:t>
            </a:r>
          </a:p>
        </p:txBody>
      </p:sp>
      <p:sp>
        <p:nvSpPr>
          <p:cNvPr id="305" name="figure04 plot object 304">
            <a:extLst>
              <a:ext uri="{FF2B5EF4-FFF2-40B4-BE49-F238E27FC236}">
                <ns2:creationId id="{6ADFD8BD-D323-48F4-A635-DC6BF3F83494}"/>
              </a:ext>
            </a:extLst>
          </p:cNvPr>
          <p:cNvSpPr>
            <a:spLocks noGrp="1"/>
          </p:cNvSpPr>
          <p:nvPr/>
        </p:nvSpPr>
        <p:spPr>
          <a:xfrm>
            <a:off x="2724696" y="8972550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306" name="10⁻¹">
            <a:extLst>
              <a:ext uri="{FF2B5EF4-FFF2-40B4-BE49-F238E27FC236}">
                <ns2:creationId id="{DD6A75A4-EA1F-4F7D-BA6E-9795B5A26BA5}"/>
              </a:ext>
            </a:extLst>
          </p:cNvPr>
          <p:cNvSpPr>
            <a:spLocks noGrp="1"/>
          </p:cNvSpPr>
          <p:nvPr/>
        </p:nvSpPr>
        <p:spPr>
          <a:xfrm rot="0">
            <a:off x="2558008" y="9053703"/>
            <a:ext cx="4349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10⁻¹</a:t>
            </a:r>
          </a:p>
        </p:txBody>
      </p:sp>
      <p:sp>
        <p:nvSpPr>
          <p:cNvPr id="307" name="figure04 plot object 306">
            <a:extLst>
              <a:ext uri="{FF2B5EF4-FFF2-40B4-BE49-F238E27FC236}">
                <ns2:creationId id="{D6BD1422-F0EE-44F2-A998-147EAA7D3701}"/>
              </a:ext>
            </a:extLst>
          </p:cNvPr>
          <p:cNvSpPr>
            <a:spLocks noGrp="1"/>
          </p:cNvSpPr>
          <p:nvPr/>
        </p:nvSpPr>
        <p:spPr>
          <a:xfrm>
            <a:off x="3413931" y="8972550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308" name="10⁰">
            <a:extLst>
              <a:ext uri="{FF2B5EF4-FFF2-40B4-BE49-F238E27FC236}">
                <ns2:creationId id="{20D36CAB-B823-492C-8846-CD08DAAD0F35}"/>
              </a:ext>
            </a:extLst>
          </p:cNvPr>
          <p:cNvSpPr>
            <a:spLocks noGrp="1"/>
          </p:cNvSpPr>
          <p:nvPr/>
        </p:nvSpPr>
        <p:spPr>
          <a:xfrm rot="0">
            <a:off x="3282168" y="9053703"/>
            <a:ext cx="36512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10⁰</a:t>
            </a:r>
          </a:p>
        </p:txBody>
      </p:sp>
      <p:sp>
        <p:nvSpPr>
          <p:cNvPr id="309" name="figure04 plot object 308">
            <a:extLst>
              <a:ext uri="{FF2B5EF4-FFF2-40B4-BE49-F238E27FC236}">
                <ns2:creationId id="{82422030-EA2B-4730-8BE1-2A4BA8698D87}"/>
              </a:ext>
            </a:extLst>
          </p:cNvPr>
          <p:cNvSpPr>
            <a:spLocks noGrp="1"/>
          </p:cNvSpPr>
          <p:nvPr/>
        </p:nvSpPr>
        <p:spPr>
          <a:xfrm>
            <a:off x="1346225" y="8117769"/>
            <a:ext cx="2189074" cy="13"/>
          </a:xfrm>
          <a:custGeom>
            <a:pathLst>
              <a:path w="2189074" h="13">
                <a:moveTo>
                  <a:pt x="0" y="0"/>
                </a:moveTo>
                <a:lnTo>
                  <a:pt x="2189074" y="0"/>
                </a:lnTo>
              </a:path>
            </a:pathLst>
          </a:custGeom>
          <a:noFill/>
          <a:ln w="8890">
            <a:solidFill>
              <a:srgbClr val="CCD2D6"/>
            </a:solidFill>
            <a:custDash>
              <a:ds d="370000" sp="160000"/>
            </a:custDash>
          </a:ln>
        </p:spPr>
      </p:sp>
      <p:sp>
        <p:nvSpPr>
          <p:cNvPr id="310" name="figure04 plot object 309">
            <a:extLst>
              <a:ext uri="{FF2B5EF4-FFF2-40B4-BE49-F238E27FC236}">
                <ns2:creationId id="{116B4E38-52A2-4431-9E0C-C6DC32E3D5A9}"/>
              </a:ext>
            </a:extLst>
          </p:cNvPr>
          <p:cNvSpPr>
            <a:spLocks noGrp="1"/>
          </p:cNvSpPr>
          <p:nvPr/>
        </p:nvSpPr>
        <p:spPr>
          <a:xfrm>
            <a:off x="1346225" y="7191756"/>
            <a:ext cx="13" cy="1780794"/>
          </a:xfrm>
          <a:custGeom>
            <a:pathLst>
              <a:path w="13" h="1780794">
                <a:moveTo>
                  <a:pt x="0" y="1780794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311" name="figure04 plot object 310">
            <a:extLst>
              <a:ext uri="{FF2B5EF4-FFF2-40B4-BE49-F238E27FC236}">
                <ns2:creationId id="{A14E9F3B-7CC6-40CB-ADBD-34557CEA9423}"/>
              </a:ext>
            </a:extLst>
          </p:cNvPr>
          <p:cNvSpPr>
            <a:spLocks noGrp="1"/>
          </p:cNvSpPr>
          <p:nvPr/>
        </p:nvSpPr>
        <p:spPr>
          <a:xfrm>
            <a:off x="1346225" y="8972550"/>
            <a:ext cx="2189074" cy="13"/>
          </a:xfrm>
          <a:custGeom>
            <a:pathLst>
              <a:path w="2189074" h="13">
                <a:moveTo>
                  <a:pt x="0" y="0"/>
                </a:moveTo>
                <a:lnTo>
                  <a:pt x="2189074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312" name="0.00647">
            <a:extLst>
              <a:ext uri="{FF2B5EF4-FFF2-40B4-BE49-F238E27FC236}">
                <ns2:creationId id="{404F3E54-A337-4253-B21E-A5C51FAA5AC0}"/>
              </a:ext>
            </a:extLst>
          </p:cNvPr>
          <p:cNvSpPr>
            <a:spLocks noGrp="1"/>
          </p:cNvSpPr>
          <p:nvPr/>
        </p:nvSpPr>
        <p:spPr>
          <a:xfrm rot="0">
            <a:off x="1994223" y="7320747"/>
            <a:ext cx="766763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0.00647</a:t>
            </a:r>
          </a:p>
        </p:txBody>
      </p:sp>
      <p:sp>
        <p:nvSpPr>
          <p:cNvPr id="313" name="0.00638">
            <a:extLst>
              <a:ext uri="{FF2B5EF4-FFF2-40B4-BE49-F238E27FC236}">
                <ns2:creationId id="{C1D386BA-1E1D-4AF6-922D-AEE33FC25A5E}"/>
              </a:ext>
            </a:extLst>
          </p:cNvPr>
          <p:cNvSpPr>
            <a:spLocks noGrp="1"/>
          </p:cNvSpPr>
          <p:nvPr/>
        </p:nvSpPr>
        <p:spPr>
          <a:xfrm rot="0">
            <a:off x="1989658" y="7534442"/>
            <a:ext cx="766763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0.00638</a:t>
            </a:r>
          </a:p>
        </p:txBody>
      </p:sp>
      <p:sp>
        <p:nvSpPr>
          <p:cNvPr id="314" name="0.00461">
            <a:extLst>
              <a:ext uri="{FF2B5EF4-FFF2-40B4-BE49-F238E27FC236}">
                <ns2:creationId id="{27FFB871-6EB2-4424-9810-895A26F11F1B}"/>
              </a:ext>
            </a:extLst>
          </p:cNvPr>
          <p:cNvSpPr>
            <a:spLocks noGrp="1"/>
          </p:cNvSpPr>
          <p:nvPr/>
        </p:nvSpPr>
        <p:spPr>
          <a:xfrm rot="0">
            <a:off x="1892529" y="7748137"/>
            <a:ext cx="7651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0.00461</a:t>
            </a:r>
          </a:p>
        </p:txBody>
      </p:sp>
      <p:sp>
        <p:nvSpPr>
          <p:cNvPr id="315" name="0.16325">
            <a:extLst>
              <a:ext uri="{FF2B5EF4-FFF2-40B4-BE49-F238E27FC236}">
                <ns2:creationId id="{5905EF1D-BCF6-4A68-87A0-BE10A846C5C9}"/>
              </a:ext>
            </a:extLst>
          </p:cNvPr>
          <p:cNvSpPr>
            <a:spLocks noGrp="1"/>
          </p:cNvSpPr>
          <p:nvPr/>
        </p:nvSpPr>
        <p:spPr>
          <a:xfrm rot="0">
            <a:off x="2960303" y="8211144"/>
            <a:ext cx="763587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0.16325</a:t>
            </a:r>
          </a:p>
        </p:txBody>
      </p:sp>
      <p:sp>
        <p:nvSpPr>
          <p:cNvPr id="316" name="0.16146">
            <a:extLst>
              <a:ext uri="{FF2B5EF4-FFF2-40B4-BE49-F238E27FC236}">
                <ns2:creationId id="{47309991-7739-4CF0-91F9-F958DF26AD6A}"/>
              </a:ext>
            </a:extLst>
          </p:cNvPr>
          <p:cNvSpPr>
            <a:spLocks noGrp="1"/>
          </p:cNvSpPr>
          <p:nvPr/>
        </p:nvSpPr>
        <p:spPr>
          <a:xfrm rot="0">
            <a:off x="2957001" y="8424839"/>
            <a:ext cx="760413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0.16146</a:t>
            </a:r>
          </a:p>
        </p:txBody>
      </p:sp>
      <p:sp>
        <p:nvSpPr>
          <p:cNvPr id="317" name="0.13604">
            <a:extLst>
              <a:ext uri="{FF2B5EF4-FFF2-40B4-BE49-F238E27FC236}">
                <ns2:creationId id="{90207981-61C4-4EBA-8E23-D548F0E68C96}"/>
              </a:ext>
            </a:extLst>
          </p:cNvPr>
          <p:cNvSpPr>
            <a:spLocks noGrp="1"/>
          </p:cNvSpPr>
          <p:nvPr/>
        </p:nvSpPr>
        <p:spPr>
          <a:xfrm rot="0">
            <a:off x="2905733" y="8638534"/>
            <a:ext cx="763587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0.13604</a:t>
            </a:r>
          </a:p>
        </p:txBody>
      </p:sp>
      <p:sp>
        <p:nvSpPr>
          <p:cNvPr id="318" name="figure04 plot object 317">
            <a:extLst>
              <a:ext uri="{FF2B5EF4-FFF2-40B4-BE49-F238E27FC236}">
                <ns2:creationId id="{823DDB0C-866A-4B01-858F-D9D9E07C3C39}"/>
              </a:ext>
            </a:extLst>
          </p:cNvPr>
          <p:cNvSpPr>
            <a:spLocks noGrp="1"/>
          </p:cNvSpPr>
          <p:nvPr/>
        </p:nvSpPr>
        <p:spPr>
          <a:xfrm>
            <a:off x="3743782" y="7191756"/>
            <a:ext cx="2189074" cy="1780794"/>
          </a:xfrm>
          <a:custGeom>
            <a:pathLst>
              <a:path w="2189074" h="1780794">
                <a:moveTo>
                  <a:pt x="0" y="1780794"/>
                </a:moveTo>
                <a:lnTo>
                  <a:pt x="2189074" y="1780794"/>
                </a:lnTo>
                <a:lnTo>
                  <a:pt x="2189074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noFill/>
            <a:prstDash val="solid"/>
          </a:ln>
        </p:spPr>
      </p:sp>
      <p:sp>
        <p:nvSpPr>
          <p:cNvPr id="319" name="figure04 plot object 318">
            <a:extLst>
              <a:ext uri="{FF2B5EF4-FFF2-40B4-BE49-F238E27FC236}">
                <ns2:creationId id="{1E18EB1B-3321-491D-8573-D43C5332ACD6}"/>
              </a:ext>
            </a:extLst>
          </p:cNvPr>
          <p:cNvSpPr>
            <a:spLocks noGrp="1"/>
          </p:cNvSpPr>
          <p:nvPr/>
        </p:nvSpPr>
        <p:spPr>
          <a:xfrm>
            <a:off x="3743782" y="7387643"/>
            <a:ext cx="1374461" cy="142464"/>
          </a:xfrm>
          <a:custGeom>
            <a:pathLst>
              <a:path w="1374461" h="142464">
                <a:moveTo>
                  <a:pt x="0" y="142464"/>
                </a:moveTo>
                <a:lnTo>
                  <a:pt x="1374461" y="142464"/>
                </a:lnTo>
                <a:lnTo>
                  <a:pt x="1374461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2700">
            <a:noFill/>
            <a:prstDash val="solid"/>
          </a:ln>
        </p:spPr>
      </p:sp>
      <p:sp>
        <p:nvSpPr>
          <p:cNvPr id="320" name="figure04 plot object 319">
            <a:extLst>
              <a:ext uri="{FF2B5EF4-FFF2-40B4-BE49-F238E27FC236}">
                <ns2:creationId id="{01108DB7-F5C1-401A-8CF3-4A85BDD843D0}"/>
              </a:ext>
            </a:extLst>
          </p:cNvPr>
          <p:cNvSpPr>
            <a:spLocks noGrp="1"/>
          </p:cNvSpPr>
          <p:nvPr/>
        </p:nvSpPr>
        <p:spPr>
          <a:xfrm>
            <a:off x="3743782" y="7601339"/>
            <a:ext cx="1170812" cy="142464"/>
          </a:xfrm>
          <a:custGeom>
            <a:pathLst>
              <a:path w="1170812" h="142464">
                <a:moveTo>
                  <a:pt x="0" y="142464"/>
                </a:moveTo>
                <a:lnTo>
                  <a:pt x="1170812" y="142464"/>
                </a:lnTo>
                <a:lnTo>
                  <a:pt x="1170812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2700">
            <a:noFill/>
            <a:prstDash val="solid"/>
          </a:ln>
        </p:spPr>
      </p:sp>
      <p:sp>
        <p:nvSpPr>
          <p:cNvPr id="321" name="figure04 plot object 320">
            <a:extLst>
              <a:ext uri="{FF2B5EF4-FFF2-40B4-BE49-F238E27FC236}">
                <ns2:creationId id="{9ECB7658-2250-4EBF-8D64-DC35EF83FE95}"/>
              </a:ext>
            </a:extLst>
          </p:cNvPr>
          <p:cNvSpPr>
            <a:spLocks noGrp="1"/>
          </p:cNvSpPr>
          <p:nvPr/>
        </p:nvSpPr>
        <p:spPr>
          <a:xfrm>
            <a:off x="3743782" y="7815034"/>
            <a:ext cx="1199199" cy="142464"/>
          </a:xfrm>
          <a:custGeom>
            <a:pathLst>
              <a:path w="1199199" h="142464">
                <a:moveTo>
                  <a:pt x="0" y="142464"/>
                </a:moveTo>
                <a:lnTo>
                  <a:pt x="1199199" y="142464"/>
                </a:lnTo>
                <a:lnTo>
                  <a:pt x="1199199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2700">
            <a:noFill/>
            <a:prstDash val="solid"/>
          </a:ln>
        </p:spPr>
      </p:sp>
      <p:sp>
        <p:nvSpPr>
          <p:cNvPr id="322" name="figure04 plot object 321">
            <a:extLst>
              <a:ext uri="{FF2B5EF4-FFF2-40B4-BE49-F238E27FC236}">
                <ns2:creationId id="{D93BC810-7B80-4253-A1E8-1FD892093A06}"/>
              </a:ext>
            </a:extLst>
          </p:cNvPr>
          <p:cNvSpPr>
            <a:spLocks noGrp="1"/>
          </p:cNvSpPr>
          <p:nvPr/>
        </p:nvSpPr>
        <p:spPr>
          <a:xfrm>
            <a:off x="3743782" y="8278040"/>
            <a:ext cx="1504596" cy="142464"/>
          </a:xfrm>
          <a:custGeom>
            <a:pathLst>
              <a:path w="1504596" h="142464">
                <a:moveTo>
                  <a:pt x="0" y="142464"/>
                </a:moveTo>
                <a:lnTo>
                  <a:pt x="1504596" y="142464"/>
                </a:lnTo>
                <a:lnTo>
                  <a:pt x="1504596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2700">
            <a:noFill/>
            <a:prstDash val="solid"/>
          </a:ln>
        </p:spPr>
      </p:sp>
      <p:sp>
        <p:nvSpPr>
          <p:cNvPr id="323" name="figure04 plot object 322">
            <a:extLst>
              <a:ext uri="{FF2B5EF4-FFF2-40B4-BE49-F238E27FC236}">
                <ns2:creationId id="{E5B21637-F78D-45B9-A00A-6E49994E48CD}"/>
              </a:ext>
            </a:extLst>
          </p:cNvPr>
          <p:cNvSpPr>
            <a:spLocks noGrp="1"/>
          </p:cNvSpPr>
          <p:nvPr/>
        </p:nvSpPr>
        <p:spPr>
          <a:xfrm>
            <a:off x="3743782" y="8491736"/>
            <a:ext cx="1464259" cy="142464"/>
          </a:xfrm>
          <a:custGeom>
            <a:pathLst>
              <a:path w="1464259" h="142464">
                <a:moveTo>
                  <a:pt x="0" y="142464"/>
                </a:moveTo>
                <a:lnTo>
                  <a:pt x="1464259" y="142464"/>
                </a:lnTo>
                <a:lnTo>
                  <a:pt x="1464259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2700">
            <a:noFill/>
            <a:prstDash val="solid"/>
          </a:ln>
        </p:spPr>
      </p:sp>
      <p:sp>
        <p:nvSpPr>
          <p:cNvPr id="324" name="figure04 plot object 323">
            <a:extLst>
              <a:ext uri="{FF2B5EF4-FFF2-40B4-BE49-F238E27FC236}">
                <ns2:creationId id="{B4D0953C-1EBC-43A0-9677-3454765EFF95}"/>
              </a:ext>
            </a:extLst>
          </p:cNvPr>
          <p:cNvSpPr>
            <a:spLocks noGrp="1"/>
          </p:cNvSpPr>
          <p:nvPr/>
        </p:nvSpPr>
        <p:spPr>
          <a:xfrm>
            <a:off x="3743782" y="8705431"/>
            <a:ext cx="1446601" cy="142464"/>
          </a:xfrm>
          <a:custGeom>
            <a:pathLst>
              <a:path w="1446601" h="142464">
                <a:moveTo>
                  <a:pt x="0" y="142464"/>
                </a:moveTo>
                <a:lnTo>
                  <a:pt x="1446601" y="142464"/>
                </a:lnTo>
                <a:lnTo>
                  <a:pt x="1446601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2700">
            <a:noFill/>
            <a:prstDash val="solid"/>
          </a:ln>
        </p:spPr>
      </p:sp>
      <p:sp>
        <p:nvSpPr>
          <p:cNvPr id="325" name="figure04 plot object 324">
            <a:extLst>
              <a:ext uri="{FF2B5EF4-FFF2-40B4-BE49-F238E27FC236}">
                <ns2:creationId id="{6B3541FF-95AA-41C7-97FF-8F83281F293D}"/>
              </a:ext>
            </a:extLst>
          </p:cNvPr>
          <p:cNvSpPr>
            <a:spLocks noGrp="1"/>
          </p:cNvSpPr>
          <p:nvPr/>
        </p:nvSpPr>
        <p:spPr>
          <a:xfrm>
            <a:off x="3743782" y="8972550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326" name="10⁻³">
            <a:extLst>
              <a:ext uri="{FF2B5EF4-FFF2-40B4-BE49-F238E27FC236}">
                <ns2:creationId id="{C43AEFBE-DB25-41A6-906D-FE27C2242B1C}"/>
              </a:ext>
            </a:extLst>
          </p:cNvPr>
          <p:cNvSpPr>
            <a:spLocks noGrp="1"/>
          </p:cNvSpPr>
          <p:nvPr/>
        </p:nvSpPr>
        <p:spPr>
          <a:xfrm rot="0">
            <a:off x="3577095" y="9053703"/>
            <a:ext cx="4349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10⁻³</a:t>
            </a:r>
          </a:p>
        </p:txBody>
      </p:sp>
      <p:sp>
        <p:nvSpPr>
          <p:cNvPr id="327" name="figure04 plot object 326">
            <a:extLst>
              <a:ext uri="{FF2B5EF4-FFF2-40B4-BE49-F238E27FC236}">
                <ns2:creationId id="{E35A9AC7-FD47-47C7-A476-A4DDCC862342}"/>
              </a:ext>
            </a:extLst>
          </p:cNvPr>
          <p:cNvSpPr>
            <a:spLocks noGrp="1"/>
          </p:cNvSpPr>
          <p:nvPr/>
        </p:nvSpPr>
        <p:spPr>
          <a:xfrm>
            <a:off x="4433017" y="8972550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328" name="10⁻²">
            <a:extLst>
              <a:ext uri="{FF2B5EF4-FFF2-40B4-BE49-F238E27FC236}">
                <ns2:creationId id="{F033B27D-086B-45E1-BA1F-2E8C5AF0844C}"/>
              </a:ext>
            </a:extLst>
          </p:cNvPr>
          <p:cNvSpPr>
            <a:spLocks noGrp="1"/>
          </p:cNvSpPr>
          <p:nvPr/>
        </p:nvSpPr>
        <p:spPr>
          <a:xfrm rot="0">
            <a:off x="4266330" y="9053703"/>
            <a:ext cx="4349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10⁻²</a:t>
            </a:r>
          </a:p>
        </p:txBody>
      </p:sp>
      <p:sp>
        <p:nvSpPr>
          <p:cNvPr id="329" name="figure04 plot object 328">
            <a:extLst>
              <a:ext uri="{FF2B5EF4-FFF2-40B4-BE49-F238E27FC236}">
                <ns2:creationId id="{5F8978AA-35C3-4753-848A-AA6A45149755}"/>
              </a:ext>
            </a:extLst>
          </p:cNvPr>
          <p:cNvSpPr>
            <a:spLocks noGrp="1"/>
          </p:cNvSpPr>
          <p:nvPr/>
        </p:nvSpPr>
        <p:spPr>
          <a:xfrm>
            <a:off x="5122252" y="8972550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330" name="10⁻¹">
            <a:extLst>
              <a:ext uri="{FF2B5EF4-FFF2-40B4-BE49-F238E27FC236}">
                <ns2:creationId id="{7AB08269-4D7A-4255-94C2-25A7D8FC241E}"/>
              </a:ext>
            </a:extLst>
          </p:cNvPr>
          <p:cNvSpPr>
            <a:spLocks noGrp="1"/>
          </p:cNvSpPr>
          <p:nvPr/>
        </p:nvSpPr>
        <p:spPr>
          <a:xfrm rot="0">
            <a:off x="4955565" y="9053703"/>
            <a:ext cx="4349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10⁻¹</a:t>
            </a:r>
          </a:p>
        </p:txBody>
      </p:sp>
      <p:sp>
        <p:nvSpPr>
          <p:cNvPr id="331" name="figure04 plot object 330">
            <a:extLst>
              <a:ext uri="{FF2B5EF4-FFF2-40B4-BE49-F238E27FC236}">
                <ns2:creationId id="{8EACE806-FDAE-4C21-A705-52E0CE988256}"/>
              </a:ext>
            </a:extLst>
          </p:cNvPr>
          <p:cNvSpPr>
            <a:spLocks noGrp="1"/>
          </p:cNvSpPr>
          <p:nvPr/>
        </p:nvSpPr>
        <p:spPr>
          <a:xfrm>
            <a:off x="5811488" y="8972550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332" name="10⁰">
            <a:extLst>
              <a:ext uri="{FF2B5EF4-FFF2-40B4-BE49-F238E27FC236}">
                <ns2:creationId id="{DA445A54-699D-4B14-B08B-4C5B5C61482F}"/>
              </a:ext>
            </a:extLst>
          </p:cNvPr>
          <p:cNvSpPr>
            <a:spLocks noGrp="1"/>
          </p:cNvSpPr>
          <p:nvPr/>
        </p:nvSpPr>
        <p:spPr>
          <a:xfrm rot="0">
            <a:off x="5679725" y="9053703"/>
            <a:ext cx="36512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10⁰</a:t>
            </a:r>
          </a:p>
        </p:txBody>
      </p:sp>
      <p:sp>
        <p:nvSpPr>
          <p:cNvPr id="333" name="figure04 plot object 332">
            <a:extLst>
              <a:ext uri="{FF2B5EF4-FFF2-40B4-BE49-F238E27FC236}">
                <ns2:creationId id="{3CB90973-CE88-404D-9D28-5167B51B896B}"/>
              </a:ext>
            </a:extLst>
          </p:cNvPr>
          <p:cNvSpPr>
            <a:spLocks noGrp="1"/>
          </p:cNvSpPr>
          <p:nvPr/>
        </p:nvSpPr>
        <p:spPr>
          <a:xfrm>
            <a:off x="3743782" y="8117769"/>
            <a:ext cx="2189074" cy="13"/>
          </a:xfrm>
          <a:custGeom>
            <a:pathLst>
              <a:path w="2189074" h="13">
                <a:moveTo>
                  <a:pt x="0" y="0"/>
                </a:moveTo>
                <a:lnTo>
                  <a:pt x="2189074" y="0"/>
                </a:lnTo>
              </a:path>
            </a:pathLst>
          </a:custGeom>
          <a:noFill/>
          <a:ln w="8890">
            <a:solidFill>
              <a:srgbClr val="CCD2D6"/>
            </a:solidFill>
            <a:custDash>
              <a:ds d="370000" sp="160000"/>
            </a:custDash>
          </a:ln>
        </p:spPr>
      </p:sp>
      <p:sp>
        <p:nvSpPr>
          <p:cNvPr id="334" name="figure04 plot object 333">
            <a:extLst>
              <a:ext uri="{FF2B5EF4-FFF2-40B4-BE49-F238E27FC236}">
                <ns2:creationId id="{1D17BD33-284B-4A4E-ADE9-8015DFD41E96}"/>
              </a:ext>
            </a:extLst>
          </p:cNvPr>
          <p:cNvSpPr>
            <a:spLocks noGrp="1"/>
          </p:cNvSpPr>
          <p:nvPr/>
        </p:nvSpPr>
        <p:spPr>
          <a:xfrm>
            <a:off x="3743782" y="7191756"/>
            <a:ext cx="13" cy="1780794"/>
          </a:xfrm>
          <a:custGeom>
            <a:pathLst>
              <a:path w="13" h="1780794">
                <a:moveTo>
                  <a:pt x="0" y="1780794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335" name="figure04 plot object 334">
            <a:extLst>
              <a:ext uri="{FF2B5EF4-FFF2-40B4-BE49-F238E27FC236}">
                <ns2:creationId id="{A6C31726-906B-4E28-B564-984A13434C8A}"/>
              </a:ext>
            </a:extLst>
          </p:cNvPr>
          <p:cNvSpPr>
            <a:spLocks noGrp="1"/>
          </p:cNvSpPr>
          <p:nvPr/>
        </p:nvSpPr>
        <p:spPr>
          <a:xfrm>
            <a:off x="3743782" y="8972550"/>
            <a:ext cx="2189074" cy="13"/>
          </a:xfrm>
          <a:custGeom>
            <a:pathLst>
              <a:path w="2189074" h="13">
                <a:moveTo>
                  <a:pt x="0" y="0"/>
                </a:moveTo>
                <a:lnTo>
                  <a:pt x="2189074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336" name="0.09867">
            <a:extLst>
              <a:ext uri="{FF2B5EF4-FFF2-40B4-BE49-F238E27FC236}">
                <ns2:creationId id="{E2895CF5-4652-412C-A76E-3B3088324662}"/>
              </a:ext>
            </a:extLst>
          </p:cNvPr>
          <p:cNvSpPr>
            <a:spLocks noGrp="1"/>
          </p:cNvSpPr>
          <p:nvPr/>
        </p:nvSpPr>
        <p:spPr>
          <a:xfrm rot="0">
            <a:off x="5207143" y="7320747"/>
            <a:ext cx="7651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0.09867</a:t>
            </a:r>
          </a:p>
        </p:txBody>
      </p:sp>
      <p:sp>
        <p:nvSpPr>
          <p:cNvPr id="337" name="0.04997">
            <a:extLst>
              <a:ext uri="{FF2B5EF4-FFF2-40B4-BE49-F238E27FC236}">
                <ns2:creationId id="{05F9D5BF-6504-4AFB-AE2D-72AA48885040}"/>
              </a:ext>
            </a:extLst>
          </p:cNvPr>
          <p:cNvSpPr>
            <a:spLocks noGrp="1"/>
          </p:cNvSpPr>
          <p:nvPr/>
        </p:nvSpPr>
        <p:spPr>
          <a:xfrm rot="0">
            <a:off x="5003495" y="7534442"/>
            <a:ext cx="7651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0.04997</a:t>
            </a:r>
          </a:p>
        </p:txBody>
      </p:sp>
      <p:sp>
        <p:nvSpPr>
          <p:cNvPr id="338" name="0.05494">
            <a:extLst>
              <a:ext uri="{FF2B5EF4-FFF2-40B4-BE49-F238E27FC236}">
                <ns2:creationId id="{11AD0858-B405-4E17-9989-62315692EAF3}"/>
              </a:ext>
            </a:extLst>
          </p:cNvPr>
          <p:cNvSpPr>
            <a:spLocks noGrp="1"/>
          </p:cNvSpPr>
          <p:nvPr/>
        </p:nvSpPr>
        <p:spPr>
          <a:xfrm rot="0">
            <a:off x="5031881" y="7748137"/>
            <a:ext cx="7651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0.05494</a:t>
            </a:r>
          </a:p>
        </p:txBody>
      </p:sp>
      <p:sp>
        <p:nvSpPr>
          <p:cNvPr id="339" name="0.15240">
            <a:extLst>
              <a:ext uri="{FF2B5EF4-FFF2-40B4-BE49-F238E27FC236}">
                <ns2:creationId id="{F1B52F0F-916E-4265-9573-ACE60A60DBED}"/>
              </a:ext>
            </a:extLst>
          </p:cNvPr>
          <p:cNvSpPr>
            <a:spLocks noGrp="1"/>
          </p:cNvSpPr>
          <p:nvPr/>
        </p:nvSpPr>
        <p:spPr>
          <a:xfrm rot="0">
            <a:off x="5337278" y="8211144"/>
            <a:ext cx="7651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0.15240</a:t>
            </a:r>
          </a:p>
        </p:txBody>
      </p:sp>
      <p:sp>
        <p:nvSpPr>
          <p:cNvPr id="340" name="0.13319">
            <a:extLst>
              <a:ext uri="{FF2B5EF4-FFF2-40B4-BE49-F238E27FC236}">
                <ns2:creationId id="{36796241-5293-483B-AA7F-E461D6AF45C3}"/>
              </a:ext>
            </a:extLst>
          </p:cNvPr>
          <p:cNvSpPr>
            <a:spLocks noGrp="1"/>
          </p:cNvSpPr>
          <p:nvPr/>
        </p:nvSpPr>
        <p:spPr>
          <a:xfrm rot="0">
            <a:off x="5296941" y="8424839"/>
            <a:ext cx="760413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0.13319</a:t>
            </a:r>
          </a:p>
        </p:txBody>
      </p:sp>
      <p:sp>
        <p:nvSpPr>
          <p:cNvPr id="341" name="0.12556">
            <a:extLst>
              <a:ext uri="{FF2B5EF4-FFF2-40B4-BE49-F238E27FC236}">
                <ns2:creationId id="{16802CF8-24B7-44ED-BCB1-44928B6491EA}"/>
              </a:ext>
            </a:extLst>
          </p:cNvPr>
          <p:cNvSpPr>
            <a:spLocks noGrp="1"/>
          </p:cNvSpPr>
          <p:nvPr/>
        </p:nvSpPr>
        <p:spPr>
          <a:xfrm rot="0">
            <a:off x="5279283" y="8638534"/>
            <a:ext cx="763587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0.12556</a:t>
            </a:r>
          </a:p>
        </p:txBody>
      </p:sp>
      <p:sp>
        <p:nvSpPr>
          <p:cNvPr id="342" name="figure04 plot object 341">
            <a:extLst>
              <a:ext uri="{FF2B5EF4-FFF2-40B4-BE49-F238E27FC236}">
                <ns2:creationId id="{BBBF447B-0172-4158-888F-E35F66FFF3C8}"/>
              </a:ext>
            </a:extLst>
          </p:cNvPr>
          <p:cNvSpPr>
            <a:spLocks noGrp="1"/>
          </p:cNvSpPr>
          <p:nvPr/>
        </p:nvSpPr>
        <p:spPr>
          <a:xfrm>
            <a:off x="6141339" y="7191756"/>
            <a:ext cx="2189074" cy="1780794"/>
          </a:xfrm>
          <a:custGeom>
            <a:pathLst>
              <a:path w="2189074" h="1780794">
                <a:moveTo>
                  <a:pt x="0" y="1780794"/>
                </a:moveTo>
                <a:lnTo>
                  <a:pt x="2189074" y="1780794"/>
                </a:lnTo>
                <a:lnTo>
                  <a:pt x="2189074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noFill/>
            <a:prstDash val="solid"/>
          </a:ln>
        </p:spPr>
      </p:sp>
      <p:sp>
        <p:nvSpPr>
          <p:cNvPr id="343" name="figure04 plot object 342">
            <a:extLst>
              <a:ext uri="{FF2B5EF4-FFF2-40B4-BE49-F238E27FC236}">
                <ns2:creationId id="{B96939CD-9605-48F1-BE15-97A4800EAFBE}"/>
              </a:ext>
            </a:extLst>
          </p:cNvPr>
          <p:cNvSpPr>
            <a:spLocks noGrp="1"/>
          </p:cNvSpPr>
          <p:nvPr/>
        </p:nvSpPr>
        <p:spPr>
          <a:xfrm>
            <a:off x="6141339" y="7387643"/>
            <a:ext cx="1043714" cy="142464"/>
          </a:xfrm>
          <a:custGeom>
            <a:pathLst>
              <a:path w="1043714" h="142464">
                <a:moveTo>
                  <a:pt x="0" y="142464"/>
                </a:moveTo>
                <a:lnTo>
                  <a:pt x="1043714" y="142464"/>
                </a:lnTo>
                <a:lnTo>
                  <a:pt x="1043714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2700">
            <a:noFill/>
            <a:prstDash val="solid"/>
          </a:ln>
        </p:spPr>
      </p:sp>
      <p:sp>
        <p:nvSpPr>
          <p:cNvPr id="344" name="figure04 plot object 343">
            <a:extLst>
              <a:ext uri="{FF2B5EF4-FFF2-40B4-BE49-F238E27FC236}">
                <ns2:creationId id="{F19DC55E-3162-453B-B1E3-259EF01CC7A1}"/>
              </a:ext>
            </a:extLst>
          </p:cNvPr>
          <p:cNvSpPr>
            <a:spLocks noGrp="1"/>
          </p:cNvSpPr>
          <p:nvPr/>
        </p:nvSpPr>
        <p:spPr>
          <a:xfrm>
            <a:off x="6141339" y="7601339"/>
            <a:ext cx="819472" cy="142464"/>
          </a:xfrm>
          <a:custGeom>
            <a:pathLst>
              <a:path w="819472" h="142464">
                <a:moveTo>
                  <a:pt x="0" y="142464"/>
                </a:moveTo>
                <a:lnTo>
                  <a:pt x="819472" y="142464"/>
                </a:lnTo>
                <a:lnTo>
                  <a:pt x="819472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2700">
            <a:noFill/>
            <a:prstDash val="solid"/>
          </a:ln>
        </p:spPr>
      </p:sp>
      <p:sp>
        <p:nvSpPr>
          <p:cNvPr id="345" name="figure04 plot object 344">
            <a:extLst>
              <a:ext uri="{FF2B5EF4-FFF2-40B4-BE49-F238E27FC236}">
                <ns2:creationId id="{BBB9D790-D05D-482F-9E05-C58AFB84BD48}"/>
              </a:ext>
            </a:extLst>
          </p:cNvPr>
          <p:cNvSpPr>
            <a:spLocks noGrp="1"/>
          </p:cNvSpPr>
          <p:nvPr/>
        </p:nvSpPr>
        <p:spPr>
          <a:xfrm>
            <a:off x="6141339" y="7815034"/>
            <a:ext cx="783253" cy="142464"/>
          </a:xfrm>
          <a:custGeom>
            <a:pathLst>
              <a:path w="783253" h="142464">
                <a:moveTo>
                  <a:pt x="0" y="142464"/>
                </a:moveTo>
                <a:lnTo>
                  <a:pt x="783253" y="142464"/>
                </a:lnTo>
                <a:lnTo>
                  <a:pt x="783253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2700">
            <a:noFill/>
            <a:prstDash val="solid"/>
          </a:ln>
        </p:spPr>
      </p:sp>
      <p:sp>
        <p:nvSpPr>
          <p:cNvPr id="346" name="figure04 plot object 345">
            <a:extLst>
              <a:ext uri="{FF2B5EF4-FFF2-40B4-BE49-F238E27FC236}">
                <ns2:creationId id="{30F78EB4-BA51-484B-BA4E-FF736277AC12}"/>
              </a:ext>
            </a:extLst>
          </p:cNvPr>
          <p:cNvSpPr>
            <a:spLocks noGrp="1"/>
          </p:cNvSpPr>
          <p:nvPr/>
        </p:nvSpPr>
        <p:spPr>
          <a:xfrm>
            <a:off x="6141339" y="8278040"/>
            <a:ext cx="1491969" cy="142464"/>
          </a:xfrm>
          <a:custGeom>
            <a:pathLst>
              <a:path w="1491969" h="142464">
                <a:moveTo>
                  <a:pt x="0" y="142464"/>
                </a:moveTo>
                <a:lnTo>
                  <a:pt x="1491969" y="142464"/>
                </a:lnTo>
                <a:lnTo>
                  <a:pt x="1491969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2700">
            <a:noFill/>
            <a:prstDash val="solid"/>
          </a:ln>
        </p:spPr>
      </p:sp>
      <p:sp>
        <p:nvSpPr>
          <p:cNvPr id="347" name="figure04 plot object 346">
            <a:extLst>
              <a:ext uri="{FF2B5EF4-FFF2-40B4-BE49-F238E27FC236}">
                <ns2:creationId id="{6EF81D69-2DCC-4AAC-B4B5-0CD6D1F79D9A}"/>
              </a:ext>
            </a:extLst>
          </p:cNvPr>
          <p:cNvSpPr>
            <a:spLocks noGrp="1"/>
          </p:cNvSpPr>
          <p:nvPr/>
        </p:nvSpPr>
        <p:spPr>
          <a:xfrm>
            <a:off x="6141339" y="8491736"/>
            <a:ext cx="1419432" cy="142464"/>
          </a:xfrm>
          <a:custGeom>
            <a:pathLst>
              <a:path w="1419432" h="142464">
                <a:moveTo>
                  <a:pt x="0" y="142464"/>
                </a:moveTo>
                <a:lnTo>
                  <a:pt x="1419432" y="142464"/>
                </a:lnTo>
                <a:lnTo>
                  <a:pt x="1419432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2700">
            <a:noFill/>
            <a:prstDash val="solid"/>
          </a:ln>
        </p:spPr>
      </p:sp>
      <p:sp>
        <p:nvSpPr>
          <p:cNvPr id="348" name="figure04 plot object 347">
            <a:extLst>
              <a:ext uri="{FF2B5EF4-FFF2-40B4-BE49-F238E27FC236}">
                <ns2:creationId id="{5865F146-22E8-4488-A048-A3B1803976B7}"/>
              </a:ext>
            </a:extLst>
          </p:cNvPr>
          <p:cNvSpPr>
            <a:spLocks noGrp="1"/>
          </p:cNvSpPr>
          <p:nvPr/>
        </p:nvSpPr>
        <p:spPr>
          <a:xfrm>
            <a:off x="6141339" y="8705431"/>
            <a:ext cx="1436271" cy="142464"/>
          </a:xfrm>
          <a:custGeom>
            <a:pathLst>
              <a:path w="1436271" h="142464">
                <a:moveTo>
                  <a:pt x="0" y="142464"/>
                </a:moveTo>
                <a:lnTo>
                  <a:pt x="1436271" y="142464"/>
                </a:lnTo>
                <a:lnTo>
                  <a:pt x="1436271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2700">
            <a:noFill/>
            <a:prstDash val="solid"/>
          </a:ln>
        </p:spPr>
      </p:sp>
      <p:sp>
        <p:nvSpPr>
          <p:cNvPr id="349" name="figure04 plot object 348">
            <a:extLst>
              <a:ext uri="{FF2B5EF4-FFF2-40B4-BE49-F238E27FC236}">
                <ns2:creationId id="{9BDE9161-DB52-489B-B8C6-EB35E3DECE7A}"/>
              </a:ext>
            </a:extLst>
          </p:cNvPr>
          <p:cNvSpPr>
            <a:spLocks noGrp="1"/>
          </p:cNvSpPr>
          <p:nvPr/>
        </p:nvSpPr>
        <p:spPr>
          <a:xfrm>
            <a:off x="6141339" y="8972550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350" name="10⁻³">
            <a:extLst>
              <a:ext uri="{FF2B5EF4-FFF2-40B4-BE49-F238E27FC236}">
                <ns2:creationId id="{D5E2D1F8-1D13-4119-96F8-94658E57A040}"/>
              </a:ext>
            </a:extLst>
          </p:cNvPr>
          <p:cNvSpPr>
            <a:spLocks noGrp="1"/>
          </p:cNvSpPr>
          <p:nvPr/>
        </p:nvSpPr>
        <p:spPr>
          <a:xfrm rot="0">
            <a:off x="5974652" y="9053703"/>
            <a:ext cx="4349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10⁻³</a:t>
            </a:r>
          </a:p>
        </p:txBody>
      </p:sp>
      <p:sp>
        <p:nvSpPr>
          <p:cNvPr id="351" name="figure04 plot object 350">
            <a:extLst>
              <a:ext uri="{FF2B5EF4-FFF2-40B4-BE49-F238E27FC236}">
                <ns2:creationId id="{E8C40B95-8EF7-4A3D-8EC3-385D9B048159}"/>
              </a:ext>
            </a:extLst>
          </p:cNvPr>
          <p:cNvSpPr>
            <a:spLocks noGrp="1"/>
          </p:cNvSpPr>
          <p:nvPr/>
        </p:nvSpPr>
        <p:spPr>
          <a:xfrm>
            <a:off x="6830574" y="8972550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352" name="10⁻²">
            <a:extLst>
              <a:ext uri="{FF2B5EF4-FFF2-40B4-BE49-F238E27FC236}">
                <ns2:creationId id="{8CCA73E8-2867-4F5E-B8B5-3EDE692B08F1}"/>
              </a:ext>
            </a:extLst>
          </p:cNvPr>
          <p:cNvSpPr>
            <a:spLocks noGrp="1"/>
          </p:cNvSpPr>
          <p:nvPr/>
        </p:nvSpPr>
        <p:spPr>
          <a:xfrm rot="0">
            <a:off x="6663887" y="9053703"/>
            <a:ext cx="4349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10⁻²</a:t>
            </a:r>
          </a:p>
        </p:txBody>
      </p:sp>
      <p:sp>
        <p:nvSpPr>
          <p:cNvPr id="353" name="figure04 plot object 352">
            <a:extLst>
              <a:ext uri="{FF2B5EF4-FFF2-40B4-BE49-F238E27FC236}">
                <ns2:creationId id="{27D964B9-911D-452D-BD03-F7017F19D9EC}"/>
              </a:ext>
            </a:extLst>
          </p:cNvPr>
          <p:cNvSpPr>
            <a:spLocks noGrp="1"/>
          </p:cNvSpPr>
          <p:nvPr/>
        </p:nvSpPr>
        <p:spPr>
          <a:xfrm>
            <a:off x="7519809" y="8972550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354" name="10⁻¹">
            <a:extLst>
              <a:ext uri="{FF2B5EF4-FFF2-40B4-BE49-F238E27FC236}">
                <ns2:creationId id="{B8E7271E-F70B-4BA2-93D4-3F1571B8FE0F}"/>
              </a:ext>
            </a:extLst>
          </p:cNvPr>
          <p:cNvSpPr>
            <a:spLocks noGrp="1"/>
          </p:cNvSpPr>
          <p:nvPr/>
        </p:nvSpPr>
        <p:spPr>
          <a:xfrm rot="0">
            <a:off x="7353122" y="9053703"/>
            <a:ext cx="4349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10⁻¹</a:t>
            </a:r>
          </a:p>
        </p:txBody>
      </p:sp>
      <p:sp>
        <p:nvSpPr>
          <p:cNvPr id="355" name="figure04 plot object 354">
            <a:extLst>
              <a:ext uri="{FF2B5EF4-FFF2-40B4-BE49-F238E27FC236}">
                <ns2:creationId id="{B3787388-B86C-4C0B-A070-612B56C44C1D}"/>
              </a:ext>
            </a:extLst>
          </p:cNvPr>
          <p:cNvSpPr>
            <a:spLocks noGrp="1"/>
          </p:cNvSpPr>
          <p:nvPr/>
        </p:nvSpPr>
        <p:spPr>
          <a:xfrm>
            <a:off x="8209044" y="8972550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356" name="10⁰">
            <a:extLst>
              <a:ext uri="{FF2B5EF4-FFF2-40B4-BE49-F238E27FC236}">
                <ns2:creationId id="{C0E32038-17F7-4853-9341-60C9ACBA018C}"/>
              </a:ext>
            </a:extLst>
          </p:cNvPr>
          <p:cNvSpPr>
            <a:spLocks noGrp="1"/>
          </p:cNvSpPr>
          <p:nvPr/>
        </p:nvSpPr>
        <p:spPr>
          <a:xfrm rot="0">
            <a:off x="8077282" y="9053703"/>
            <a:ext cx="36512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10⁰</a:t>
            </a:r>
          </a:p>
        </p:txBody>
      </p:sp>
      <p:sp>
        <p:nvSpPr>
          <p:cNvPr id="357" name="figure04 plot object 356">
            <a:extLst>
              <a:ext uri="{FF2B5EF4-FFF2-40B4-BE49-F238E27FC236}">
                <ns2:creationId id="{251A785B-5658-44CD-9349-B9BBB59F64E9}"/>
              </a:ext>
            </a:extLst>
          </p:cNvPr>
          <p:cNvSpPr>
            <a:spLocks noGrp="1"/>
          </p:cNvSpPr>
          <p:nvPr/>
        </p:nvSpPr>
        <p:spPr>
          <a:xfrm>
            <a:off x="6141339" y="8117769"/>
            <a:ext cx="2189074" cy="13"/>
          </a:xfrm>
          <a:custGeom>
            <a:pathLst>
              <a:path w="2189074" h="13">
                <a:moveTo>
                  <a:pt x="0" y="0"/>
                </a:moveTo>
                <a:lnTo>
                  <a:pt x="2189074" y="0"/>
                </a:lnTo>
              </a:path>
            </a:pathLst>
          </a:custGeom>
          <a:noFill/>
          <a:ln w="8890">
            <a:solidFill>
              <a:srgbClr val="CCD2D6"/>
            </a:solidFill>
            <a:custDash>
              <a:ds d="370000" sp="160000"/>
            </a:custDash>
          </a:ln>
        </p:spPr>
      </p:sp>
      <p:sp>
        <p:nvSpPr>
          <p:cNvPr id="358" name="figure04 plot object 357">
            <a:extLst>
              <a:ext uri="{FF2B5EF4-FFF2-40B4-BE49-F238E27FC236}">
                <ns2:creationId id="{4D54B8D6-6E9C-4189-9090-54A1D6020FA9}"/>
              </a:ext>
            </a:extLst>
          </p:cNvPr>
          <p:cNvSpPr>
            <a:spLocks noGrp="1"/>
          </p:cNvSpPr>
          <p:nvPr/>
        </p:nvSpPr>
        <p:spPr>
          <a:xfrm>
            <a:off x="6141339" y="7191756"/>
            <a:ext cx="13" cy="1780794"/>
          </a:xfrm>
          <a:custGeom>
            <a:pathLst>
              <a:path w="13" h="1780794">
                <a:moveTo>
                  <a:pt x="0" y="1780794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359" name="figure04 plot object 358">
            <a:extLst>
              <a:ext uri="{FF2B5EF4-FFF2-40B4-BE49-F238E27FC236}">
                <ns2:creationId id="{4D23C375-3943-49FE-AF80-455A1045CF0C}"/>
              </a:ext>
            </a:extLst>
          </p:cNvPr>
          <p:cNvSpPr>
            <a:spLocks noGrp="1"/>
          </p:cNvSpPr>
          <p:nvPr/>
        </p:nvSpPr>
        <p:spPr>
          <a:xfrm>
            <a:off x="6141339" y="8972550"/>
            <a:ext cx="2189074" cy="13"/>
          </a:xfrm>
          <a:custGeom>
            <a:pathLst>
              <a:path w="2189074" h="13">
                <a:moveTo>
                  <a:pt x="0" y="0"/>
                </a:moveTo>
                <a:lnTo>
                  <a:pt x="2189074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360" name="0.03268">
            <a:extLst>
              <a:ext uri="{FF2B5EF4-FFF2-40B4-BE49-F238E27FC236}">
                <ns2:creationId id="{A4D6C6C4-95E8-4E4D-BAB0-B4CADEE81FA1}"/>
              </a:ext>
            </a:extLst>
          </p:cNvPr>
          <p:cNvSpPr>
            <a:spLocks noGrp="1"/>
          </p:cNvSpPr>
          <p:nvPr/>
        </p:nvSpPr>
        <p:spPr>
          <a:xfrm rot="0">
            <a:off x="7273953" y="7320747"/>
            <a:ext cx="766763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0.03268</a:t>
            </a:r>
          </a:p>
        </p:txBody>
      </p:sp>
      <p:sp>
        <p:nvSpPr>
          <p:cNvPr id="361" name="0.01545">
            <a:extLst>
              <a:ext uri="{FF2B5EF4-FFF2-40B4-BE49-F238E27FC236}">
                <ns2:creationId id="{CC83E538-8842-4283-BF69-E3F807E81509}"/>
              </a:ext>
            </a:extLst>
          </p:cNvPr>
          <p:cNvSpPr>
            <a:spLocks noGrp="1"/>
          </p:cNvSpPr>
          <p:nvPr/>
        </p:nvSpPr>
        <p:spPr>
          <a:xfrm rot="0">
            <a:off x="7049711" y="7534442"/>
            <a:ext cx="763587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0.01545</a:t>
            </a:r>
          </a:p>
        </p:txBody>
      </p:sp>
      <p:sp>
        <p:nvSpPr>
          <p:cNvPr id="362" name="0.01369">
            <a:extLst>
              <a:ext uri="{FF2B5EF4-FFF2-40B4-BE49-F238E27FC236}">
                <ns2:creationId id="{F1A2F1AB-57DB-4F67-941C-3354EAEC0C47}"/>
              </a:ext>
            </a:extLst>
          </p:cNvPr>
          <p:cNvSpPr>
            <a:spLocks noGrp="1"/>
          </p:cNvSpPr>
          <p:nvPr/>
        </p:nvSpPr>
        <p:spPr>
          <a:xfrm rot="0">
            <a:off x="7013492" y="7748137"/>
            <a:ext cx="763587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0.01369</a:t>
            </a:r>
          </a:p>
        </p:txBody>
      </p:sp>
      <p:sp>
        <p:nvSpPr>
          <p:cNvPr id="363" name="0.14611">
            <a:extLst>
              <a:ext uri="{FF2B5EF4-FFF2-40B4-BE49-F238E27FC236}">
                <ns2:creationId id="{065D5A84-2801-46D4-90C6-29510DC4A1D7}"/>
              </a:ext>
            </a:extLst>
          </p:cNvPr>
          <p:cNvSpPr>
            <a:spLocks noGrp="1"/>
          </p:cNvSpPr>
          <p:nvPr/>
        </p:nvSpPr>
        <p:spPr>
          <a:xfrm rot="0">
            <a:off x="7722208" y="8211144"/>
            <a:ext cx="75088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0.14611</a:t>
            </a:r>
          </a:p>
        </p:txBody>
      </p:sp>
      <p:sp>
        <p:nvSpPr>
          <p:cNvPr id="364" name="0.11466">
            <a:extLst>
              <a:ext uri="{FF2B5EF4-FFF2-40B4-BE49-F238E27FC236}">
                <ns2:creationId id="{FCDB871C-B564-476E-9D17-D9FBC3A2B8A4}"/>
              </a:ext>
            </a:extLst>
          </p:cNvPr>
          <p:cNvSpPr>
            <a:spLocks noGrp="1"/>
          </p:cNvSpPr>
          <p:nvPr/>
        </p:nvSpPr>
        <p:spPr>
          <a:xfrm rot="0">
            <a:off x="7649671" y="8424839"/>
            <a:ext cx="7524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0.11466</a:t>
            </a:r>
          </a:p>
        </p:txBody>
      </p:sp>
      <p:sp>
        <p:nvSpPr>
          <p:cNvPr id="365" name="0.12130">
            <a:extLst>
              <a:ext uri="{FF2B5EF4-FFF2-40B4-BE49-F238E27FC236}">
                <ns2:creationId id="{597B87A6-CD66-4C5E-AB9F-76A824A6CFDD}"/>
              </a:ext>
            </a:extLst>
          </p:cNvPr>
          <p:cNvSpPr>
            <a:spLocks noGrp="1"/>
          </p:cNvSpPr>
          <p:nvPr/>
        </p:nvSpPr>
        <p:spPr>
          <a:xfrm rot="0">
            <a:off x="7666510" y="8638534"/>
            <a:ext cx="763587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0.12130</a:t>
            </a:r>
          </a:p>
        </p:txBody>
      </p:sp>
      <p:sp>
        <p:nvSpPr>
          <p:cNvPr id="366" name="figure04 plot object 365">
            <a:extLst>
              <a:ext uri="{FF2B5EF4-FFF2-40B4-BE49-F238E27FC236}">
                <ns2:creationId id="{7514BD8E-6DC6-4527-9162-4DE92C036F78}"/>
              </a:ext>
            </a:extLst>
          </p:cNvPr>
          <p:cNvSpPr>
            <a:spLocks noGrp="1"/>
          </p:cNvSpPr>
          <p:nvPr/>
        </p:nvSpPr>
        <p:spPr>
          <a:xfrm>
            <a:off x="8538896" y="7191756"/>
            <a:ext cx="2189074" cy="1780794"/>
          </a:xfrm>
          <a:custGeom>
            <a:pathLst>
              <a:path w="2189074" h="1780794">
                <a:moveTo>
                  <a:pt x="0" y="1780794"/>
                </a:moveTo>
                <a:lnTo>
                  <a:pt x="2189074" y="1780794"/>
                </a:lnTo>
                <a:lnTo>
                  <a:pt x="2189074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noFill/>
            <a:prstDash val="solid"/>
          </a:ln>
        </p:spPr>
      </p:sp>
      <p:sp>
        <p:nvSpPr>
          <p:cNvPr id="367" name="figure04 plot object 366">
            <a:extLst>
              <a:ext uri="{FF2B5EF4-FFF2-40B4-BE49-F238E27FC236}">
                <ns2:creationId id="{56A590AD-7B4B-44A0-9546-B01882BE0AB2}"/>
              </a:ext>
            </a:extLst>
          </p:cNvPr>
          <p:cNvSpPr>
            <a:spLocks noGrp="1"/>
          </p:cNvSpPr>
          <p:nvPr/>
        </p:nvSpPr>
        <p:spPr>
          <a:xfrm>
            <a:off x="8538896" y="7387643"/>
            <a:ext cx="691509" cy="142464"/>
          </a:xfrm>
          <a:custGeom>
            <a:pathLst>
              <a:path w="691509" h="142464">
                <a:moveTo>
                  <a:pt x="0" y="142464"/>
                </a:moveTo>
                <a:lnTo>
                  <a:pt x="691509" y="142464"/>
                </a:lnTo>
                <a:lnTo>
                  <a:pt x="691509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2700">
            <a:noFill/>
            <a:prstDash val="solid"/>
          </a:ln>
        </p:spPr>
      </p:sp>
      <p:sp>
        <p:nvSpPr>
          <p:cNvPr id="368" name="figure04 plot object 367">
            <a:extLst>
              <a:ext uri="{FF2B5EF4-FFF2-40B4-BE49-F238E27FC236}">
                <ns2:creationId id="{EF2F81A1-5421-4933-903A-7E3023795942}"/>
              </a:ext>
            </a:extLst>
          </p:cNvPr>
          <p:cNvSpPr>
            <a:spLocks noGrp="1"/>
          </p:cNvSpPr>
          <p:nvPr/>
        </p:nvSpPr>
        <p:spPr>
          <a:xfrm>
            <a:off x="8538896" y="7601339"/>
            <a:ext cx="459858" cy="142464"/>
          </a:xfrm>
          <a:custGeom>
            <a:pathLst>
              <a:path w="459858" h="142464">
                <a:moveTo>
                  <a:pt x="0" y="142464"/>
                </a:moveTo>
                <a:lnTo>
                  <a:pt x="459858" y="142464"/>
                </a:lnTo>
                <a:lnTo>
                  <a:pt x="459858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2700">
            <a:noFill/>
            <a:prstDash val="solid"/>
          </a:ln>
        </p:spPr>
      </p:sp>
      <p:sp>
        <p:nvSpPr>
          <p:cNvPr id="369" name="figure04 plot object 368">
            <a:extLst>
              <a:ext uri="{FF2B5EF4-FFF2-40B4-BE49-F238E27FC236}">
                <ns2:creationId id="{E78FBF9B-45D4-4657-995E-AF381E21B8C1}"/>
              </a:ext>
            </a:extLst>
          </p:cNvPr>
          <p:cNvSpPr>
            <a:spLocks noGrp="1"/>
          </p:cNvSpPr>
          <p:nvPr/>
        </p:nvSpPr>
        <p:spPr>
          <a:xfrm>
            <a:off x="8538896" y="7815034"/>
            <a:ext cx="442799" cy="142464"/>
          </a:xfrm>
          <a:custGeom>
            <a:pathLst>
              <a:path w="442799" h="142464">
                <a:moveTo>
                  <a:pt x="0" y="142464"/>
                </a:moveTo>
                <a:lnTo>
                  <a:pt x="442799" y="142464"/>
                </a:lnTo>
                <a:lnTo>
                  <a:pt x="442799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2700">
            <a:noFill/>
            <a:prstDash val="solid"/>
          </a:ln>
        </p:spPr>
      </p:sp>
      <p:sp>
        <p:nvSpPr>
          <p:cNvPr id="370" name="figure04 plot object 369">
            <a:extLst>
              <a:ext uri="{FF2B5EF4-FFF2-40B4-BE49-F238E27FC236}">
                <ns2:creationId id="{10840E97-1D86-42D6-A180-6345C7C38ED0}"/>
              </a:ext>
            </a:extLst>
          </p:cNvPr>
          <p:cNvSpPr>
            <a:spLocks noGrp="1"/>
          </p:cNvSpPr>
          <p:nvPr/>
        </p:nvSpPr>
        <p:spPr>
          <a:xfrm>
            <a:off x="8538896" y="8278040"/>
            <a:ext cx="870650" cy="142464"/>
          </a:xfrm>
          <a:custGeom>
            <a:pathLst>
              <a:path w="870650" h="142464">
                <a:moveTo>
                  <a:pt x="0" y="142464"/>
                </a:moveTo>
                <a:lnTo>
                  <a:pt x="870650" y="142464"/>
                </a:lnTo>
                <a:lnTo>
                  <a:pt x="870650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2700">
            <a:noFill/>
            <a:prstDash val="solid"/>
          </a:ln>
        </p:spPr>
      </p:sp>
      <p:sp>
        <p:nvSpPr>
          <p:cNvPr id="371" name="figure04 plot object 370">
            <a:extLst>
              <a:ext uri="{FF2B5EF4-FFF2-40B4-BE49-F238E27FC236}">
                <ns2:creationId id="{7DC20F46-164C-4F90-AD33-A0A3F7EEBBEA}"/>
              </a:ext>
            </a:extLst>
          </p:cNvPr>
          <p:cNvSpPr>
            <a:spLocks noGrp="1"/>
          </p:cNvSpPr>
          <p:nvPr/>
        </p:nvSpPr>
        <p:spPr>
          <a:xfrm>
            <a:off x="8538896" y="8491736"/>
            <a:ext cx="1516572" cy="142464"/>
          </a:xfrm>
          <a:custGeom>
            <a:pathLst>
              <a:path w="1516572" h="142464">
                <a:moveTo>
                  <a:pt x="0" y="142464"/>
                </a:moveTo>
                <a:lnTo>
                  <a:pt x="1516572" y="142464"/>
                </a:lnTo>
                <a:lnTo>
                  <a:pt x="1516572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2700">
            <a:noFill/>
            <a:prstDash val="solid"/>
          </a:ln>
        </p:spPr>
      </p:sp>
      <p:sp>
        <p:nvSpPr>
          <p:cNvPr id="372" name="figure04 plot object 371">
            <a:extLst>
              <a:ext uri="{FF2B5EF4-FFF2-40B4-BE49-F238E27FC236}">
                <ns2:creationId id="{8A433A30-A97C-4717-AFED-73E696D2DDE3}"/>
              </a:ext>
            </a:extLst>
          </p:cNvPr>
          <p:cNvSpPr>
            <a:spLocks noGrp="1"/>
          </p:cNvSpPr>
          <p:nvPr/>
        </p:nvSpPr>
        <p:spPr>
          <a:xfrm>
            <a:off x="8538896" y="8705431"/>
            <a:ext cx="1487553" cy="142464"/>
          </a:xfrm>
          <a:custGeom>
            <a:pathLst>
              <a:path w="1487553" h="142464">
                <a:moveTo>
                  <a:pt x="0" y="142464"/>
                </a:moveTo>
                <a:lnTo>
                  <a:pt x="1487553" y="142464"/>
                </a:lnTo>
                <a:lnTo>
                  <a:pt x="1487553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2700">
            <a:noFill/>
            <a:prstDash val="solid"/>
          </a:ln>
        </p:spPr>
      </p:sp>
      <p:sp>
        <p:nvSpPr>
          <p:cNvPr id="373" name="figure04 plot object 372">
            <a:extLst>
              <a:ext uri="{FF2B5EF4-FFF2-40B4-BE49-F238E27FC236}">
                <ns2:creationId id="{45DF9625-6DA5-49EA-950A-9E24CD7D7B89}"/>
              </a:ext>
            </a:extLst>
          </p:cNvPr>
          <p:cNvSpPr>
            <a:spLocks noGrp="1"/>
          </p:cNvSpPr>
          <p:nvPr/>
        </p:nvSpPr>
        <p:spPr>
          <a:xfrm>
            <a:off x="8538896" y="8972550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374" name="10⁻³">
            <a:extLst>
              <a:ext uri="{FF2B5EF4-FFF2-40B4-BE49-F238E27FC236}">
                <ns2:creationId id="{E4F5F3FA-20D0-426C-B13F-A4ACA675E042}"/>
              </a:ext>
            </a:extLst>
          </p:cNvPr>
          <p:cNvSpPr>
            <a:spLocks noGrp="1"/>
          </p:cNvSpPr>
          <p:nvPr/>
        </p:nvSpPr>
        <p:spPr>
          <a:xfrm rot="0">
            <a:off x="8372208" y="9053703"/>
            <a:ext cx="4349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10⁻³</a:t>
            </a:r>
          </a:p>
        </p:txBody>
      </p:sp>
      <p:sp>
        <p:nvSpPr>
          <p:cNvPr id="375" name="figure04 plot object 374">
            <a:extLst>
              <a:ext uri="{FF2B5EF4-FFF2-40B4-BE49-F238E27FC236}">
                <ns2:creationId id="{EA66C4DB-A0CC-43F3-B729-C74D35780BDB}"/>
              </a:ext>
            </a:extLst>
          </p:cNvPr>
          <p:cNvSpPr>
            <a:spLocks noGrp="1"/>
          </p:cNvSpPr>
          <p:nvPr/>
        </p:nvSpPr>
        <p:spPr>
          <a:xfrm>
            <a:off x="9228131" y="8972550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376" name="10⁻²">
            <a:extLst>
              <a:ext uri="{FF2B5EF4-FFF2-40B4-BE49-F238E27FC236}">
                <ns2:creationId id="{7A5071C9-59D4-4C36-BBCE-B49E13B0CAD5}"/>
              </a:ext>
            </a:extLst>
          </p:cNvPr>
          <p:cNvSpPr>
            <a:spLocks noGrp="1"/>
          </p:cNvSpPr>
          <p:nvPr/>
        </p:nvSpPr>
        <p:spPr>
          <a:xfrm rot="0">
            <a:off x="9061443" y="9053703"/>
            <a:ext cx="4349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10⁻²</a:t>
            </a:r>
          </a:p>
        </p:txBody>
      </p:sp>
      <p:sp>
        <p:nvSpPr>
          <p:cNvPr id="377" name="figure04 plot object 376">
            <a:extLst>
              <a:ext uri="{FF2B5EF4-FFF2-40B4-BE49-F238E27FC236}">
                <ns2:creationId id="{BFB94E4E-3570-41ED-9DFF-44D761733970}"/>
              </a:ext>
            </a:extLst>
          </p:cNvPr>
          <p:cNvSpPr>
            <a:spLocks noGrp="1"/>
          </p:cNvSpPr>
          <p:nvPr/>
        </p:nvSpPr>
        <p:spPr>
          <a:xfrm>
            <a:off x="9917366" y="8972550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378" name="10⁻¹">
            <a:extLst>
              <a:ext uri="{FF2B5EF4-FFF2-40B4-BE49-F238E27FC236}">
                <ns2:creationId id="{1501EB57-D112-4BBC-9A4E-7D62849ED8B8}"/>
              </a:ext>
            </a:extLst>
          </p:cNvPr>
          <p:cNvSpPr>
            <a:spLocks noGrp="1"/>
          </p:cNvSpPr>
          <p:nvPr/>
        </p:nvSpPr>
        <p:spPr>
          <a:xfrm rot="0">
            <a:off x="9750679" y="9053703"/>
            <a:ext cx="4349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10⁻¹</a:t>
            </a:r>
          </a:p>
        </p:txBody>
      </p:sp>
      <p:sp>
        <p:nvSpPr>
          <p:cNvPr id="379" name="figure04 plot object 378">
            <a:extLst>
              <a:ext uri="{FF2B5EF4-FFF2-40B4-BE49-F238E27FC236}">
                <ns2:creationId id="{BA7AFAB3-F0DC-4214-B54A-4548B0A60F64}"/>
              </a:ext>
            </a:extLst>
          </p:cNvPr>
          <p:cNvSpPr>
            <a:spLocks noGrp="1"/>
          </p:cNvSpPr>
          <p:nvPr/>
        </p:nvSpPr>
        <p:spPr>
          <a:xfrm>
            <a:off x="10606601" y="8972550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380" name="10⁰">
            <a:extLst>
              <a:ext uri="{FF2B5EF4-FFF2-40B4-BE49-F238E27FC236}">
                <ns2:creationId id="{CD4CBD55-6C73-4575-8F8D-030B5BE06186}"/>
              </a:ext>
            </a:extLst>
          </p:cNvPr>
          <p:cNvSpPr>
            <a:spLocks noGrp="1"/>
          </p:cNvSpPr>
          <p:nvPr/>
        </p:nvSpPr>
        <p:spPr>
          <a:xfrm rot="0">
            <a:off x="10474839" y="9053703"/>
            <a:ext cx="36512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10⁰</a:t>
            </a:r>
          </a:p>
        </p:txBody>
      </p:sp>
      <p:sp>
        <p:nvSpPr>
          <p:cNvPr id="381" name="figure04 plot object 380">
            <a:extLst>
              <a:ext uri="{FF2B5EF4-FFF2-40B4-BE49-F238E27FC236}">
                <ns2:creationId id="{148AA07F-B46D-4706-9B77-6A091029B679}"/>
              </a:ext>
            </a:extLst>
          </p:cNvPr>
          <p:cNvSpPr>
            <a:spLocks noGrp="1"/>
          </p:cNvSpPr>
          <p:nvPr/>
        </p:nvSpPr>
        <p:spPr>
          <a:xfrm>
            <a:off x="8538896" y="8117769"/>
            <a:ext cx="2189074" cy="13"/>
          </a:xfrm>
          <a:custGeom>
            <a:pathLst>
              <a:path w="2189074" h="13">
                <a:moveTo>
                  <a:pt x="0" y="0"/>
                </a:moveTo>
                <a:lnTo>
                  <a:pt x="2189074" y="0"/>
                </a:lnTo>
              </a:path>
            </a:pathLst>
          </a:custGeom>
          <a:noFill/>
          <a:ln w="8890">
            <a:solidFill>
              <a:srgbClr val="CCD2D6"/>
            </a:solidFill>
            <a:custDash>
              <a:ds d="370000" sp="160000"/>
            </a:custDash>
          </a:ln>
        </p:spPr>
      </p:sp>
      <p:sp>
        <p:nvSpPr>
          <p:cNvPr id="382" name="figure04 plot object 381">
            <a:extLst>
              <a:ext uri="{FF2B5EF4-FFF2-40B4-BE49-F238E27FC236}">
                <ns2:creationId id="{5E968C66-0E8A-44B7-A065-E40FE9BE6087}"/>
              </a:ext>
            </a:extLst>
          </p:cNvPr>
          <p:cNvSpPr>
            <a:spLocks noGrp="1"/>
          </p:cNvSpPr>
          <p:nvPr/>
        </p:nvSpPr>
        <p:spPr>
          <a:xfrm>
            <a:off x="8538896" y="7191756"/>
            <a:ext cx="13" cy="1780794"/>
          </a:xfrm>
          <a:custGeom>
            <a:pathLst>
              <a:path w="13" h="1780794">
                <a:moveTo>
                  <a:pt x="0" y="1780794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383" name="figure04 plot object 382">
            <a:extLst>
              <a:ext uri="{FF2B5EF4-FFF2-40B4-BE49-F238E27FC236}">
                <ns2:creationId id="{66E0C725-E46E-4279-9324-8BE4FF7D85BC}"/>
              </a:ext>
            </a:extLst>
          </p:cNvPr>
          <p:cNvSpPr>
            <a:spLocks noGrp="1"/>
          </p:cNvSpPr>
          <p:nvPr/>
        </p:nvSpPr>
        <p:spPr>
          <a:xfrm>
            <a:off x="8538896" y="8972550"/>
            <a:ext cx="2189074" cy="13"/>
          </a:xfrm>
          <a:custGeom>
            <a:pathLst>
              <a:path w="2189074" h="13">
                <a:moveTo>
                  <a:pt x="0" y="0"/>
                </a:moveTo>
                <a:lnTo>
                  <a:pt x="2189074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384" name="0.01008">
            <a:extLst>
              <a:ext uri="{FF2B5EF4-FFF2-40B4-BE49-F238E27FC236}">
                <ns2:creationId id="{D4286134-2209-48AD-AA34-3B0E89598B8E}"/>
              </a:ext>
            </a:extLst>
          </p:cNvPr>
          <p:cNvSpPr>
            <a:spLocks noGrp="1"/>
          </p:cNvSpPr>
          <p:nvPr/>
        </p:nvSpPr>
        <p:spPr>
          <a:xfrm rot="0">
            <a:off x="9319305" y="7320747"/>
            <a:ext cx="766763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0.01008</a:t>
            </a:r>
          </a:p>
        </p:txBody>
      </p:sp>
      <p:sp>
        <p:nvSpPr>
          <p:cNvPr id="385" name="0.00465">
            <a:extLst>
              <a:ext uri="{FF2B5EF4-FFF2-40B4-BE49-F238E27FC236}">
                <ns2:creationId id="{B4789546-92FB-4811-A1B5-ABC4A7AC1ABB}"/>
              </a:ext>
            </a:extLst>
          </p:cNvPr>
          <p:cNvSpPr>
            <a:spLocks noGrp="1"/>
          </p:cNvSpPr>
          <p:nvPr/>
        </p:nvSpPr>
        <p:spPr>
          <a:xfrm rot="0">
            <a:off x="9087654" y="7534442"/>
            <a:ext cx="766763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0.00465</a:t>
            </a:r>
          </a:p>
        </p:txBody>
      </p:sp>
      <p:sp>
        <p:nvSpPr>
          <p:cNvPr id="386" name="0.00439">
            <a:extLst>
              <a:ext uri="{FF2B5EF4-FFF2-40B4-BE49-F238E27FC236}">
                <ns2:creationId id="{EB6EFC14-E6A5-4A63-8749-E23F6C24794F}"/>
              </a:ext>
            </a:extLst>
          </p:cNvPr>
          <p:cNvSpPr>
            <a:spLocks noGrp="1"/>
          </p:cNvSpPr>
          <p:nvPr/>
        </p:nvSpPr>
        <p:spPr>
          <a:xfrm rot="0">
            <a:off x="9070595" y="7748137"/>
            <a:ext cx="766763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0.00439</a:t>
            </a:r>
          </a:p>
        </p:txBody>
      </p:sp>
      <p:sp>
        <p:nvSpPr>
          <p:cNvPr id="387" name="0.01833">
            <a:extLst>
              <a:ext uri="{FF2B5EF4-FFF2-40B4-BE49-F238E27FC236}">
                <ns2:creationId id="{B5312E6A-7E9D-4297-AA74-62BEF3714EF7}"/>
              </a:ext>
            </a:extLst>
          </p:cNvPr>
          <p:cNvSpPr>
            <a:spLocks noGrp="1"/>
          </p:cNvSpPr>
          <p:nvPr/>
        </p:nvSpPr>
        <p:spPr>
          <a:xfrm rot="0">
            <a:off x="9498446" y="8211144"/>
            <a:ext cx="763587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0.01833</a:t>
            </a:r>
          </a:p>
        </p:txBody>
      </p:sp>
      <p:sp>
        <p:nvSpPr>
          <p:cNvPr id="388" name="0.15862">
            <a:extLst>
              <a:ext uri="{FF2B5EF4-FFF2-40B4-BE49-F238E27FC236}">
                <ns2:creationId id="{A8CA6851-9D83-47AA-B4CB-3D147D02319C}"/>
              </a:ext>
            </a:extLst>
          </p:cNvPr>
          <p:cNvSpPr>
            <a:spLocks noGrp="1"/>
          </p:cNvSpPr>
          <p:nvPr/>
        </p:nvSpPr>
        <p:spPr>
          <a:xfrm rot="0">
            <a:off x="10144368" y="8424839"/>
            <a:ext cx="763587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0.15862</a:t>
            </a:r>
          </a:p>
        </p:txBody>
      </p:sp>
      <p:sp>
        <p:nvSpPr>
          <p:cNvPr id="389" name="0.14397">
            <a:extLst>
              <a:ext uri="{FF2B5EF4-FFF2-40B4-BE49-F238E27FC236}">
                <ns2:creationId id="{C989E62A-9CD3-4446-BBFC-0963969866E6}"/>
              </a:ext>
            </a:extLst>
          </p:cNvPr>
          <p:cNvSpPr>
            <a:spLocks noGrp="1"/>
          </p:cNvSpPr>
          <p:nvPr/>
        </p:nvSpPr>
        <p:spPr>
          <a:xfrm rot="0">
            <a:off x="10115349" y="8638534"/>
            <a:ext cx="7620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0.14397</a:t>
            </a:r>
          </a:p>
        </p:txBody>
      </p:sp>
      <p:sp>
        <p:nvSpPr>
          <p:cNvPr id="390" name="figure04 plot object 389">
            <a:extLst>
              <a:ext uri="{FF2B5EF4-FFF2-40B4-BE49-F238E27FC236}">
                <ns2:creationId id="{C6CF2C87-9102-47B8-8114-0680B0798072}"/>
              </a:ext>
            </a:extLst>
          </p:cNvPr>
          <p:cNvSpPr>
            <a:spLocks noGrp="1"/>
          </p:cNvSpPr>
          <p:nvPr/>
        </p:nvSpPr>
        <p:spPr>
          <a:xfrm>
            <a:off x="10936453" y="7191756"/>
            <a:ext cx="2189074" cy="1780794"/>
          </a:xfrm>
          <a:custGeom>
            <a:pathLst>
              <a:path w="2189074" h="1780794">
                <a:moveTo>
                  <a:pt x="0" y="1780794"/>
                </a:moveTo>
                <a:lnTo>
                  <a:pt x="2189074" y="1780794"/>
                </a:lnTo>
                <a:lnTo>
                  <a:pt x="2189074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noFill/>
            <a:prstDash val="solid"/>
          </a:ln>
        </p:spPr>
      </p:sp>
      <p:sp>
        <p:nvSpPr>
          <p:cNvPr id="391" name="figure04 plot object 390">
            <a:extLst>
              <a:ext uri="{FF2B5EF4-FFF2-40B4-BE49-F238E27FC236}">
                <ns2:creationId id="{E9EC8969-DFDC-4841-9C52-C29504F8BDFE}"/>
              </a:ext>
            </a:extLst>
          </p:cNvPr>
          <p:cNvSpPr>
            <a:spLocks noGrp="1"/>
          </p:cNvSpPr>
          <p:nvPr/>
        </p:nvSpPr>
        <p:spPr>
          <a:xfrm>
            <a:off x="10936453" y="7387643"/>
            <a:ext cx="266592" cy="142464"/>
          </a:xfrm>
          <a:custGeom>
            <a:pathLst>
              <a:path w="266592" h="142464">
                <a:moveTo>
                  <a:pt x="0" y="142464"/>
                </a:moveTo>
                <a:lnTo>
                  <a:pt x="266592" y="142464"/>
                </a:lnTo>
                <a:lnTo>
                  <a:pt x="266592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2700">
            <a:noFill/>
            <a:prstDash val="solid"/>
          </a:ln>
        </p:spPr>
      </p:sp>
      <p:sp>
        <p:nvSpPr>
          <p:cNvPr id="392" name="figure04 plot object 391">
            <a:extLst>
              <a:ext uri="{FF2B5EF4-FFF2-40B4-BE49-F238E27FC236}">
                <ns2:creationId id="{8618635C-9ECE-43C8-BD76-2F1F0B54250D}"/>
              </a:ext>
            </a:extLst>
          </p:cNvPr>
          <p:cNvSpPr>
            <a:spLocks noGrp="1"/>
          </p:cNvSpPr>
          <p:nvPr/>
        </p:nvSpPr>
        <p:spPr>
          <a:xfrm>
            <a:off x="10936453" y="7601339"/>
            <a:ext cx="402654" cy="142464"/>
          </a:xfrm>
          <a:custGeom>
            <a:pathLst>
              <a:path w="402654" h="142464">
                <a:moveTo>
                  <a:pt x="0" y="142464"/>
                </a:moveTo>
                <a:lnTo>
                  <a:pt x="402654" y="142464"/>
                </a:lnTo>
                <a:lnTo>
                  <a:pt x="402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2700">
            <a:noFill/>
            <a:prstDash val="solid"/>
          </a:ln>
        </p:spPr>
      </p:sp>
      <p:sp>
        <p:nvSpPr>
          <p:cNvPr id="393" name="figure04 plot object 392">
            <a:extLst>
              <a:ext uri="{FF2B5EF4-FFF2-40B4-BE49-F238E27FC236}">
                <ns2:creationId id="{AC0D450F-E62A-4E97-B235-0C98BA37DA45}"/>
              </a:ext>
            </a:extLst>
          </p:cNvPr>
          <p:cNvSpPr>
            <a:spLocks noGrp="1"/>
          </p:cNvSpPr>
          <p:nvPr/>
        </p:nvSpPr>
        <p:spPr>
          <a:xfrm>
            <a:off x="10936453" y="7815034"/>
            <a:ext cx="254797" cy="142464"/>
          </a:xfrm>
          <a:custGeom>
            <a:pathLst>
              <a:path w="254797" h="142464">
                <a:moveTo>
                  <a:pt x="0" y="142464"/>
                </a:moveTo>
                <a:lnTo>
                  <a:pt x="254797" y="142464"/>
                </a:lnTo>
                <a:lnTo>
                  <a:pt x="254797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2700">
            <a:noFill/>
            <a:prstDash val="solid"/>
          </a:ln>
        </p:spPr>
      </p:sp>
      <p:sp>
        <p:nvSpPr>
          <p:cNvPr id="394" name="figure04 plot object 393">
            <a:extLst>
              <a:ext uri="{FF2B5EF4-FFF2-40B4-BE49-F238E27FC236}">
                <ns2:creationId id="{F250B2BA-8CA6-42B6-8666-DC37BD399BE1}"/>
              </a:ext>
            </a:extLst>
          </p:cNvPr>
          <p:cNvSpPr>
            <a:spLocks noGrp="1"/>
          </p:cNvSpPr>
          <p:nvPr/>
        </p:nvSpPr>
        <p:spPr>
          <a:xfrm>
            <a:off x="10936453" y="8278040"/>
            <a:ext cx="1107152" cy="142464"/>
          </a:xfrm>
          <a:custGeom>
            <a:pathLst>
              <a:path w="1107152" h="142464">
                <a:moveTo>
                  <a:pt x="0" y="142464"/>
                </a:moveTo>
                <a:lnTo>
                  <a:pt x="1107152" y="142464"/>
                </a:lnTo>
                <a:lnTo>
                  <a:pt x="1107152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2700">
            <a:noFill/>
            <a:prstDash val="solid"/>
          </a:ln>
        </p:spPr>
      </p:sp>
      <p:sp>
        <p:nvSpPr>
          <p:cNvPr id="395" name="figure04 plot object 394">
            <a:extLst>
              <a:ext uri="{FF2B5EF4-FFF2-40B4-BE49-F238E27FC236}">
                <ns2:creationId id="{A753ACC0-5EFD-4BD0-A4B2-80701B8E21C8}"/>
              </a:ext>
            </a:extLst>
          </p:cNvPr>
          <p:cNvSpPr>
            <a:spLocks noGrp="1"/>
          </p:cNvSpPr>
          <p:nvPr/>
        </p:nvSpPr>
        <p:spPr>
          <a:xfrm>
            <a:off x="10936453" y="8491736"/>
            <a:ext cx="1092952" cy="142464"/>
          </a:xfrm>
          <a:custGeom>
            <a:pathLst>
              <a:path w="1092952" h="142464">
                <a:moveTo>
                  <a:pt x="0" y="142464"/>
                </a:moveTo>
                <a:lnTo>
                  <a:pt x="1092952" y="142464"/>
                </a:lnTo>
                <a:lnTo>
                  <a:pt x="1092952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2700">
            <a:noFill/>
            <a:prstDash val="solid"/>
          </a:ln>
        </p:spPr>
      </p:sp>
      <p:sp>
        <p:nvSpPr>
          <p:cNvPr id="396" name="figure04 plot object 395">
            <a:extLst>
              <a:ext uri="{FF2B5EF4-FFF2-40B4-BE49-F238E27FC236}">
                <ns2:creationId id="{DC69E3B8-F1F0-4F5F-A1C7-746E9EE5B83C}"/>
              </a:ext>
            </a:extLst>
          </p:cNvPr>
          <p:cNvSpPr>
            <a:spLocks noGrp="1"/>
          </p:cNvSpPr>
          <p:nvPr/>
        </p:nvSpPr>
        <p:spPr>
          <a:xfrm>
            <a:off x="10936453" y="8705431"/>
            <a:ext cx="874444" cy="142464"/>
          </a:xfrm>
          <a:custGeom>
            <a:pathLst>
              <a:path w="874444" h="142464">
                <a:moveTo>
                  <a:pt x="0" y="142464"/>
                </a:moveTo>
                <a:lnTo>
                  <a:pt x="874444" y="142464"/>
                </a:lnTo>
                <a:lnTo>
                  <a:pt x="874444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2700">
            <a:noFill/>
            <a:prstDash val="solid"/>
          </a:ln>
        </p:spPr>
      </p:sp>
      <p:sp>
        <p:nvSpPr>
          <p:cNvPr id="397" name="figure04 plot object 396">
            <a:extLst>
              <a:ext uri="{FF2B5EF4-FFF2-40B4-BE49-F238E27FC236}">
                <ns2:creationId id="{32DFE15C-EB51-45AC-8C4B-82CFBB77D56C}"/>
              </a:ext>
            </a:extLst>
          </p:cNvPr>
          <p:cNvSpPr>
            <a:spLocks noGrp="1"/>
          </p:cNvSpPr>
          <p:nvPr/>
        </p:nvSpPr>
        <p:spPr>
          <a:xfrm>
            <a:off x="10936453" y="8972550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398" name="10⁻³">
            <a:extLst>
              <a:ext uri="{FF2B5EF4-FFF2-40B4-BE49-F238E27FC236}">
                <ns2:creationId id="{C2D0770B-9107-4743-8540-095B4C11D300}"/>
              </a:ext>
            </a:extLst>
          </p:cNvPr>
          <p:cNvSpPr>
            <a:spLocks noGrp="1"/>
          </p:cNvSpPr>
          <p:nvPr/>
        </p:nvSpPr>
        <p:spPr>
          <a:xfrm rot="0">
            <a:off x="10769765" y="9053703"/>
            <a:ext cx="4349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10⁻³</a:t>
            </a:r>
          </a:p>
        </p:txBody>
      </p:sp>
      <p:sp>
        <p:nvSpPr>
          <p:cNvPr id="399" name="figure04 plot object 398">
            <a:extLst>
              <a:ext uri="{FF2B5EF4-FFF2-40B4-BE49-F238E27FC236}">
                <ns2:creationId id="{EC0A216A-98DC-4323-907B-6F3C3C2FF0B4}"/>
              </a:ext>
            </a:extLst>
          </p:cNvPr>
          <p:cNvSpPr>
            <a:spLocks noGrp="1"/>
          </p:cNvSpPr>
          <p:nvPr/>
        </p:nvSpPr>
        <p:spPr>
          <a:xfrm>
            <a:off x="11625688" y="8972550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400" name="10⁻²">
            <a:extLst>
              <a:ext uri="{FF2B5EF4-FFF2-40B4-BE49-F238E27FC236}">
                <ns2:creationId id="{46C4C38B-7E22-4E90-A610-6C8B4ADF7605}"/>
              </a:ext>
            </a:extLst>
          </p:cNvPr>
          <p:cNvSpPr>
            <a:spLocks noGrp="1"/>
          </p:cNvSpPr>
          <p:nvPr/>
        </p:nvSpPr>
        <p:spPr>
          <a:xfrm rot="0">
            <a:off x="11459000" y="9053703"/>
            <a:ext cx="4349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10⁻²</a:t>
            </a:r>
          </a:p>
        </p:txBody>
      </p:sp>
      <p:sp>
        <p:nvSpPr>
          <p:cNvPr id="401" name="figure04 plot object 400">
            <a:extLst>
              <a:ext uri="{FF2B5EF4-FFF2-40B4-BE49-F238E27FC236}">
                <ns2:creationId id="{E29463D2-867D-447D-81EC-7880B867EE59}"/>
              </a:ext>
            </a:extLst>
          </p:cNvPr>
          <p:cNvSpPr>
            <a:spLocks noGrp="1"/>
          </p:cNvSpPr>
          <p:nvPr/>
        </p:nvSpPr>
        <p:spPr>
          <a:xfrm>
            <a:off x="12314923" y="8972550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402" name="10⁻¹">
            <a:extLst>
              <a:ext uri="{FF2B5EF4-FFF2-40B4-BE49-F238E27FC236}">
                <ns2:creationId id="{3949AF7A-A9A4-4B1F-89C7-72302D30B28D}"/>
              </a:ext>
            </a:extLst>
          </p:cNvPr>
          <p:cNvSpPr>
            <a:spLocks noGrp="1"/>
          </p:cNvSpPr>
          <p:nvPr/>
        </p:nvSpPr>
        <p:spPr>
          <a:xfrm rot="0">
            <a:off x="12148235" y="9053703"/>
            <a:ext cx="4349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10⁻¹</a:t>
            </a:r>
          </a:p>
        </p:txBody>
      </p:sp>
      <p:sp>
        <p:nvSpPr>
          <p:cNvPr id="403" name="figure04 plot object 402">
            <a:extLst>
              <a:ext uri="{FF2B5EF4-FFF2-40B4-BE49-F238E27FC236}">
                <ns2:creationId id="{6C2AF81A-FA85-4D74-A7D9-4B57E6ECAAFA}"/>
              </a:ext>
            </a:extLst>
          </p:cNvPr>
          <p:cNvSpPr>
            <a:spLocks noGrp="1"/>
          </p:cNvSpPr>
          <p:nvPr/>
        </p:nvSpPr>
        <p:spPr>
          <a:xfrm>
            <a:off x="13004158" y="8972550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404" name="10⁰">
            <a:extLst>
              <a:ext uri="{FF2B5EF4-FFF2-40B4-BE49-F238E27FC236}">
                <ns2:creationId id="{543252B3-20CA-4388-A71A-DFEC94FD603A}"/>
              </a:ext>
            </a:extLst>
          </p:cNvPr>
          <p:cNvSpPr>
            <a:spLocks noGrp="1"/>
          </p:cNvSpPr>
          <p:nvPr/>
        </p:nvSpPr>
        <p:spPr>
          <a:xfrm rot="0">
            <a:off x="12872395" y="9053703"/>
            <a:ext cx="36512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10⁰</a:t>
            </a:r>
          </a:p>
        </p:txBody>
      </p:sp>
      <p:sp>
        <p:nvSpPr>
          <p:cNvPr id="405" name="figure04 plot object 404">
            <a:extLst>
              <a:ext uri="{FF2B5EF4-FFF2-40B4-BE49-F238E27FC236}">
                <ns2:creationId id="{388C49FD-1FF8-4D32-8FA7-5E8D0B61F128}"/>
              </a:ext>
            </a:extLst>
          </p:cNvPr>
          <p:cNvSpPr>
            <a:spLocks noGrp="1"/>
          </p:cNvSpPr>
          <p:nvPr/>
        </p:nvSpPr>
        <p:spPr>
          <a:xfrm>
            <a:off x="10936453" y="8117769"/>
            <a:ext cx="2189074" cy="13"/>
          </a:xfrm>
          <a:custGeom>
            <a:pathLst>
              <a:path w="2189074" h="13">
                <a:moveTo>
                  <a:pt x="0" y="0"/>
                </a:moveTo>
                <a:lnTo>
                  <a:pt x="2189074" y="0"/>
                </a:lnTo>
              </a:path>
            </a:pathLst>
          </a:custGeom>
          <a:noFill/>
          <a:ln w="8890">
            <a:solidFill>
              <a:srgbClr val="CCD2D6"/>
            </a:solidFill>
            <a:custDash>
              <a:ds d="370000" sp="160000"/>
            </a:custDash>
          </a:ln>
        </p:spPr>
      </p:sp>
      <p:sp>
        <p:nvSpPr>
          <p:cNvPr id="406" name="figure04 plot object 405">
            <a:extLst>
              <a:ext uri="{FF2B5EF4-FFF2-40B4-BE49-F238E27FC236}">
                <ns2:creationId id="{EA6DD11D-421F-442F-B1DF-300594A9EEFC}"/>
              </a:ext>
            </a:extLst>
          </p:cNvPr>
          <p:cNvSpPr>
            <a:spLocks noGrp="1"/>
          </p:cNvSpPr>
          <p:nvPr/>
        </p:nvSpPr>
        <p:spPr>
          <a:xfrm>
            <a:off x="10936453" y="7191756"/>
            <a:ext cx="13" cy="1780794"/>
          </a:xfrm>
          <a:custGeom>
            <a:pathLst>
              <a:path w="13" h="1780794">
                <a:moveTo>
                  <a:pt x="0" y="1780794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07" name="figure04 plot object 406">
            <a:extLst>
              <a:ext uri="{FF2B5EF4-FFF2-40B4-BE49-F238E27FC236}">
                <ns2:creationId id="{3626ACBF-FC5C-4E53-A59E-268DE84AEDAE}"/>
              </a:ext>
            </a:extLst>
          </p:cNvPr>
          <p:cNvSpPr>
            <a:spLocks noGrp="1"/>
          </p:cNvSpPr>
          <p:nvPr/>
        </p:nvSpPr>
        <p:spPr>
          <a:xfrm>
            <a:off x="10936453" y="8972550"/>
            <a:ext cx="2189074" cy="13"/>
          </a:xfrm>
          <a:custGeom>
            <a:pathLst>
              <a:path w="2189074" h="13">
                <a:moveTo>
                  <a:pt x="0" y="0"/>
                </a:moveTo>
                <a:lnTo>
                  <a:pt x="2189074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08" name="0.00244">
            <a:extLst>
              <a:ext uri="{FF2B5EF4-FFF2-40B4-BE49-F238E27FC236}">
                <ns2:creationId id="{D8C6647E-CC78-4773-889C-725F9D113657}"/>
              </a:ext>
            </a:extLst>
          </p:cNvPr>
          <p:cNvSpPr>
            <a:spLocks noGrp="1"/>
          </p:cNvSpPr>
          <p:nvPr/>
        </p:nvSpPr>
        <p:spPr>
          <a:xfrm rot="0">
            <a:off x="11291945" y="7320747"/>
            <a:ext cx="7683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0.00244</a:t>
            </a:r>
          </a:p>
        </p:txBody>
      </p:sp>
      <p:sp>
        <p:nvSpPr>
          <p:cNvPr id="409" name="0.00384">
            <a:extLst>
              <a:ext uri="{FF2B5EF4-FFF2-40B4-BE49-F238E27FC236}">
                <ns2:creationId id="{FAE33E3E-CAD9-4DA7-A728-3815C42F078F}"/>
              </a:ext>
            </a:extLst>
          </p:cNvPr>
          <p:cNvSpPr>
            <a:spLocks noGrp="1"/>
          </p:cNvSpPr>
          <p:nvPr/>
        </p:nvSpPr>
        <p:spPr>
          <a:xfrm rot="0">
            <a:off x="11428006" y="7534442"/>
            <a:ext cx="766763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0.00384</a:t>
            </a:r>
          </a:p>
        </p:txBody>
      </p:sp>
      <p:sp>
        <p:nvSpPr>
          <p:cNvPr id="410" name="0.00234">
            <a:extLst>
              <a:ext uri="{FF2B5EF4-FFF2-40B4-BE49-F238E27FC236}">
                <ns2:creationId id="{656AB482-42E1-421B-8B1C-C40FD1075AD2}"/>
              </a:ext>
            </a:extLst>
          </p:cNvPr>
          <p:cNvSpPr>
            <a:spLocks noGrp="1"/>
          </p:cNvSpPr>
          <p:nvPr/>
        </p:nvSpPr>
        <p:spPr>
          <a:xfrm rot="0">
            <a:off x="11280150" y="7748137"/>
            <a:ext cx="7683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0.00234</a:t>
            </a:r>
          </a:p>
        </p:txBody>
      </p:sp>
      <p:sp>
        <p:nvSpPr>
          <p:cNvPr id="411" name="0.04040">
            <a:extLst>
              <a:ext uri="{FF2B5EF4-FFF2-40B4-BE49-F238E27FC236}">
                <ns2:creationId id="{F5A3949D-7CC9-4B96-A999-0453393842A5}"/>
              </a:ext>
            </a:extLst>
          </p:cNvPr>
          <p:cNvSpPr>
            <a:spLocks noGrp="1"/>
          </p:cNvSpPr>
          <p:nvPr/>
        </p:nvSpPr>
        <p:spPr>
          <a:xfrm rot="0">
            <a:off x="12132505" y="8211144"/>
            <a:ext cx="7683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0.04040</a:t>
            </a:r>
          </a:p>
        </p:txBody>
      </p:sp>
      <p:sp>
        <p:nvSpPr>
          <p:cNvPr id="412" name="0.03853">
            <a:extLst>
              <a:ext uri="{FF2B5EF4-FFF2-40B4-BE49-F238E27FC236}">
                <ns2:creationId id="{EF4F6654-8961-4E45-A050-918CBCC7D8FD}"/>
              </a:ext>
            </a:extLst>
          </p:cNvPr>
          <p:cNvSpPr>
            <a:spLocks noGrp="1"/>
          </p:cNvSpPr>
          <p:nvPr/>
        </p:nvSpPr>
        <p:spPr>
          <a:xfrm rot="0">
            <a:off x="12118304" y="8424839"/>
            <a:ext cx="7651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0.03853</a:t>
            </a:r>
          </a:p>
        </p:txBody>
      </p:sp>
      <p:sp>
        <p:nvSpPr>
          <p:cNvPr id="413" name="0.01857">
            <a:extLst>
              <a:ext uri="{FF2B5EF4-FFF2-40B4-BE49-F238E27FC236}">
                <ns2:creationId id="{8C361E06-2801-4972-A726-51126EA01100}"/>
              </a:ext>
            </a:extLst>
          </p:cNvPr>
          <p:cNvSpPr>
            <a:spLocks noGrp="1"/>
          </p:cNvSpPr>
          <p:nvPr/>
        </p:nvSpPr>
        <p:spPr>
          <a:xfrm rot="0">
            <a:off x="11899796" y="8638534"/>
            <a:ext cx="763587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0.01857</a:t>
            </a:r>
          </a:p>
        </p:txBody>
      </p:sp>
      <p:sp>
        <p:nvSpPr>
          <p:cNvPr id="414" name="figure04 plot object 413">
            <a:extLst>
              <a:ext uri="{FF2B5EF4-FFF2-40B4-BE49-F238E27FC236}">
                <ns2:creationId id="{ABE415EA-1468-438F-9DE3-382662BD1305}"/>
              </a:ext>
            </a:extLst>
          </p:cNvPr>
          <p:cNvSpPr>
            <a:spLocks noGrp="1"/>
          </p:cNvSpPr>
          <p:nvPr/>
        </p:nvSpPr>
        <p:spPr>
          <a:xfrm>
            <a:off x="6141339" y="1510589"/>
            <a:ext cx="13" cy="4682185"/>
          </a:xfrm>
          <a:custGeom>
            <a:pathLst>
              <a:path w="13" h="4682185">
                <a:moveTo>
                  <a:pt x="0" y="4682185"/>
                </a:moveTo>
                <a:lnTo>
                  <a:pt x="0" y="0"/>
                </a:lnTo>
              </a:path>
            </a:pathLst>
          </a:custGeom>
          <a:noFill/>
          <a:ln w="7620">
            <a:solidFill>
              <a:srgbClr val="9AA2A8"/>
            </a:solidFill>
            <a:prstDash val="solid"/>
          </a:ln>
        </p:spPr>
      </p:sp>
      <p:sp>
        <p:nvSpPr>
          <p:cNvPr id="415" name="a">
            <a:extLst>
              <a:ext uri="{FF2B5EF4-FFF2-40B4-BE49-F238E27FC236}">
                <ns2:creationId id="{4D389B69-7650-4617-BBE5-C66A40F02A59}"/>
              </a:ext>
            </a:extLst>
          </p:cNvPr>
          <p:cNvSpPr>
            <a:spLocks noGrp="1"/>
          </p:cNvSpPr>
          <p:nvPr/>
        </p:nvSpPr>
        <p:spPr>
          <a:xfrm rot="0">
            <a:off x="525323" y="1448433"/>
            <a:ext cx="2540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416" name="Local evidence and dilute tests">
            <a:extLst>
              <a:ext uri="{FF2B5EF4-FFF2-40B4-BE49-F238E27FC236}">
                <ns2:creationId id="{44FB7685-11B5-4694-AA86-76B0D5EF1B75}"/>
              </a:ext>
            </a:extLst>
          </p:cNvPr>
          <p:cNvSpPr>
            <a:spLocks noGrp="1"/>
          </p:cNvSpPr>
          <p:nvPr/>
        </p:nvSpPr>
        <p:spPr>
          <a:xfrm rot="0">
            <a:off x="1202893" y="1477235"/>
            <a:ext cx="3089275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Local evidence and dilute tests</a:t>
            </a:r>
          </a:p>
        </p:txBody>
      </p:sp>
      <p:sp>
        <p:nvSpPr>
          <p:cNvPr id="417" name="b">
            <a:extLst>
              <a:ext uri="{FF2B5EF4-FFF2-40B4-BE49-F238E27FC236}">
                <ns2:creationId id="{2F70AA5F-AA4E-409F-9EA8-729E5139F022}"/>
              </a:ext>
            </a:extLst>
          </p:cNvPr>
          <p:cNvSpPr>
            <a:spLocks noGrp="1"/>
          </p:cNvSpPr>
          <p:nvPr/>
        </p:nvSpPr>
        <p:spPr>
          <a:xfrm rot="0">
            <a:off x="6375883" y="1448433"/>
            <a:ext cx="268288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418" name="Prior benefits can reverse for GPT-5.6 Sol">
            <a:extLst>
              <a:ext uri="{FF2B5EF4-FFF2-40B4-BE49-F238E27FC236}">
                <ns2:creationId id="{0FC41585-1BAA-4231-96EC-F4ED30620A74}"/>
              </a:ext>
            </a:extLst>
          </p:cNvPr>
          <p:cNvSpPr>
            <a:spLocks noGrp="1"/>
          </p:cNvSpPr>
          <p:nvPr/>
        </p:nvSpPr>
        <p:spPr>
          <a:xfrm rot="0">
            <a:off x="7053453" y="1477235"/>
            <a:ext cx="4194175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Prior benefits can reverse for GPT-5.6 Sol</a:t>
            </a:r>
          </a:p>
        </p:txBody>
      </p:sp>
      <p:sp>
        <p:nvSpPr>
          <p:cNvPr id="419" name="Bars: mean across 5 worlds">
            <a:extLst>
              <a:ext uri="{FF2B5EF4-FFF2-40B4-BE49-F238E27FC236}">
                <ns2:creationId id="{95B6A1AB-B44C-4BDD-89D5-EA730319CFC8}"/>
              </a:ext>
            </a:extLst>
          </p:cNvPr>
          <p:cNvSpPr>
            <a:spLocks noGrp="1"/>
          </p:cNvSpPr>
          <p:nvPr/>
        </p:nvSpPr>
        <p:spPr>
          <a:xfrm rot="0">
            <a:off x="9002713" y="5658358"/>
            <a:ext cx="23272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Bars: mean across 5 worlds</a:t>
            </a:r>
          </a:p>
        </p:txBody>
      </p:sp>
      <p:sp>
        <p:nvSpPr>
          <p:cNvPr id="420" name="c">
            <a:extLst>
              <a:ext uri="{FF2B5EF4-FFF2-40B4-BE49-F238E27FC236}">
                <ns2:creationId id="{06D40251-EF44-4121-882B-E56E84A282F1}"/>
              </a:ext>
            </a:extLst>
          </p:cNvPr>
          <p:cNvSpPr>
            <a:spLocks noGrp="1"/>
          </p:cNvSpPr>
          <p:nvPr/>
        </p:nvSpPr>
        <p:spPr>
          <a:xfrm rot="0">
            <a:off x="525323" y="6434657"/>
            <a:ext cx="239712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421" name="Five model configurations show heterogeneous behavior">
            <a:extLst>
              <a:ext uri="{FF2B5EF4-FFF2-40B4-BE49-F238E27FC236}">
                <ns2:creationId id="{49700D32-14FA-4A32-A8B1-140D5D914C09}"/>
              </a:ext>
            </a:extLst>
          </p:cNvPr>
          <p:cNvSpPr>
            <a:spLocks noGrp="1"/>
          </p:cNvSpPr>
          <p:nvPr/>
        </p:nvSpPr>
        <p:spPr>
          <a:xfrm rot="0">
            <a:off x="1202893" y="6463029"/>
            <a:ext cx="5584825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Five model configurations show heterogeneous behavior</a:t>
            </a:r>
          </a:p>
        </p:txBody>
      </p:sp>
      <p:sp>
        <p:nvSpPr>
          <p:cNvPr id="422" name="GPT-5.5">
            <a:extLst>
              <a:ext uri="{FF2B5EF4-FFF2-40B4-BE49-F238E27FC236}">
                <ns2:creationId id="{69B4AFFF-5371-476D-A554-5C7F8E8FB9A8}"/>
              </a:ext>
            </a:extLst>
          </p:cNvPr>
          <p:cNvSpPr>
            <a:spLocks noGrp="1"/>
          </p:cNvSpPr>
          <p:nvPr/>
        </p:nvSpPr>
        <p:spPr>
          <a:xfrm rot="0">
            <a:off x="2080400" y="6865823"/>
            <a:ext cx="82232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GPT-5.5</a:t>
            </a:r>
          </a:p>
        </p:txBody>
      </p:sp>
      <p:sp>
        <p:nvSpPr>
          <p:cNvPr id="423" name="GPT-5.6 Luna">
            <a:extLst>
              <a:ext uri="{FF2B5EF4-FFF2-40B4-BE49-F238E27FC236}">
                <ns2:creationId id="{ED1EC15D-9AA2-422C-8D3D-3B534E45DB11}"/>
              </a:ext>
            </a:extLst>
          </p:cNvPr>
          <p:cNvSpPr>
            <a:spLocks noGrp="1"/>
          </p:cNvSpPr>
          <p:nvPr/>
        </p:nvSpPr>
        <p:spPr>
          <a:xfrm rot="0">
            <a:off x="4220782" y="6865823"/>
            <a:ext cx="13366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GPT-5.6 Luna</a:t>
            </a:r>
          </a:p>
        </p:txBody>
      </p:sp>
      <p:sp>
        <p:nvSpPr>
          <p:cNvPr id="424" name="GPT-5.6 Terra">
            <a:extLst>
              <a:ext uri="{FF2B5EF4-FFF2-40B4-BE49-F238E27FC236}">
                <ns2:creationId id="{723C7599-25C5-4F26-AED2-CFA27395AF3C}"/>
              </a:ext>
            </a:extLst>
          </p:cNvPr>
          <p:cNvSpPr>
            <a:spLocks noGrp="1"/>
          </p:cNvSpPr>
          <p:nvPr/>
        </p:nvSpPr>
        <p:spPr>
          <a:xfrm rot="0">
            <a:off x="6608020" y="6865823"/>
            <a:ext cx="1357313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GPT-5.6 Terra</a:t>
            </a:r>
          </a:p>
        </p:txBody>
      </p:sp>
      <p:sp>
        <p:nvSpPr>
          <p:cNvPr id="425" name="GPT-5.6 Sol">
            <a:extLst>
              <a:ext uri="{FF2B5EF4-FFF2-40B4-BE49-F238E27FC236}">
                <ns2:creationId id="{B3389EF1-273D-4589-B64E-B98C7A2A06C9}"/>
              </a:ext>
            </a:extLst>
          </p:cNvPr>
          <p:cNvSpPr>
            <a:spLocks noGrp="1"/>
          </p:cNvSpPr>
          <p:nvPr/>
        </p:nvSpPr>
        <p:spPr>
          <a:xfrm rot="0">
            <a:off x="9111145" y="6865823"/>
            <a:ext cx="11461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GPT-5.6 Sol</a:t>
            </a:r>
          </a:p>
        </p:txBody>
      </p:sp>
      <p:sp>
        <p:nvSpPr>
          <p:cNvPr id="426" name="GPT-6 Astra">
            <a:extLst>
              <a:ext uri="{FF2B5EF4-FFF2-40B4-BE49-F238E27FC236}">
                <ns2:creationId id="{06377B1E-8BFA-43C4-A788-561399E0A9CA}"/>
              </a:ext>
            </a:extLst>
          </p:cNvPr>
          <p:cNvSpPr>
            <a:spLocks noGrp="1"/>
          </p:cNvSpPr>
          <p:nvPr/>
        </p:nvSpPr>
        <p:spPr>
          <a:xfrm rot="0">
            <a:off x="11484889" y="6865823"/>
            <a:ext cx="11938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GPT-6 Astra</a:t>
            </a:r>
          </a:p>
        </p:txBody>
      </p:sp>
      <p:sp>
        <p:nvSpPr>
          <p:cNvPr id="427" name="Other">
            <a:extLst>
              <a:ext uri="{FF2B5EF4-FFF2-40B4-BE49-F238E27FC236}">
                <ns2:creationId id="{DEA96136-C7CB-4F9F-BEA6-0E98E3CCC4D8}"/>
              </a:ext>
            </a:extLst>
          </p:cNvPr>
          <p:cNvSpPr>
            <a:spLocks noGrp="1"/>
          </p:cNvSpPr>
          <p:nvPr/>
        </p:nvSpPr>
        <p:spPr>
          <a:xfrm rot="0">
            <a:off x="779323" y="7425011"/>
            <a:ext cx="56038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Other</a:t>
            </a:r>
          </a:p>
        </p:txBody>
      </p:sp>
      <p:sp>
        <p:nvSpPr>
          <p:cNvPr id="428" name="(n = 9)">
            <a:extLst>
              <a:ext uri="{FF2B5EF4-FFF2-40B4-BE49-F238E27FC236}">
                <ns2:creationId id="{849736D7-30A0-4CCD-A0DD-A7E6F39E4A6C}"/>
              </a:ext>
            </a:extLst>
          </p:cNvPr>
          <p:cNvSpPr>
            <a:spLocks noGrp="1"/>
          </p:cNvSpPr>
          <p:nvPr/>
        </p:nvSpPr>
        <p:spPr>
          <a:xfrm rot="0">
            <a:off x="687280" y="7637793"/>
            <a:ext cx="652463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(n = 9)</a:t>
            </a:r>
          </a:p>
        </p:txBody>
      </p:sp>
      <p:sp>
        <p:nvSpPr>
          <p:cNvPr id="429" name="Lowest">
            <a:extLst>
              <a:ext uri="{FF2B5EF4-FFF2-40B4-BE49-F238E27FC236}">
                <ns2:creationId id="{22068B7A-5E46-4064-A426-9C5B53FC3D26}"/>
              </a:ext>
            </a:extLst>
          </p:cNvPr>
          <p:cNvSpPr>
            <a:spLocks noGrp="1"/>
          </p:cNvSpPr>
          <p:nvPr/>
        </p:nvSpPr>
        <p:spPr>
          <a:xfrm rot="0">
            <a:off x="643782" y="8337125"/>
            <a:ext cx="696912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Lowest</a:t>
            </a:r>
          </a:p>
        </p:txBody>
      </p:sp>
      <p:sp>
        <p:nvSpPr>
          <p:cNvPr id="430" name="(n = 3)">
            <a:extLst>
              <a:ext uri="{FF2B5EF4-FFF2-40B4-BE49-F238E27FC236}">
                <ns2:creationId id="{23DDFBE9-07C7-472D-A8E2-813FB48C93CA}"/>
              </a:ext>
            </a:extLst>
          </p:cNvPr>
          <p:cNvSpPr>
            <a:spLocks noGrp="1"/>
          </p:cNvSpPr>
          <p:nvPr/>
        </p:nvSpPr>
        <p:spPr>
          <a:xfrm rot="0">
            <a:off x="687280" y="8549907"/>
            <a:ext cx="652463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(n = 3)</a:t>
            </a:r>
          </a:p>
        </p:txBody>
      </p:sp>
      <p:sp>
        <p:nvSpPr>
          <p:cNvPr id="431" name="Macro MAE (log scale)">
            <a:extLst>
              <a:ext uri="{FF2B5EF4-FFF2-40B4-BE49-F238E27FC236}">
                <ns2:creationId id="{B0A9EA4A-6DB2-4A21-9298-CB1020CC2C08}"/>
              </a:ext>
            </a:extLst>
          </p:cNvPr>
          <p:cNvSpPr>
            <a:spLocks noGrp="1"/>
          </p:cNvSpPr>
          <p:nvPr/>
        </p:nvSpPr>
        <p:spPr>
          <a:xfrm rot="0">
            <a:off x="6225826" y="9370314"/>
            <a:ext cx="2290763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Macro MAE (log scale)</a:t>
            </a:r>
          </a:p>
        </p:txBody>
      </p:sp>
      <p:sp>
        <p:nvSpPr>
          <p:cNvPr id="432" name="figure04 plot object 431">
            <a:extLst>
              <a:ext uri="{FF2B5EF4-FFF2-40B4-BE49-F238E27FC236}">
                <ns2:creationId id="{6EF6E90D-C30C-4201-A1E9-F2E295E05C06}"/>
              </a:ext>
            </a:extLst>
          </p:cNvPr>
          <p:cNvSpPr>
            <a:spLocks noGrp="1"/>
          </p:cNvSpPr>
          <p:nvPr/>
        </p:nvSpPr>
        <p:spPr>
          <a:xfrm>
            <a:off x="1446632" y="5850109"/>
            <a:ext cx="76200" cy="76200"/>
          </a:xfrm>
          <a:custGeom>
            <a:pathLst>
              <a:path w="76200" h="76200">
                <a:moveTo>
                  <a:pt x="38100" y="76200"/>
                </a:moveTo>
                <a:cubicBezTo>
                  <a:pt x="48204" y="76200"/>
                  <a:pt x="57896" y="72186"/>
                  <a:pt x="65041" y="65041"/>
                </a:cubicBezTo>
                <a:cubicBezTo>
                  <a:pt x="72186" y="57896"/>
                  <a:pt x="76200" y="48204"/>
                  <a:pt x="76200" y="38100"/>
                </a:cubicBezTo>
                <a:cubicBezTo>
                  <a:pt x="76200" y="27996"/>
                  <a:pt x="72186" y="18304"/>
                  <a:pt x="65041" y="11159"/>
                </a:cubicBezTo>
                <a:cubicBezTo>
                  <a:pt x="57896" y="4014"/>
                  <a:pt x="48204" y="0"/>
                  <a:pt x="38100" y="0"/>
                </a:cubicBezTo>
                <a:cubicBezTo>
                  <a:pt x="27996" y="0"/>
                  <a:pt x="18304" y="4014"/>
                  <a:pt x="11159" y="11159"/>
                </a:cubicBezTo>
                <a:cubicBezTo>
                  <a:pt x="4014" y="18304"/>
                  <a:pt x="0" y="27996"/>
                  <a:pt x="0" y="38100"/>
                </a:cubicBezTo>
                <a:cubicBezTo>
                  <a:pt x="0" y="48204"/>
                  <a:pt x="4014" y="57896"/>
                  <a:pt x="11159" y="65041"/>
                </a:cubicBezTo>
                <a:cubicBezTo>
                  <a:pt x="18304" y="72186"/>
                  <a:pt x="27996" y="76200"/>
                  <a:pt x="38100" y="76200"/>
                </a:cubicBezTo>
                <a:close/>
              </a:path>
            </a:pathLst>
          </a:custGeom>
          <a:solidFill>
            <a:srgbClr val="8999A6"/>
          </a:solidFill>
          <a:ln w="12700">
            <a:solidFill>
              <a:srgbClr val="8999A6"/>
            </a:solidFill>
            <a:prstDash val="solid"/>
          </a:ln>
        </p:spPr>
      </p:sp>
      <p:sp>
        <p:nvSpPr>
          <p:cNvPr id="433" name="Source assays: observed by agents">
            <a:extLst>
              <a:ext uri="{FF2B5EF4-FFF2-40B4-BE49-F238E27FC236}">
                <ns2:creationId id="{102BF0A5-CCA0-4FA3-A362-9D0555E22869}"/>
              </a:ext>
            </a:extLst>
          </p:cNvPr>
          <p:cNvSpPr>
            <a:spLocks noGrp="1"/>
          </p:cNvSpPr>
          <p:nvPr/>
        </p:nvSpPr>
        <p:spPr>
          <a:xfrm rot="0">
            <a:off x="1789532" y="5772385"/>
            <a:ext cx="28956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Source assays: observed by agents</a:t>
            </a:r>
          </a:p>
        </p:txBody>
      </p:sp>
      <p:sp>
        <p:nvSpPr>
          <p:cNvPr id="434" name="figure04 plot object 433">
            <a:extLst>
              <a:ext uri="{FF2B5EF4-FFF2-40B4-BE49-F238E27FC236}">
                <ns2:creationId id="{95573538-ABDA-4DAC-AE59-B1374CA3A1D8}"/>
              </a:ext>
            </a:extLst>
          </p:cNvPr>
          <p:cNvSpPr>
            <a:spLocks noGrp="1"/>
          </p:cNvSpPr>
          <p:nvPr/>
        </p:nvSpPr>
        <p:spPr>
          <a:xfrm>
            <a:off x="1430850" y="6122014"/>
            <a:ext cx="107763" cy="107763"/>
          </a:xfrm>
          <a:custGeom>
            <a:pathLst>
              <a:path w="107763" h="107763">
                <a:moveTo>
                  <a:pt x="53882" y="107763"/>
                </a:moveTo>
                <a:lnTo>
                  <a:pt x="107763" y="53882"/>
                </a:lnTo>
                <a:lnTo>
                  <a:pt x="53882" y="0"/>
                </a:lnTo>
                <a:lnTo>
                  <a:pt x="0" y="53882"/>
                </a:lnTo>
                <a:close/>
              </a:path>
            </a:pathLst>
          </a:custGeom>
          <a:solidFill>
            <a:srgbClr val="444B50"/>
          </a:solidFill>
          <a:ln w="12700">
            <a:solidFill>
              <a:srgbClr val="444B50"/>
            </a:solidFill>
            <a:prstDash val="solid"/>
          </a:ln>
        </p:spPr>
      </p:sp>
      <p:sp>
        <p:nvSpPr>
          <p:cNvPr id="435" name="Reference: 5-world mean ± SD">
            <a:extLst>
              <a:ext uri="{FF2B5EF4-FFF2-40B4-BE49-F238E27FC236}">
                <ns2:creationId id="{0C6B296F-6103-4402-B8FC-D8F8CDA380F3}"/>
              </a:ext>
            </a:extLst>
          </p:cNvPr>
          <p:cNvSpPr>
            <a:spLocks noGrp="1"/>
          </p:cNvSpPr>
          <p:nvPr/>
        </p:nvSpPr>
        <p:spPr>
          <a:xfrm rot="0">
            <a:off x="1789532" y="6060072"/>
            <a:ext cx="26320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Reference: 5-world mean ± SD</a:t>
            </a:r>
          </a:p>
        </p:txBody>
      </p:sp>
      <p:sp>
        <p:nvSpPr>
          <p:cNvPr id="436" name="figure04 plot object 435">
            <a:extLst>
              <a:ext uri="{FF2B5EF4-FFF2-40B4-BE49-F238E27FC236}">
                <ns2:creationId id="{4CBC0EC9-85B1-4ADA-B9EE-B5228FFB4D11}"/>
              </a:ext>
            </a:extLst>
          </p:cNvPr>
          <p:cNvSpPr>
            <a:spLocks noGrp="1"/>
          </p:cNvSpPr>
          <p:nvPr/>
        </p:nvSpPr>
        <p:spPr>
          <a:xfrm>
            <a:off x="8118221" y="6056297"/>
            <a:ext cx="172720" cy="142240"/>
          </a:xfrm>
          <a:custGeom>
            <a:pathLst>
              <a:path w="172720" h="142240">
                <a:moveTo>
                  <a:pt x="0" y="142240"/>
                </a:moveTo>
                <a:lnTo>
                  <a:pt x="172720" y="142240"/>
                </a:lnTo>
                <a:lnTo>
                  <a:pt x="172720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437" name="Opaque">
            <a:extLst>
              <a:ext uri="{FF2B5EF4-FFF2-40B4-BE49-F238E27FC236}">
                <ns2:creationId id="{F754F326-398C-4C0F-96B0-5CD878800A6D}"/>
              </a:ext>
            </a:extLst>
          </p:cNvPr>
          <p:cNvSpPr>
            <a:spLocks noGrp="1"/>
          </p:cNvSpPr>
          <p:nvPr/>
        </p:nvSpPr>
        <p:spPr>
          <a:xfrm rot="0">
            <a:off x="8453501" y="6011593"/>
            <a:ext cx="73183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Opaque</a:t>
            </a:r>
          </a:p>
        </p:txBody>
      </p:sp>
      <p:sp>
        <p:nvSpPr>
          <p:cNvPr id="438" name="figure04 plot object 437">
            <a:extLst>
              <a:ext uri="{FF2B5EF4-FFF2-40B4-BE49-F238E27FC236}">
                <ns2:creationId id="{A9AF03E6-943D-4207-B80F-8AB87B54F0E1}"/>
              </a:ext>
            </a:extLst>
          </p:cNvPr>
          <p:cNvSpPr>
            <a:spLocks noGrp="1"/>
          </p:cNvSpPr>
          <p:nvPr/>
        </p:nvSpPr>
        <p:spPr>
          <a:xfrm>
            <a:off x="9451213" y="6056297"/>
            <a:ext cx="172720" cy="142240"/>
          </a:xfrm>
          <a:custGeom>
            <a:pathLst>
              <a:path w="172720" h="142240">
                <a:moveTo>
                  <a:pt x="0" y="142240"/>
                </a:moveTo>
                <a:lnTo>
                  <a:pt x="172720" y="142240"/>
                </a:lnTo>
                <a:lnTo>
                  <a:pt x="1727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2700">
            <a:solidFill>
              <a:srgbClr val="277F8A"/>
            </a:solidFill>
            <a:prstDash val="solid"/>
          </a:ln>
        </p:spPr>
      </p:sp>
      <p:sp>
        <p:nvSpPr>
          <p:cNvPr id="439" name="Aligned">
            <a:extLst>
              <a:ext uri="{FF2B5EF4-FFF2-40B4-BE49-F238E27FC236}">
                <ns2:creationId id="{AAD99E7A-B9C0-4094-BCD1-90A968BF2020}"/>
              </a:ext>
            </a:extLst>
          </p:cNvPr>
          <p:cNvSpPr>
            <a:spLocks noGrp="1"/>
          </p:cNvSpPr>
          <p:nvPr/>
        </p:nvSpPr>
        <p:spPr>
          <a:xfrm rot="0">
            <a:off x="9786493" y="6011593"/>
            <a:ext cx="754062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Aligned</a:t>
            </a:r>
          </a:p>
        </p:txBody>
      </p:sp>
      <p:sp>
        <p:nvSpPr>
          <p:cNvPr id="440" name="figure04 plot object 439">
            <a:extLst>
              <a:ext uri="{FF2B5EF4-FFF2-40B4-BE49-F238E27FC236}">
                <ns2:creationId id="{114BC067-22BE-493D-8F6F-6BC6C57E33B3}"/>
              </a:ext>
            </a:extLst>
          </p:cNvPr>
          <p:cNvSpPr>
            <a:spLocks noGrp="1"/>
          </p:cNvSpPr>
          <p:nvPr/>
        </p:nvSpPr>
        <p:spPr>
          <a:xfrm>
            <a:off x="10806906" y="6056297"/>
            <a:ext cx="172720" cy="142240"/>
          </a:xfrm>
          <a:custGeom>
            <a:pathLst>
              <a:path w="172720" h="142240">
                <a:moveTo>
                  <a:pt x="0" y="142240"/>
                </a:moveTo>
                <a:lnTo>
                  <a:pt x="172720" y="142240"/>
                </a:lnTo>
                <a:lnTo>
                  <a:pt x="172720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2700">
            <a:solidFill>
              <a:srgbClr val="BC7850"/>
            </a:solidFill>
            <a:prstDash val="solid"/>
          </a:ln>
        </p:spPr>
      </p:sp>
      <p:sp>
        <p:nvSpPr>
          <p:cNvPr id="441" name="MisIndexed">
            <a:extLst>
              <a:ext uri="{FF2B5EF4-FFF2-40B4-BE49-F238E27FC236}">
                <ns2:creationId id="{0A78E43A-DF7C-4B7F-A764-2F01841D2D61}"/>
              </a:ext>
            </a:extLst>
          </p:cNvPr>
          <p:cNvSpPr>
            <a:spLocks noGrp="1"/>
          </p:cNvSpPr>
          <p:nvPr/>
        </p:nvSpPr>
        <p:spPr>
          <a:xfrm rot="0">
            <a:off x="11142186" y="6011593"/>
            <a:ext cx="106838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MisIndexed</a:t>
            </a:r>
          </a:p>
        </p:txBody>
      </p:sp>
      <p:sp>
        <p:nvSpPr>
          <p:cNvPr id="442" name="figure04 plot object 441">
            <a:extLst>
              <a:ext uri="{FF2B5EF4-FFF2-40B4-BE49-F238E27FC236}">
                <ns2:creationId id="{9090DF5F-931E-4DE8-914C-ABFCE8440AB9}"/>
              </a:ext>
            </a:extLst>
          </p:cNvPr>
          <p:cNvSpPr>
            <a:spLocks noGrp="1"/>
          </p:cNvSpPr>
          <p:nvPr/>
        </p:nvSpPr>
        <p:spPr>
          <a:xfrm>
            <a:off x="5316728" y="9791621"/>
            <a:ext cx="172720" cy="142240"/>
          </a:xfrm>
          <a:custGeom>
            <a:pathLst>
              <a:path w="172720" h="142240">
                <a:moveTo>
                  <a:pt x="0" y="142240"/>
                </a:moveTo>
                <a:lnTo>
                  <a:pt x="172720" y="142240"/>
                </a:lnTo>
                <a:lnTo>
                  <a:pt x="172720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443" name="Opaque">
            <a:extLst>
              <a:ext uri="{FF2B5EF4-FFF2-40B4-BE49-F238E27FC236}">
                <ns2:creationId id="{8E9B3FB6-FEEB-44D7-88ED-818CB1C8122B}"/>
              </a:ext>
            </a:extLst>
          </p:cNvPr>
          <p:cNvSpPr>
            <a:spLocks noGrp="1"/>
          </p:cNvSpPr>
          <p:nvPr/>
        </p:nvSpPr>
        <p:spPr>
          <a:xfrm rot="0">
            <a:off x="5652008" y="9746917"/>
            <a:ext cx="73183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Opaque</a:t>
            </a:r>
          </a:p>
        </p:txBody>
      </p:sp>
      <p:sp>
        <p:nvSpPr>
          <p:cNvPr id="444" name="figure04 plot object 443">
            <a:extLst>
              <a:ext uri="{FF2B5EF4-FFF2-40B4-BE49-F238E27FC236}">
                <ns2:creationId id="{19E9D28C-FDBD-4BFB-A159-621D14AA8AD5}"/>
              </a:ext>
            </a:extLst>
          </p:cNvPr>
          <p:cNvSpPr>
            <a:spLocks noGrp="1"/>
          </p:cNvSpPr>
          <p:nvPr/>
        </p:nvSpPr>
        <p:spPr>
          <a:xfrm>
            <a:off x="6649720" y="9791621"/>
            <a:ext cx="172720" cy="142240"/>
          </a:xfrm>
          <a:custGeom>
            <a:pathLst>
              <a:path w="172720" h="142240">
                <a:moveTo>
                  <a:pt x="0" y="142240"/>
                </a:moveTo>
                <a:lnTo>
                  <a:pt x="172720" y="142240"/>
                </a:lnTo>
                <a:lnTo>
                  <a:pt x="1727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2700">
            <a:solidFill>
              <a:srgbClr val="277F8A"/>
            </a:solidFill>
            <a:prstDash val="solid"/>
          </a:ln>
        </p:spPr>
      </p:sp>
      <p:sp>
        <p:nvSpPr>
          <p:cNvPr id="445" name="Aligned">
            <a:extLst>
              <a:ext uri="{FF2B5EF4-FFF2-40B4-BE49-F238E27FC236}">
                <ns2:creationId id="{ADD32D43-3322-422F-A2F9-4C315136337F}"/>
              </a:ext>
            </a:extLst>
          </p:cNvPr>
          <p:cNvSpPr>
            <a:spLocks noGrp="1"/>
          </p:cNvSpPr>
          <p:nvPr/>
        </p:nvSpPr>
        <p:spPr>
          <a:xfrm rot="0">
            <a:off x="6985000" y="9746917"/>
            <a:ext cx="754062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Aligned</a:t>
            </a:r>
          </a:p>
        </p:txBody>
      </p:sp>
      <p:sp>
        <p:nvSpPr>
          <p:cNvPr id="446" name="figure04 plot object 445">
            <a:extLst>
              <a:ext uri="{FF2B5EF4-FFF2-40B4-BE49-F238E27FC236}">
                <ns2:creationId id="{814FAF6A-54E8-4CE6-BDA1-FABBBE478B60}"/>
              </a:ext>
            </a:extLst>
          </p:cNvPr>
          <p:cNvSpPr>
            <a:spLocks noGrp="1"/>
          </p:cNvSpPr>
          <p:nvPr/>
        </p:nvSpPr>
        <p:spPr>
          <a:xfrm>
            <a:off x="8005413" y="9791621"/>
            <a:ext cx="172720" cy="142240"/>
          </a:xfrm>
          <a:custGeom>
            <a:pathLst>
              <a:path w="172720" h="142240">
                <a:moveTo>
                  <a:pt x="0" y="142240"/>
                </a:moveTo>
                <a:lnTo>
                  <a:pt x="172720" y="142240"/>
                </a:lnTo>
                <a:lnTo>
                  <a:pt x="172720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2700">
            <a:solidFill>
              <a:srgbClr val="BC7850"/>
            </a:solidFill>
            <a:prstDash val="solid"/>
          </a:ln>
        </p:spPr>
      </p:sp>
      <p:sp>
        <p:nvSpPr>
          <p:cNvPr id="447" name="MisIndexed">
            <a:extLst>
              <a:ext uri="{FF2B5EF4-FFF2-40B4-BE49-F238E27FC236}">
                <ns2:creationId id="{29668E5B-8783-46CC-B448-F18496C54846}"/>
              </a:ext>
            </a:extLst>
          </p:cNvPr>
          <p:cNvSpPr>
            <a:spLocks noGrp="1"/>
          </p:cNvSpPr>
          <p:nvPr/>
        </p:nvSpPr>
        <p:spPr>
          <a:xfrm rot="0">
            <a:off x="8340693" y="9746917"/>
            <a:ext cx="106838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MisIndexed</a:t>
            </a:r>
          </a:p>
        </p:txBody>
      </p:sp>
    </p:spTree>
    <p:extLst>
      <p:ext uri="{BB962C8B-B14F-4D97-AF65-F5344CB8AC3E}">
        <ns3:creationId val="1290689929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42" name="figure05 plot object 0">
            <a:extLst>
              <a:ext uri="{FF2B5EF4-FFF2-40B4-BE49-F238E27FC236}">
                <ns2:creationId id="{64C009A2-2E4C-4CDC-8494-F2605CBFDB28}"/>
              </a:ext>
            </a:extLst>
          </p:cNvPr>
          <p:cNvSpPr>
            <a:spLocks noGrp="1"/>
          </p:cNvSpPr>
          <p:nvPr/>
        </p:nvSpPr>
        <p:spPr>
          <a:xfrm>
            <a:off x="342900" y="1371600"/>
            <a:ext cx="13030200" cy="8686800"/>
          </a:xfrm>
          <a:custGeom>
            <a:pathLst>
              <a:path w="13030200" h="8686800">
                <a:moveTo>
                  <a:pt x="0" y="8686800"/>
                </a:moveTo>
                <a:lnTo>
                  <a:pt x="13030200" y="8686800"/>
                </a:lnTo>
                <a:lnTo>
                  <a:pt x="13030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noFill/>
            <a:prstDash val="solid"/>
          </a:ln>
        </p:spPr>
      </p:sp>
      <p:sp>
        <p:nvSpPr>
          <p:cNvPr id="2" name="figure05 plot object 1">
            <a:extLst>
              <a:ext uri="{FF2B5EF4-FFF2-40B4-BE49-F238E27FC236}">
                <ns2:creationId id="{46360F62-ADF3-4544-B868-80ED9D2152D6}"/>
              </a:ext>
            </a:extLst>
          </p:cNvPr>
          <p:cNvSpPr>
            <a:spLocks noGrp="1"/>
          </p:cNvSpPr>
          <p:nvPr/>
        </p:nvSpPr>
        <p:spPr>
          <a:xfrm>
            <a:off x="1789252" y="2127352"/>
            <a:ext cx="11192942" cy="1468069"/>
          </a:xfrm>
          <a:custGeom>
            <a:pathLst>
              <a:path w="11192942" h="1468069">
                <a:moveTo>
                  <a:pt x="0" y="1468069"/>
                </a:moveTo>
                <a:lnTo>
                  <a:pt x="11192942" y="1468069"/>
                </a:lnTo>
                <a:lnTo>
                  <a:pt x="11192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noFill/>
            <a:prstDash val="solid"/>
          </a:ln>
        </p:spPr>
      </p:sp>
      <p:sp>
        <p:nvSpPr>
          <p:cNvPr id="3" name="figure05 plot object 2">
            <a:extLst>
              <a:ext uri="{FF2B5EF4-FFF2-40B4-BE49-F238E27FC236}">
                <ns2:creationId id="{8E47330F-E413-411D-B428-507693C03145}"/>
              </a:ext>
            </a:extLst>
          </p:cNvPr>
          <p:cNvSpPr>
            <a:spLocks noGrp="1"/>
          </p:cNvSpPr>
          <p:nvPr/>
        </p:nvSpPr>
        <p:spPr>
          <a:xfrm>
            <a:off x="1789252" y="2943664"/>
            <a:ext cx="11192942" cy="13"/>
          </a:xfrm>
          <a:custGeom>
            <a:pathLst>
              <a:path w="11192942" h="13">
                <a:moveTo>
                  <a:pt x="0" y="0"/>
                </a:moveTo>
                <a:lnTo>
                  <a:pt x="11192942" y="0"/>
                </a:lnTo>
              </a:path>
            </a:pathLst>
          </a:custGeom>
          <a:noFill/>
          <a:ln w="8890">
            <a:solidFill>
              <a:srgbClr val="B8BEC2"/>
            </a:solidFill>
            <a:custDash>
              <a:ds d="370000" sp="160000"/>
            </a:custDash>
          </a:ln>
        </p:spPr>
      </p:sp>
      <p:sp>
        <p:nvSpPr>
          <p:cNvPr id="4" name="figure05 plot object 3">
            <a:extLst>
              <a:ext uri="{FF2B5EF4-FFF2-40B4-BE49-F238E27FC236}">
                <ns2:creationId id="{EF1CEE27-5E3A-42BE-B505-43AD958932FA}"/>
              </a:ext>
            </a:extLst>
          </p:cNvPr>
          <p:cNvSpPr>
            <a:spLocks noGrp="1"/>
          </p:cNvSpPr>
          <p:nvPr/>
        </p:nvSpPr>
        <p:spPr>
          <a:xfrm>
            <a:off x="2908546" y="3595421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5" name="GPT-5.5">
            <a:extLst>
              <a:ext uri="{FF2B5EF4-FFF2-40B4-BE49-F238E27FC236}">
                <ns2:creationId id="{B7F5B59F-3976-40FE-BB56-215634859FF1}"/>
              </a:ext>
            </a:extLst>
          </p:cNvPr>
          <p:cNvSpPr>
            <a:spLocks noGrp="1"/>
          </p:cNvSpPr>
          <p:nvPr/>
        </p:nvSpPr>
        <p:spPr>
          <a:xfrm rot="0">
            <a:off x="2566440" y="3676574"/>
            <a:ext cx="785813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GPT-5.5</a:t>
            </a:r>
          </a:p>
        </p:txBody>
      </p:sp>
      <p:sp>
        <p:nvSpPr>
          <p:cNvPr id="6" name="figure05 plot object 5">
            <a:extLst>
              <a:ext uri="{FF2B5EF4-FFF2-40B4-BE49-F238E27FC236}">
                <ns2:creationId id="{15836D5F-6378-41BE-BBBB-113F915C4923}"/>
              </a:ext>
            </a:extLst>
          </p:cNvPr>
          <p:cNvSpPr>
            <a:spLocks noGrp="1"/>
          </p:cNvSpPr>
          <p:nvPr/>
        </p:nvSpPr>
        <p:spPr>
          <a:xfrm>
            <a:off x="5147135" y="3595421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7" name="GPT-5.6 Luna">
            <a:extLst>
              <a:ext uri="{FF2B5EF4-FFF2-40B4-BE49-F238E27FC236}">
                <ns2:creationId id="{FD759990-823E-4BC1-98B3-57F1EE1C6379}"/>
              </a:ext>
            </a:extLst>
          </p:cNvPr>
          <p:cNvSpPr>
            <a:spLocks noGrp="1"/>
          </p:cNvSpPr>
          <p:nvPr/>
        </p:nvSpPr>
        <p:spPr>
          <a:xfrm rot="0">
            <a:off x="4571666" y="3676574"/>
            <a:ext cx="125253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GPT-5.6 Luna</a:t>
            </a:r>
          </a:p>
        </p:txBody>
      </p:sp>
      <p:sp>
        <p:nvSpPr>
          <p:cNvPr id="8" name="figure05 plot object 7">
            <a:extLst>
              <a:ext uri="{FF2B5EF4-FFF2-40B4-BE49-F238E27FC236}">
                <ns2:creationId id="{B21AC7FB-825D-43F8-82C8-7A3A0B1EE14A}"/>
              </a:ext>
            </a:extLst>
          </p:cNvPr>
          <p:cNvSpPr>
            <a:spLocks noGrp="1"/>
          </p:cNvSpPr>
          <p:nvPr/>
        </p:nvSpPr>
        <p:spPr>
          <a:xfrm>
            <a:off x="7385723" y="3595421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9" name="GPT-5.6 Terra">
            <a:extLst>
              <a:ext uri="{FF2B5EF4-FFF2-40B4-BE49-F238E27FC236}">
                <ns2:creationId id="{60699678-A1CA-4958-9B9F-401E43B3581F}"/>
              </a:ext>
            </a:extLst>
          </p:cNvPr>
          <p:cNvSpPr>
            <a:spLocks noGrp="1"/>
          </p:cNvSpPr>
          <p:nvPr/>
        </p:nvSpPr>
        <p:spPr>
          <a:xfrm rot="0">
            <a:off x="6807873" y="3676574"/>
            <a:ext cx="12573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GPT-5.6 Terra</a:t>
            </a:r>
          </a:p>
        </p:txBody>
      </p:sp>
      <p:sp>
        <p:nvSpPr>
          <p:cNvPr id="10" name="figure05 plot object 9">
            <a:extLst>
              <a:ext uri="{FF2B5EF4-FFF2-40B4-BE49-F238E27FC236}">
                <ns2:creationId id="{355CFCC0-4ECB-49B6-B5C5-49D72D74C9AC}"/>
              </a:ext>
            </a:extLst>
          </p:cNvPr>
          <p:cNvSpPr>
            <a:spLocks noGrp="1"/>
          </p:cNvSpPr>
          <p:nvPr/>
        </p:nvSpPr>
        <p:spPr>
          <a:xfrm>
            <a:off x="9624311" y="3595421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1" name="GPT-5.6 Sol">
            <a:extLst>
              <a:ext uri="{FF2B5EF4-FFF2-40B4-BE49-F238E27FC236}">
                <ns2:creationId id="{4D20C1E0-1BAF-4D10-A400-EDEE216053CA}"/>
              </a:ext>
            </a:extLst>
          </p:cNvPr>
          <p:cNvSpPr>
            <a:spLocks noGrp="1"/>
          </p:cNvSpPr>
          <p:nvPr/>
        </p:nvSpPr>
        <p:spPr>
          <a:xfrm rot="0">
            <a:off x="9121868" y="3676574"/>
            <a:ext cx="110648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GPT-5.6 Sol</a:t>
            </a:r>
          </a:p>
        </p:txBody>
      </p:sp>
      <p:sp>
        <p:nvSpPr>
          <p:cNvPr id="12" name="figure05 plot object 11">
            <a:extLst>
              <a:ext uri="{FF2B5EF4-FFF2-40B4-BE49-F238E27FC236}">
                <ns2:creationId id="{3F9DB3A9-3CD2-481A-9D93-8848DC9209D2}"/>
              </a:ext>
            </a:extLst>
          </p:cNvPr>
          <p:cNvSpPr>
            <a:spLocks noGrp="1"/>
          </p:cNvSpPr>
          <p:nvPr/>
        </p:nvSpPr>
        <p:spPr>
          <a:xfrm>
            <a:off x="11862900" y="3595421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3" name="GPT-6 Astra">
            <a:extLst>
              <a:ext uri="{FF2B5EF4-FFF2-40B4-BE49-F238E27FC236}">
                <ns2:creationId id="{D8552F40-8496-4BEA-92E7-3D1E6686EB26}"/>
              </a:ext>
            </a:extLst>
          </p:cNvPr>
          <p:cNvSpPr>
            <a:spLocks noGrp="1"/>
          </p:cNvSpPr>
          <p:nvPr/>
        </p:nvSpPr>
        <p:spPr>
          <a:xfrm rot="0">
            <a:off x="11357281" y="3676574"/>
            <a:ext cx="111283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GPT-6 Astra</a:t>
            </a:r>
          </a:p>
        </p:txBody>
      </p:sp>
      <p:sp>
        <p:nvSpPr>
          <p:cNvPr id="14" name="figure05 plot object 13">
            <a:extLst>
              <a:ext uri="{FF2B5EF4-FFF2-40B4-BE49-F238E27FC236}">
                <ns2:creationId id="{E94FD47A-73F9-48FC-8ED6-D34FB43540F0}"/>
              </a:ext>
            </a:extLst>
          </p:cNvPr>
          <p:cNvSpPr>
            <a:spLocks noGrp="1"/>
          </p:cNvSpPr>
          <p:nvPr/>
        </p:nvSpPr>
        <p:spPr>
          <a:xfrm>
            <a:off x="1738452" y="3548570"/>
            <a:ext cx="50800" cy="13"/>
          </a:xfrm>
          <a:custGeom>
            <a:pathLst>
              <a:path w="50800" h="13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5" name="10⁻⁵">
            <a:extLst>
              <a:ext uri="{FF2B5EF4-FFF2-40B4-BE49-F238E27FC236}">
                <ns2:creationId id="{491D53A5-6152-4053-B53D-8624D532D933}"/>
              </a:ext>
            </a:extLst>
          </p:cNvPr>
          <p:cNvSpPr>
            <a:spLocks noGrp="1"/>
          </p:cNvSpPr>
          <p:nvPr/>
        </p:nvSpPr>
        <p:spPr>
          <a:xfrm rot="0">
            <a:off x="1330465" y="3432175"/>
            <a:ext cx="43338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10⁻⁵</a:t>
            </a:r>
          </a:p>
        </p:txBody>
      </p:sp>
      <p:sp>
        <p:nvSpPr>
          <p:cNvPr id="16" name="figure05 plot object 15">
            <a:extLst>
              <a:ext uri="{FF2B5EF4-FFF2-40B4-BE49-F238E27FC236}">
                <ns2:creationId id="{F05AF9C1-A208-4A15-8416-0D50C7E5194E}"/>
              </a:ext>
            </a:extLst>
          </p:cNvPr>
          <p:cNvSpPr>
            <a:spLocks noGrp="1"/>
          </p:cNvSpPr>
          <p:nvPr/>
        </p:nvSpPr>
        <p:spPr>
          <a:xfrm>
            <a:off x="1738452" y="2943664"/>
            <a:ext cx="50800" cy="13"/>
          </a:xfrm>
          <a:custGeom>
            <a:pathLst>
              <a:path w="50800" h="13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7" name="10⁻³">
            <a:extLst>
              <a:ext uri="{FF2B5EF4-FFF2-40B4-BE49-F238E27FC236}">
                <ns2:creationId id="{8498367D-CFDE-4DE5-867F-41F7BDE273B2}"/>
              </a:ext>
            </a:extLst>
          </p:cNvPr>
          <p:cNvSpPr>
            <a:spLocks noGrp="1"/>
          </p:cNvSpPr>
          <p:nvPr/>
        </p:nvSpPr>
        <p:spPr>
          <a:xfrm rot="0">
            <a:off x="1328877" y="2827268"/>
            <a:ext cx="4349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10⁻³</a:t>
            </a:r>
          </a:p>
        </p:txBody>
      </p:sp>
      <p:sp>
        <p:nvSpPr>
          <p:cNvPr id="18" name="figure05 plot object 17">
            <a:extLst>
              <a:ext uri="{FF2B5EF4-FFF2-40B4-BE49-F238E27FC236}">
                <ns2:creationId id="{57C7E2DF-2F87-4636-8150-A4F6D562E730}"/>
              </a:ext>
            </a:extLst>
          </p:cNvPr>
          <p:cNvSpPr>
            <a:spLocks noGrp="1"/>
          </p:cNvSpPr>
          <p:nvPr/>
        </p:nvSpPr>
        <p:spPr>
          <a:xfrm>
            <a:off x="1738452" y="2338757"/>
            <a:ext cx="50800" cy="13"/>
          </a:xfrm>
          <a:custGeom>
            <a:pathLst>
              <a:path w="50800" h="13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9" name="10⁻¹">
            <a:extLst>
              <a:ext uri="{FF2B5EF4-FFF2-40B4-BE49-F238E27FC236}">
                <ns2:creationId id="{4DF91414-D650-4F61-8CB4-8B5B7D89EDF1}"/>
              </a:ext>
            </a:extLst>
          </p:cNvPr>
          <p:cNvSpPr>
            <a:spLocks noGrp="1"/>
          </p:cNvSpPr>
          <p:nvPr/>
        </p:nvSpPr>
        <p:spPr>
          <a:xfrm rot="0">
            <a:off x="1328877" y="2222362"/>
            <a:ext cx="4349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10⁻¹</a:t>
            </a:r>
          </a:p>
        </p:txBody>
      </p:sp>
      <p:sp>
        <p:nvSpPr>
          <p:cNvPr id="20" name="Minimum assayed">
            <a:extLst>
              <a:ext uri="{FF2B5EF4-FFF2-40B4-BE49-F238E27FC236}">
                <ns2:creationId id="{FF1654EA-B75D-47D0-B8D1-DB45CCD8B3FC}"/>
              </a:ext>
            </a:extLst>
          </p:cNvPr>
          <p:cNvSpPr>
            <a:spLocks noGrp="1"/>
          </p:cNvSpPr>
          <p:nvPr/>
        </p:nvSpPr>
        <p:spPr>
          <a:xfrm rot="-5400000">
            <a:off x="35314" y="2649876"/>
            <a:ext cx="179705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Minimum assayed</a:t>
            </a:r>
          </a:p>
        </p:txBody>
      </p:sp>
      <p:sp>
        <p:nvSpPr>
          <p:cNvPr id="21" name="concentration (M)">
            <a:extLst>
              <a:ext uri="{FF2B5EF4-FFF2-40B4-BE49-F238E27FC236}">
                <ns2:creationId id="{B9F8ED0D-D3D8-48B1-BD03-73EA890DCEB8}"/>
              </a:ext>
            </a:extLst>
          </p:cNvPr>
          <p:cNvSpPr>
            <a:spLocks noGrp="1"/>
          </p:cNvSpPr>
          <p:nvPr/>
        </p:nvSpPr>
        <p:spPr>
          <a:xfrm rot="-5400000">
            <a:off x="287029" y="2648816"/>
            <a:ext cx="1773238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concentration (M)</a:t>
            </a:r>
          </a:p>
        </p:txBody>
      </p:sp>
      <p:sp>
        <p:nvSpPr>
          <p:cNvPr id="22" name="figure05 plot object 21">
            <a:extLst>
              <a:ext uri="{FF2B5EF4-FFF2-40B4-BE49-F238E27FC236}">
                <ns2:creationId id="{3C0787CE-7254-41C2-AEB9-BF08A5556C4E}"/>
              </a:ext>
            </a:extLst>
          </p:cNvPr>
          <p:cNvSpPr>
            <a:spLocks noGrp="1"/>
          </p:cNvSpPr>
          <p:nvPr/>
        </p:nvSpPr>
        <p:spPr>
          <a:xfrm>
            <a:off x="2203391" y="2400494"/>
            <a:ext cx="380560" cy="120358"/>
          </a:xfrm>
          <a:custGeom>
            <a:pathLst>
              <a:path w="380560" h="120358">
                <a:moveTo>
                  <a:pt x="0" y="120358"/>
                </a:moveTo>
                <a:lnTo>
                  <a:pt x="380560" y="120358"/>
                </a:lnTo>
                <a:lnTo>
                  <a:pt x="380560" y="0"/>
                </a:lnTo>
                <a:lnTo>
                  <a:pt x="0" y="0"/>
                </a:lnTo>
                <a:lnTo>
                  <a:pt x="0" y="120358"/>
                </a:lnTo>
                <a:close/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23" name="figure05 plot object 22">
            <a:extLst>
              <a:ext uri="{FF2B5EF4-FFF2-40B4-BE49-F238E27FC236}">
                <ns2:creationId id="{8DA9C19D-E853-459E-AA53-B619CBB1D11F}"/>
              </a:ext>
            </a:extLst>
          </p:cNvPr>
          <p:cNvSpPr>
            <a:spLocks noGrp="1"/>
          </p:cNvSpPr>
          <p:nvPr/>
        </p:nvSpPr>
        <p:spPr>
          <a:xfrm>
            <a:off x="2393671" y="2520852"/>
            <a:ext cx="13" cy="91047"/>
          </a:xfrm>
          <a:custGeom>
            <a:pathLst>
              <a:path w="13" h="91047">
                <a:moveTo>
                  <a:pt x="0" y="0"/>
                </a:moveTo>
                <a:lnTo>
                  <a:pt x="0" y="91047"/>
                </a:lnTo>
              </a:path>
            </a:pathLst>
          </a:custGeom>
          <a:noFill/>
          <a:ln w="12700">
            <a:solidFill>
              <a:srgbClr val="637482"/>
            </a:solidFill>
            <a:prstDash val="solid"/>
          </a:ln>
        </p:spPr>
      </p:sp>
      <p:sp>
        <p:nvSpPr>
          <p:cNvPr id="24" name="figure05 plot object 23">
            <a:extLst>
              <a:ext uri="{FF2B5EF4-FFF2-40B4-BE49-F238E27FC236}">
                <ns2:creationId id="{3A70B96E-5448-4F1C-B0BA-065744507383}"/>
              </a:ext>
            </a:extLst>
          </p:cNvPr>
          <p:cNvSpPr>
            <a:spLocks noGrp="1"/>
          </p:cNvSpPr>
          <p:nvPr/>
        </p:nvSpPr>
        <p:spPr>
          <a:xfrm>
            <a:off x="2393671" y="2400494"/>
            <a:ext cx="13" cy="13"/>
          </a:xfrm>
          <a:custGeom>
            <a:pathLst>
              <a:path w="13" h="13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637482"/>
            </a:solidFill>
            <a:prstDash val="solid"/>
          </a:ln>
        </p:spPr>
      </p:sp>
      <p:sp>
        <p:nvSpPr>
          <p:cNvPr id="25" name="figure05 plot object 24">
            <a:extLst>
              <a:ext uri="{FF2B5EF4-FFF2-40B4-BE49-F238E27FC236}">
                <ns2:creationId id="{6E72A32A-C37D-4929-A4A2-9815D50AFDFB}"/>
              </a:ext>
            </a:extLst>
          </p:cNvPr>
          <p:cNvSpPr>
            <a:spLocks noGrp="1"/>
          </p:cNvSpPr>
          <p:nvPr/>
        </p:nvSpPr>
        <p:spPr>
          <a:xfrm>
            <a:off x="2298531" y="2611900"/>
            <a:ext cx="190280" cy="13"/>
          </a:xfrm>
          <a:custGeom>
            <a:pathLst>
              <a:path w="190280" h="13">
                <a:moveTo>
                  <a:pt x="0" y="0"/>
                </a:moveTo>
                <a:lnTo>
                  <a:pt x="190280" y="0"/>
                </a:lnTo>
              </a:path>
            </a:pathLst>
          </a:custGeom>
          <a:noFill/>
          <a:ln w="12700">
            <a:solidFill>
              <a:srgbClr val="637482"/>
            </a:solidFill>
            <a:prstDash val="solid"/>
          </a:ln>
        </p:spPr>
      </p:sp>
      <p:sp>
        <p:nvSpPr>
          <p:cNvPr id="26" name="figure05 plot object 25">
            <a:extLst>
              <a:ext uri="{FF2B5EF4-FFF2-40B4-BE49-F238E27FC236}">
                <ns2:creationId id="{D712F7B7-7E0D-4AD1-886A-D12FF24B0C47}"/>
              </a:ext>
            </a:extLst>
          </p:cNvPr>
          <p:cNvSpPr>
            <a:spLocks noGrp="1"/>
          </p:cNvSpPr>
          <p:nvPr/>
        </p:nvSpPr>
        <p:spPr>
          <a:xfrm>
            <a:off x="2298531" y="2400494"/>
            <a:ext cx="190280" cy="13"/>
          </a:xfrm>
          <a:custGeom>
            <a:pathLst>
              <a:path w="190280" h="13">
                <a:moveTo>
                  <a:pt x="0" y="0"/>
                </a:moveTo>
                <a:lnTo>
                  <a:pt x="190280" y="0"/>
                </a:lnTo>
              </a:path>
            </a:pathLst>
          </a:custGeom>
          <a:noFill/>
          <a:ln w="12700">
            <a:solidFill>
              <a:srgbClr val="637482"/>
            </a:solidFill>
            <a:prstDash val="solid"/>
          </a:ln>
        </p:spPr>
      </p:sp>
      <p:sp>
        <p:nvSpPr>
          <p:cNvPr id="27" name="figure05 plot object 26">
            <a:extLst>
              <a:ext uri="{FF2B5EF4-FFF2-40B4-BE49-F238E27FC236}">
                <ns2:creationId id="{66A598B5-C2F0-4A40-99D7-3A6DE2801BB3}"/>
              </a:ext>
            </a:extLst>
          </p:cNvPr>
          <p:cNvSpPr>
            <a:spLocks noGrp="1"/>
          </p:cNvSpPr>
          <p:nvPr/>
        </p:nvSpPr>
        <p:spPr>
          <a:xfrm>
            <a:off x="2718266" y="2560272"/>
            <a:ext cx="380560" cy="13"/>
          </a:xfrm>
          <a:custGeom>
            <a:pathLst>
              <a:path w="380560" h="13">
                <a:moveTo>
                  <a:pt x="0" y="0"/>
                </a:moveTo>
                <a:lnTo>
                  <a:pt x="380560" y="0"/>
                </a:lnTo>
                <a:lnTo>
                  <a:pt x="38056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2700">
            <a:solidFill>
              <a:srgbClr val="277F8A"/>
            </a:solidFill>
            <a:prstDash val="solid"/>
          </a:ln>
        </p:spPr>
      </p:sp>
      <p:sp>
        <p:nvSpPr>
          <p:cNvPr id="28" name="figure05 plot object 27">
            <a:extLst>
              <a:ext uri="{FF2B5EF4-FFF2-40B4-BE49-F238E27FC236}">
                <ns2:creationId id="{154EA7AA-CEF4-415E-B3F5-BC627FC88990}"/>
              </a:ext>
            </a:extLst>
          </p:cNvPr>
          <p:cNvSpPr>
            <a:spLocks noGrp="1"/>
          </p:cNvSpPr>
          <p:nvPr/>
        </p:nvSpPr>
        <p:spPr>
          <a:xfrm>
            <a:off x="2908546" y="2560272"/>
            <a:ext cx="13" cy="51628"/>
          </a:xfrm>
          <a:custGeom>
            <a:pathLst>
              <a:path w="13" h="51628">
                <a:moveTo>
                  <a:pt x="0" y="0"/>
                </a:moveTo>
                <a:lnTo>
                  <a:pt x="0" y="51628"/>
                </a:lnTo>
              </a:path>
            </a:pathLst>
          </a:custGeom>
          <a:noFill/>
          <a:ln w="12700">
            <a:solidFill>
              <a:srgbClr val="277F8A"/>
            </a:solidFill>
            <a:prstDash val="solid"/>
          </a:ln>
        </p:spPr>
      </p:sp>
      <p:sp>
        <p:nvSpPr>
          <p:cNvPr id="29" name="figure05 plot object 28">
            <a:extLst>
              <a:ext uri="{FF2B5EF4-FFF2-40B4-BE49-F238E27FC236}">
                <ns2:creationId id="{A60255BA-5FE7-4F88-A8B1-CF2EB21143F8}"/>
              </a:ext>
            </a:extLst>
          </p:cNvPr>
          <p:cNvSpPr>
            <a:spLocks noGrp="1"/>
          </p:cNvSpPr>
          <p:nvPr/>
        </p:nvSpPr>
        <p:spPr>
          <a:xfrm>
            <a:off x="2908546" y="2400494"/>
            <a:ext cx="13" cy="159778"/>
          </a:xfrm>
          <a:custGeom>
            <a:pathLst>
              <a:path w="13" h="159778">
                <a:moveTo>
                  <a:pt x="0" y="159778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277F8A"/>
            </a:solidFill>
            <a:prstDash val="solid"/>
          </a:ln>
        </p:spPr>
      </p:sp>
      <p:sp>
        <p:nvSpPr>
          <p:cNvPr id="30" name="figure05 plot object 29">
            <a:extLst>
              <a:ext uri="{FF2B5EF4-FFF2-40B4-BE49-F238E27FC236}">
                <ns2:creationId id="{1636CD03-1C3B-4CD1-A526-B447E85DB2D9}"/>
              </a:ext>
            </a:extLst>
          </p:cNvPr>
          <p:cNvSpPr>
            <a:spLocks noGrp="1"/>
          </p:cNvSpPr>
          <p:nvPr/>
        </p:nvSpPr>
        <p:spPr>
          <a:xfrm>
            <a:off x="2813406" y="2611900"/>
            <a:ext cx="190280" cy="13"/>
          </a:xfrm>
          <a:custGeom>
            <a:pathLst>
              <a:path w="190280" h="13">
                <a:moveTo>
                  <a:pt x="0" y="0"/>
                </a:moveTo>
                <a:lnTo>
                  <a:pt x="190280" y="0"/>
                </a:lnTo>
              </a:path>
            </a:pathLst>
          </a:custGeom>
          <a:noFill/>
          <a:ln w="12700">
            <a:solidFill>
              <a:srgbClr val="277F8A"/>
            </a:solidFill>
            <a:prstDash val="solid"/>
          </a:ln>
        </p:spPr>
      </p:sp>
      <p:sp>
        <p:nvSpPr>
          <p:cNvPr id="31" name="figure05 plot object 30">
            <a:extLst>
              <a:ext uri="{FF2B5EF4-FFF2-40B4-BE49-F238E27FC236}">
                <ns2:creationId id="{8AA5BEAF-A462-4702-833C-153CD7C83506}"/>
              </a:ext>
            </a:extLst>
          </p:cNvPr>
          <p:cNvSpPr>
            <a:spLocks noGrp="1"/>
          </p:cNvSpPr>
          <p:nvPr/>
        </p:nvSpPr>
        <p:spPr>
          <a:xfrm>
            <a:off x="2813406" y="2400494"/>
            <a:ext cx="190280" cy="13"/>
          </a:xfrm>
          <a:custGeom>
            <a:pathLst>
              <a:path w="190280" h="13">
                <a:moveTo>
                  <a:pt x="0" y="0"/>
                </a:moveTo>
                <a:lnTo>
                  <a:pt x="190280" y="0"/>
                </a:lnTo>
              </a:path>
            </a:pathLst>
          </a:custGeom>
          <a:noFill/>
          <a:ln w="12700">
            <a:solidFill>
              <a:srgbClr val="277F8A"/>
            </a:solidFill>
            <a:prstDash val="solid"/>
          </a:ln>
        </p:spPr>
      </p:sp>
      <p:sp>
        <p:nvSpPr>
          <p:cNvPr id="32" name="figure05 plot object 31">
            <a:extLst>
              <a:ext uri="{FF2B5EF4-FFF2-40B4-BE49-F238E27FC236}">
                <ns2:creationId id="{ED433E7C-7A7E-4CFA-9FE8-A3A55AD03D35}"/>
              </a:ext>
            </a:extLst>
          </p:cNvPr>
          <p:cNvSpPr>
            <a:spLocks noGrp="1"/>
          </p:cNvSpPr>
          <p:nvPr/>
        </p:nvSpPr>
        <p:spPr>
          <a:xfrm>
            <a:off x="3233142" y="2560272"/>
            <a:ext cx="380560" cy="142675"/>
          </a:xfrm>
          <a:custGeom>
            <a:pathLst>
              <a:path w="380560" h="142675">
                <a:moveTo>
                  <a:pt x="0" y="142675"/>
                </a:moveTo>
                <a:lnTo>
                  <a:pt x="380560" y="142675"/>
                </a:lnTo>
                <a:lnTo>
                  <a:pt x="380560" y="0"/>
                </a:lnTo>
                <a:lnTo>
                  <a:pt x="0" y="0"/>
                </a:lnTo>
                <a:lnTo>
                  <a:pt x="0" y="142675"/>
                </a:lnTo>
                <a:close/>
              </a:path>
            </a:pathLst>
          </a:custGeom>
          <a:solidFill>
            <a:srgbClr val="BC7850"/>
          </a:solidFill>
          <a:ln w="12700">
            <a:solidFill>
              <a:srgbClr val="BC7850"/>
            </a:solidFill>
            <a:prstDash val="solid"/>
          </a:ln>
        </p:spPr>
      </p:sp>
      <p:sp>
        <p:nvSpPr>
          <p:cNvPr id="33" name="figure05 plot object 32">
            <a:extLst>
              <a:ext uri="{FF2B5EF4-FFF2-40B4-BE49-F238E27FC236}">
                <ns2:creationId id="{0345FD6E-54C2-4D55-8424-785AD2FB2339}"/>
              </a:ext>
            </a:extLst>
          </p:cNvPr>
          <p:cNvSpPr>
            <a:spLocks noGrp="1"/>
          </p:cNvSpPr>
          <p:nvPr/>
        </p:nvSpPr>
        <p:spPr>
          <a:xfrm>
            <a:off x="3423422" y="2702947"/>
            <a:ext cx="13" cy="68731"/>
          </a:xfrm>
          <a:custGeom>
            <a:pathLst>
              <a:path w="13" h="68731">
                <a:moveTo>
                  <a:pt x="0" y="0"/>
                </a:moveTo>
                <a:lnTo>
                  <a:pt x="0" y="68731"/>
                </a:lnTo>
              </a:path>
            </a:pathLst>
          </a:custGeom>
          <a:noFill/>
          <a:ln w="12700">
            <a:solidFill>
              <a:srgbClr val="BC7850"/>
            </a:solidFill>
            <a:prstDash val="solid"/>
          </a:ln>
        </p:spPr>
      </p:sp>
      <p:sp>
        <p:nvSpPr>
          <p:cNvPr id="34" name="figure05 plot object 33">
            <a:extLst>
              <a:ext uri="{FF2B5EF4-FFF2-40B4-BE49-F238E27FC236}">
                <ns2:creationId id="{FD0A4932-395B-47BB-ABB9-4386409B4A0F}"/>
              </a:ext>
            </a:extLst>
          </p:cNvPr>
          <p:cNvSpPr>
            <a:spLocks noGrp="1"/>
          </p:cNvSpPr>
          <p:nvPr/>
        </p:nvSpPr>
        <p:spPr>
          <a:xfrm>
            <a:off x="3423422" y="2560272"/>
            <a:ext cx="13" cy="13"/>
          </a:xfrm>
          <a:custGeom>
            <a:pathLst>
              <a:path w="13" h="13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BC7850"/>
            </a:solidFill>
            <a:prstDash val="solid"/>
          </a:ln>
        </p:spPr>
      </p:sp>
      <p:sp>
        <p:nvSpPr>
          <p:cNvPr id="35" name="figure05 plot object 34">
            <a:extLst>
              <a:ext uri="{FF2B5EF4-FFF2-40B4-BE49-F238E27FC236}">
                <ns2:creationId id="{F272DFF3-D038-4E99-B846-A9D667FB389B}"/>
              </a:ext>
            </a:extLst>
          </p:cNvPr>
          <p:cNvSpPr>
            <a:spLocks noGrp="1"/>
          </p:cNvSpPr>
          <p:nvPr/>
        </p:nvSpPr>
        <p:spPr>
          <a:xfrm>
            <a:off x="3328282" y="2771678"/>
            <a:ext cx="190280" cy="13"/>
          </a:xfrm>
          <a:custGeom>
            <a:pathLst>
              <a:path w="190280" h="13">
                <a:moveTo>
                  <a:pt x="0" y="0"/>
                </a:moveTo>
                <a:lnTo>
                  <a:pt x="190280" y="0"/>
                </a:lnTo>
              </a:path>
            </a:pathLst>
          </a:custGeom>
          <a:noFill/>
          <a:ln w="12700">
            <a:solidFill>
              <a:srgbClr val="BC7850"/>
            </a:solidFill>
            <a:prstDash val="solid"/>
          </a:ln>
        </p:spPr>
      </p:sp>
      <p:sp>
        <p:nvSpPr>
          <p:cNvPr id="36" name="figure05 plot object 35">
            <a:extLst>
              <a:ext uri="{FF2B5EF4-FFF2-40B4-BE49-F238E27FC236}">
                <ns2:creationId id="{5D83754D-47B5-4D2F-8510-6310139CDC6C}"/>
              </a:ext>
            </a:extLst>
          </p:cNvPr>
          <p:cNvSpPr>
            <a:spLocks noGrp="1"/>
          </p:cNvSpPr>
          <p:nvPr/>
        </p:nvSpPr>
        <p:spPr>
          <a:xfrm>
            <a:off x="3328282" y="2560272"/>
            <a:ext cx="190280" cy="13"/>
          </a:xfrm>
          <a:custGeom>
            <a:pathLst>
              <a:path w="190280" h="13">
                <a:moveTo>
                  <a:pt x="0" y="0"/>
                </a:moveTo>
                <a:lnTo>
                  <a:pt x="190280" y="0"/>
                </a:lnTo>
              </a:path>
            </a:pathLst>
          </a:custGeom>
          <a:noFill/>
          <a:ln w="12700">
            <a:solidFill>
              <a:srgbClr val="BC7850"/>
            </a:solidFill>
            <a:prstDash val="solid"/>
          </a:ln>
        </p:spPr>
      </p:sp>
      <p:sp>
        <p:nvSpPr>
          <p:cNvPr id="37" name="figure05 plot object 36">
            <a:extLst>
              <a:ext uri="{FF2B5EF4-FFF2-40B4-BE49-F238E27FC236}">
                <ns2:creationId id="{1490707F-A967-46D0-BCC5-4886030C5B2B}"/>
              </a:ext>
            </a:extLst>
          </p:cNvPr>
          <p:cNvSpPr>
            <a:spLocks noGrp="1"/>
          </p:cNvSpPr>
          <p:nvPr/>
        </p:nvSpPr>
        <p:spPr>
          <a:xfrm>
            <a:off x="4441979" y="2271658"/>
            <a:ext cx="380560" cy="13"/>
          </a:xfrm>
          <a:custGeom>
            <a:pathLst>
              <a:path w="380560" h="13">
                <a:moveTo>
                  <a:pt x="0" y="0"/>
                </a:moveTo>
                <a:lnTo>
                  <a:pt x="380560" y="0"/>
                </a:lnTo>
                <a:lnTo>
                  <a:pt x="38056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38" name="figure05 plot object 37">
            <a:extLst>
              <a:ext uri="{FF2B5EF4-FFF2-40B4-BE49-F238E27FC236}">
                <ns2:creationId id="{55F71665-786E-40C1-82D2-2CEE0700FEBC}"/>
              </a:ext>
            </a:extLst>
          </p:cNvPr>
          <p:cNvSpPr>
            <a:spLocks noGrp="1"/>
          </p:cNvSpPr>
          <p:nvPr/>
        </p:nvSpPr>
        <p:spPr>
          <a:xfrm>
            <a:off x="4632259" y="2271658"/>
            <a:ext cx="13" cy="91047"/>
          </a:xfrm>
          <a:custGeom>
            <a:pathLst>
              <a:path w="13" h="91047">
                <a:moveTo>
                  <a:pt x="0" y="0"/>
                </a:moveTo>
                <a:lnTo>
                  <a:pt x="0" y="91047"/>
                </a:lnTo>
              </a:path>
            </a:pathLst>
          </a:custGeom>
          <a:noFill/>
          <a:ln w="12700">
            <a:solidFill>
              <a:srgbClr val="637482"/>
            </a:solidFill>
            <a:prstDash val="solid"/>
          </a:ln>
        </p:spPr>
      </p:sp>
      <p:sp>
        <p:nvSpPr>
          <p:cNvPr id="39" name="figure05 plot object 38">
            <a:extLst>
              <a:ext uri="{FF2B5EF4-FFF2-40B4-BE49-F238E27FC236}">
                <ns2:creationId id="{D5E1FF76-2094-4DDB-8A66-986FECF5288B}"/>
              </a:ext>
            </a:extLst>
          </p:cNvPr>
          <p:cNvSpPr>
            <a:spLocks noGrp="1"/>
          </p:cNvSpPr>
          <p:nvPr/>
        </p:nvSpPr>
        <p:spPr>
          <a:xfrm>
            <a:off x="4632259" y="2218399"/>
            <a:ext cx="13" cy="53259"/>
          </a:xfrm>
          <a:custGeom>
            <a:pathLst>
              <a:path w="13" h="53259">
                <a:moveTo>
                  <a:pt x="0" y="53259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637482"/>
            </a:solidFill>
            <a:prstDash val="solid"/>
          </a:ln>
        </p:spPr>
      </p:sp>
      <p:sp>
        <p:nvSpPr>
          <p:cNvPr id="40" name="figure05 plot object 39">
            <a:extLst>
              <a:ext uri="{FF2B5EF4-FFF2-40B4-BE49-F238E27FC236}">
                <ns2:creationId id="{0B43D187-8D7E-491C-9A53-E7B0C770CEE6}"/>
              </a:ext>
            </a:extLst>
          </p:cNvPr>
          <p:cNvSpPr>
            <a:spLocks noGrp="1"/>
          </p:cNvSpPr>
          <p:nvPr/>
        </p:nvSpPr>
        <p:spPr>
          <a:xfrm>
            <a:off x="4537119" y="2362706"/>
            <a:ext cx="190280" cy="13"/>
          </a:xfrm>
          <a:custGeom>
            <a:pathLst>
              <a:path w="190280" h="13">
                <a:moveTo>
                  <a:pt x="0" y="0"/>
                </a:moveTo>
                <a:lnTo>
                  <a:pt x="190280" y="0"/>
                </a:lnTo>
              </a:path>
            </a:pathLst>
          </a:custGeom>
          <a:noFill/>
          <a:ln w="12700">
            <a:solidFill>
              <a:srgbClr val="637482"/>
            </a:solidFill>
            <a:prstDash val="solid"/>
          </a:ln>
        </p:spPr>
      </p:sp>
      <p:sp>
        <p:nvSpPr>
          <p:cNvPr id="41" name="figure05 plot object 40">
            <a:extLst>
              <a:ext uri="{FF2B5EF4-FFF2-40B4-BE49-F238E27FC236}">
                <ns2:creationId id="{8C7960F3-B6BF-44F8-9F81-7E8D823EC0C8}"/>
              </a:ext>
            </a:extLst>
          </p:cNvPr>
          <p:cNvSpPr>
            <a:spLocks noGrp="1"/>
          </p:cNvSpPr>
          <p:nvPr/>
        </p:nvSpPr>
        <p:spPr>
          <a:xfrm>
            <a:off x="4537119" y="2218399"/>
            <a:ext cx="190280" cy="13"/>
          </a:xfrm>
          <a:custGeom>
            <a:pathLst>
              <a:path w="190280" h="13">
                <a:moveTo>
                  <a:pt x="0" y="0"/>
                </a:moveTo>
                <a:lnTo>
                  <a:pt x="190280" y="0"/>
                </a:lnTo>
              </a:path>
            </a:pathLst>
          </a:custGeom>
          <a:noFill/>
          <a:ln w="12700">
            <a:solidFill>
              <a:srgbClr val="637482"/>
            </a:solidFill>
            <a:prstDash val="solid"/>
          </a:ln>
        </p:spPr>
      </p:sp>
      <p:sp>
        <p:nvSpPr>
          <p:cNvPr id="42" name="figure05 plot object 41">
            <a:extLst>
              <a:ext uri="{FF2B5EF4-FFF2-40B4-BE49-F238E27FC236}">
                <ns2:creationId id="{EC0BE8D9-44F6-4112-9EFD-33B5FE0FFF0E}"/>
              </a:ext>
            </a:extLst>
          </p:cNvPr>
          <p:cNvSpPr>
            <a:spLocks noGrp="1"/>
          </p:cNvSpPr>
          <p:nvPr/>
        </p:nvSpPr>
        <p:spPr>
          <a:xfrm>
            <a:off x="4956855" y="2218399"/>
            <a:ext cx="380560" cy="341873"/>
          </a:xfrm>
          <a:custGeom>
            <a:pathLst>
              <a:path w="380560" h="341873">
                <a:moveTo>
                  <a:pt x="0" y="341873"/>
                </a:moveTo>
                <a:lnTo>
                  <a:pt x="380560" y="341873"/>
                </a:lnTo>
                <a:lnTo>
                  <a:pt x="380560" y="0"/>
                </a:lnTo>
                <a:lnTo>
                  <a:pt x="0" y="0"/>
                </a:lnTo>
                <a:lnTo>
                  <a:pt x="0" y="341873"/>
                </a:lnTo>
                <a:close/>
              </a:path>
            </a:pathLst>
          </a:custGeom>
          <a:solidFill>
            <a:srgbClr val="277F8A"/>
          </a:solidFill>
          <a:ln w="12700">
            <a:solidFill>
              <a:srgbClr val="277F8A"/>
            </a:solidFill>
            <a:prstDash val="solid"/>
          </a:ln>
        </p:spPr>
      </p:sp>
      <p:sp>
        <p:nvSpPr>
          <p:cNvPr id="43" name="figure05 plot object 42">
            <a:extLst>
              <a:ext uri="{FF2B5EF4-FFF2-40B4-BE49-F238E27FC236}">
                <ns2:creationId id="{1D1AE1BD-FDEB-43C3-AEF9-2DFB1179A418}"/>
              </a:ext>
            </a:extLst>
          </p:cNvPr>
          <p:cNvSpPr>
            <a:spLocks noGrp="1"/>
          </p:cNvSpPr>
          <p:nvPr/>
        </p:nvSpPr>
        <p:spPr>
          <a:xfrm>
            <a:off x="5147135" y="2560272"/>
            <a:ext cx="13" cy="37788"/>
          </a:xfrm>
          <a:custGeom>
            <a:pathLst>
              <a:path w="13" h="37788">
                <a:moveTo>
                  <a:pt x="0" y="0"/>
                </a:moveTo>
                <a:lnTo>
                  <a:pt x="0" y="37788"/>
                </a:lnTo>
              </a:path>
            </a:pathLst>
          </a:custGeom>
          <a:noFill/>
          <a:ln w="12700">
            <a:solidFill>
              <a:srgbClr val="277F8A"/>
            </a:solidFill>
            <a:prstDash val="solid"/>
          </a:ln>
        </p:spPr>
      </p:sp>
      <p:sp>
        <p:nvSpPr>
          <p:cNvPr id="44" name="figure05 plot object 43">
            <a:extLst>
              <a:ext uri="{FF2B5EF4-FFF2-40B4-BE49-F238E27FC236}">
                <ns2:creationId id="{15750DC8-EAB4-4C5F-A23C-88FEB826DFA0}"/>
              </a:ext>
            </a:extLst>
          </p:cNvPr>
          <p:cNvSpPr>
            <a:spLocks noGrp="1"/>
          </p:cNvSpPr>
          <p:nvPr/>
        </p:nvSpPr>
        <p:spPr>
          <a:xfrm>
            <a:off x="5147135" y="2180611"/>
            <a:ext cx="13" cy="37788"/>
          </a:xfrm>
          <a:custGeom>
            <a:pathLst>
              <a:path w="13" h="37788">
                <a:moveTo>
                  <a:pt x="0" y="37788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277F8A"/>
            </a:solidFill>
            <a:prstDash val="solid"/>
          </a:ln>
        </p:spPr>
      </p:sp>
      <p:sp>
        <p:nvSpPr>
          <p:cNvPr id="45" name="figure05 plot object 44">
            <a:extLst>
              <a:ext uri="{FF2B5EF4-FFF2-40B4-BE49-F238E27FC236}">
                <ns2:creationId id="{1C1D226D-2266-456A-8919-3B5D5D08F722}"/>
              </a:ext>
            </a:extLst>
          </p:cNvPr>
          <p:cNvSpPr>
            <a:spLocks noGrp="1"/>
          </p:cNvSpPr>
          <p:nvPr/>
        </p:nvSpPr>
        <p:spPr>
          <a:xfrm>
            <a:off x="5051995" y="2598060"/>
            <a:ext cx="190280" cy="13"/>
          </a:xfrm>
          <a:custGeom>
            <a:pathLst>
              <a:path w="190280" h="13">
                <a:moveTo>
                  <a:pt x="0" y="0"/>
                </a:moveTo>
                <a:lnTo>
                  <a:pt x="190280" y="0"/>
                </a:lnTo>
              </a:path>
            </a:pathLst>
          </a:custGeom>
          <a:noFill/>
          <a:ln w="12700">
            <a:solidFill>
              <a:srgbClr val="277F8A"/>
            </a:solidFill>
            <a:prstDash val="solid"/>
          </a:ln>
        </p:spPr>
      </p:sp>
      <p:sp>
        <p:nvSpPr>
          <p:cNvPr id="46" name="figure05 plot object 45">
            <a:extLst>
              <a:ext uri="{FF2B5EF4-FFF2-40B4-BE49-F238E27FC236}">
                <ns2:creationId id="{3D51C5FA-373E-4F33-BACB-353E953A5A4B}"/>
              </a:ext>
            </a:extLst>
          </p:cNvPr>
          <p:cNvSpPr>
            <a:spLocks noGrp="1"/>
          </p:cNvSpPr>
          <p:nvPr/>
        </p:nvSpPr>
        <p:spPr>
          <a:xfrm>
            <a:off x="5051995" y="2180611"/>
            <a:ext cx="190280" cy="13"/>
          </a:xfrm>
          <a:custGeom>
            <a:pathLst>
              <a:path w="190280" h="13">
                <a:moveTo>
                  <a:pt x="0" y="0"/>
                </a:moveTo>
                <a:lnTo>
                  <a:pt x="190280" y="0"/>
                </a:lnTo>
              </a:path>
            </a:pathLst>
          </a:custGeom>
          <a:noFill/>
          <a:ln w="12700">
            <a:solidFill>
              <a:srgbClr val="277F8A"/>
            </a:solidFill>
            <a:prstDash val="solid"/>
          </a:ln>
        </p:spPr>
      </p:sp>
      <p:sp>
        <p:nvSpPr>
          <p:cNvPr id="47" name="figure05 plot object 46">
            <a:extLst>
              <a:ext uri="{FF2B5EF4-FFF2-40B4-BE49-F238E27FC236}">
                <ns2:creationId id="{6D886EA7-EFEC-427B-89B3-7435E390261E}"/>
              </a:ext>
            </a:extLst>
          </p:cNvPr>
          <p:cNvSpPr>
            <a:spLocks noGrp="1"/>
          </p:cNvSpPr>
          <p:nvPr/>
        </p:nvSpPr>
        <p:spPr>
          <a:xfrm>
            <a:off x="5471730" y="2309447"/>
            <a:ext cx="380560" cy="106519"/>
          </a:xfrm>
          <a:custGeom>
            <a:pathLst>
              <a:path w="380560" h="106519">
                <a:moveTo>
                  <a:pt x="0" y="106519"/>
                </a:moveTo>
                <a:lnTo>
                  <a:pt x="380560" y="106519"/>
                </a:lnTo>
                <a:lnTo>
                  <a:pt x="380560" y="0"/>
                </a:lnTo>
                <a:lnTo>
                  <a:pt x="0" y="0"/>
                </a:lnTo>
                <a:lnTo>
                  <a:pt x="0" y="106519"/>
                </a:lnTo>
                <a:close/>
              </a:path>
            </a:pathLst>
          </a:custGeom>
          <a:solidFill>
            <a:srgbClr val="BC7850"/>
          </a:solidFill>
          <a:ln w="12700">
            <a:solidFill>
              <a:srgbClr val="BC7850"/>
            </a:solidFill>
            <a:prstDash val="solid"/>
          </a:ln>
        </p:spPr>
      </p:sp>
      <p:sp>
        <p:nvSpPr>
          <p:cNvPr id="48" name="figure05 plot object 47">
            <a:extLst>
              <a:ext uri="{FF2B5EF4-FFF2-40B4-BE49-F238E27FC236}">
                <ns2:creationId id="{5EE1CBC2-96E3-4F2D-8347-4946FFA109FA}"/>
              </a:ext>
            </a:extLst>
          </p:cNvPr>
          <p:cNvSpPr>
            <a:spLocks noGrp="1"/>
          </p:cNvSpPr>
          <p:nvPr/>
        </p:nvSpPr>
        <p:spPr>
          <a:xfrm>
            <a:off x="5662010" y="2415965"/>
            <a:ext cx="13" cy="104887"/>
          </a:xfrm>
          <a:custGeom>
            <a:pathLst>
              <a:path w="13" h="104887">
                <a:moveTo>
                  <a:pt x="0" y="0"/>
                </a:moveTo>
                <a:lnTo>
                  <a:pt x="0" y="104887"/>
                </a:lnTo>
              </a:path>
            </a:pathLst>
          </a:custGeom>
          <a:noFill/>
          <a:ln w="12700">
            <a:solidFill>
              <a:srgbClr val="BC7850"/>
            </a:solidFill>
            <a:prstDash val="solid"/>
          </a:ln>
        </p:spPr>
      </p:sp>
      <p:sp>
        <p:nvSpPr>
          <p:cNvPr id="49" name="figure05 plot object 48">
            <a:extLst>
              <a:ext uri="{FF2B5EF4-FFF2-40B4-BE49-F238E27FC236}">
                <ns2:creationId id="{4D7A2DBF-694F-4657-B95C-F6B2846C3C87}"/>
              </a:ext>
            </a:extLst>
          </p:cNvPr>
          <p:cNvSpPr>
            <a:spLocks noGrp="1"/>
          </p:cNvSpPr>
          <p:nvPr/>
        </p:nvSpPr>
        <p:spPr>
          <a:xfrm>
            <a:off x="5662010" y="2256187"/>
            <a:ext cx="13" cy="53259"/>
          </a:xfrm>
          <a:custGeom>
            <a:pathLst>
              <a:path w="13" h="53259">
                <a:moveTo>
                  <a:pt x="0" y="53259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BC7850"/>
            </a:solidFill>
            <a:prstDash val="solid"/>
          </a:ln>
        </p:spPr>
      </p:sp>
      <p:sp>
        <p:nvSpPr>
          <p:cNvPr id="50" name="figure05 plot object 49">
            <a:extLst>
              <a:ext uri="{FF2B5EF4-FFF2-40B4-BE49-F238E27FC236}">
                <ns2:creationId id="{DD6D3B51-24F0-4F5D-8EB8-331ACFB42D37}"/>
              </a:ext>
            </a:extLst>
          </p:cNvPr>
          <p:cNvSpPr>
            <a:spLocks noGrp="1"/>
          </p:cNvSpPr>
          <p:nvPr/>
        </p:nvSpPr>
        <p:spPr>
          <a:xfrm>
            <a:off x="5566870" y="2520852"/>
            <a:ext cx="190280" cy="13"/>
          </a:xfrm>
          <a:custGeom>
            <a:pathLst>
              <a:path w="190280" h="13">
                <a:moveTo>
                  <a:pt x="0" y="0"/>
                </a:moveTo>
                <a:lnTo>
                  <a:pt x="190280" y="0"/>
                </a:lnTo>
              </a:path>
            </a:pathLst>
          </a:custGeom>
          <a:noFill/>
          <a:ln w="12700">
            <a:solidFill>
              <a:srgbClr val="BC7850"/>
            </a:solidFill>
            <a:prstDash val="solid"/>
          </a:ln>
        </p:spPr>
      </p:sp>
      <p:sp>
        <p:nvSpPr>
          <p:cNvPr id="51" name="figure05 plot object 50">
            <a:extLst>
              <a:ext uri="{FF2B5EF4-FFF2-40B4-BE49-F238E27FC236}">
                <ns2:creationId id="{7763A5F2-C40E-48BB-9794-6DA93CD7A725}"/>
              </a:ext>
            </a:extLst>
          </p:cNvPr>
          <p:cNvSpPr>
            <a:spLocks noGrp="1"/>
          </p:cNvSpPr>
          <p:nvPr/>
        </p:nvSpPr>
        <p:spPr>
          <a:xfrm>
            <a:off x="5566870" y="2256187"/>
            <a:ext cx="190280" cy="13"/>
          </a:xfrm>
          <a:custGeom>
            <a:pathLst>
              <a:path w="190280" h="13">
                <a:moveTo>
                  <a:pt x="0" y="0"/>
                </a:moveTo>
                <a:lnTo>
                  <a:pt x="190280" y="0"/>
                </a:lnTo>
              </a:path>
            </a:pathLst>
          </a:custGeom>
          <a:noFill/>
          <a:ln w="12700">
            <a:solidFill>
              <a:srgbClr val="BC7850"/>
            </a:solidFill>
            <a:prstDash val="solid"/>
          </a:ln>
        </p:spPr>
      </p:sp>
      <p:sp>
        <p:nvSpPr>
          <p:cNvPr id="52" name="figure05 plot object 51">
            <a:extLst>
              <a:ext uri="{FF2B5EF4-FFF2-40B4-BE49-F238E27FC236}">
                <ns2:creationId id="{6FAB3A2C-53C6-466C-8D1E-12A4EEA3E2B9}"/>
              </a:ext>
            </a:extLst>
          </p:cNvPr>
          <p:cNvSpPr>
            <a:spLocks noGrp="1"/>
          </p:cNvSpPr>
          <p:nvPr/>
        </p:nvSpPr>
        <p:spPr>
          <a:xfrm>
            <a:off x="6680568" y="2309447"/>
            <a:ext cx="380560" cy="13"/>
          </a:xfrm>
          <a:custGeom>
            <a:pathLst>
              <a:path w="380560" h="13">
                <a:moveTo>
                  <a:pt x="0" y="0"/>
                </a:moveTo>
                <a:lnTo>
                  <a:pt x="380560" y="0"/>
                </a:lnTo>
                <a:lnTo>
                  <a:pt x="38056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53" name="figure05 plot object 52">
            <a:extLst>
              <a:ext uri="{FF2B5EF4-FFF2-40B4-BE49-F238E27FC236}">
                <ns2:creationId id="{B1DD4DB7-4CD8-462C-8D85-F74B6EDC8506}"/>
              </a:ext>
            </a:extLst>
          </p:cNvPr>
          <p:cNvSpPr>
            <a:spLocks noGrp="1"/>
          </p:cNvSpPr>
          <p:nvPr/>
        </p:nvSpPr>
        <p:spPr>
          <a:xfrm>
            <a:off x="6870848" y="2309447"/>
            <a:ext cx="13" cy="53259"/>
          </a:xfrm>
          <a:custGeom>
            <a:pathLst>
              <a:path w="13" h="53259">
                <a:moveTo>
                  <a:pt x="0" y="0"/>
                </a:moveTo>
                <a:lnTo>
                  <a:pt x="0" y="53259"/>
                </a:lnTo>
              </a:path>
            </a:pathLst>
          </a:custGeom>
          <a:noFill/>
          <a:ln w="12700">
            <a:solidFill>
              <a:srgbClr val="637482"/>
            </a:solidFill>
            <a:prstDash val="solid"/>
          </a:ln>
        </p:spPr>
      </p:sp>
      <p:sp>
        <p:nvSpPr>
          <p:cNvPr id="54" name="figure05 plot object 53">
            <a:extLst>
              <a:ext uri="{FF2B5EF4-FFF2-40B4-BE49-F238E27FC236}">
                <ns2:creationId id="{E706BCA0-6E14-4CB8-90C5-99A3DE964AB6}"/>
              </a:ext>
            </a:extLst>
          </p:cNvPr>
          <p:cNvSpPr>
            <a:spLocks noGrp="1"/>
          </p:cNvSpPr>
          <p:nvPr/>
        </p:nvSpPr>
        <p:spPr>
          <a:xfrm>
            <a:off x="6870848" y="2309447"/>
            <a:ext cx="13" cy="13"/>
          </a:xfrm>
          <a:custGeom>
            <a:pathLst>
              <a:path w="13" h="13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637482"/>
            </a:solidFill>
            <a:prstDash val="solid"/>
          </a:ln>
        </p:spPr>
      </p:sp>
      <p:sp>
        <p:nvSpPr>
          <p:cNvPr id="55" name="figure05 plot object 54">
            <a:extLst>
              <a:ext uri="{FF2B5EF4-FFF2-40B4-BE49-F238E27FC236}">
                <ns2:creationId id="{3FE3EF86-869D-4ABA-9953-25F3EE064E15}"/>
              </a:ext>
            </a:extLst>
          </p:cNvPr>
          <p:cNvSpPr>
            <a:spLocks noGrp="1"/>
          </p:cNvSpPr>
          <p:nvPr/>
        </p:nvSpPr>
        <p:spPr>
          <a:xfrm>
            <a:off x="6775708" y="2362706"/>
            <a:ext cx="190280" cy="13"/>
          </a:xfrm>
          <a:custGeom>
            <a:pathLst>
              <a:path w="190280" h="13">
                <a:moveTo>
                  <a:pt x="0" y="0"/>
                </a:moveTo>
                <a:lnTo>
                  <a:pt x="190280" y="0"/>
                </a:lnTo>
              </a:path>
            </a:pathLst>
          </a:custGeom>
          <a:noFill/>
          <a:ln w="12700">
            <a:solidFill>
              <a:srgbClr val="637482"/>
            </a:solidFill>
            <a:prstDash val="solid"/>
          </a:ln>
        </p:spPr>
      </p:sp>
      <p:sp>
        <p:nvSpPr>
          <p:cNvPr id="56" name="figure05 plot object 55">
            <a:extLst>
              <a:ext uri="{FF2B5EF4-FFF2-40B4-BE49-F238E27FC236}">
                <ns2:creationId id="{38374B86-C317-498B-8131-03BCC7DC48E9}"/>
              </a:ext>
            </a:extLst>
          </p:cNvPr>
          <p:cNvSpPr>
            <a:spLocks noGrp="1"/>
          </p:cNvSpPr>
          <p:nvPr/>
        </p:nvSpPr>
        <p:spPr>
          <a:xfrm>
            <a:off x="6775708" y="2309447"/>
            <a:ext cx="190280" cy="13"/>
          </a:xfrm>
          <a:custGeom>
            <a:pathLst>
              <a:path w="190280" h="13">
                <a:moveTo>
                  <a:pt x="0" y="0"/>
                </a:moveTo>
                <a:lnTo>
                  <a:pt x="190280" y="0"/>
                </a:lnTo>
              </a:path>
            </a:pathLst>
          </a:custGeom>
          <a:noFill/>
          <a:ln w="12700">
            <a:solidFill>
              <a:srgbClr val="637482"/>
            </a:solidFill>
            <a:prstDash val="solid"/>
          </a:ln>
        </p:spPr>
      </p:sp>
      <p:sp>
        <p:nvSpPr>
          <p:cNvPr id="57" name="figure05 plot object 56">
            <a:extLst>
              <a:ext uri="{FF2B5EF4-FFF2-40B4-BE49-F238E27FC236}">
                <ns2:creationId id="{A23A02F0-61C2-479D-9CDD-96C91D17BEDE}"/>
              </a:ext>
            </a:extLst>
          </p:cNvPr>
          <p:cNvSpPr>
            <a:spLocks noGrp="1"/>
          </p:cNvSpPr>
          <p:nvPr/>
        </p:nvSpPr>
        <p:spPr>
          <a:xfrm>
            <a:off x="7195443" y="2271658"/>
            <a:ext cx="380560" cy="288614"/>
          </a:xfrm>
          <a:custGeom>
            <a:pathLst>
              <a:path w="380560" h="288614">
                <a:moveTo>
                  <a:pt x="0" y="288614"/>
                </a:moveTo>
                <a:lnTo>
                  <a:pt x="380560" y="288614"/>
                </a:lnTo>
                <a:lnTo>
                  <a:pt x="380560" y="0"/>
                </a:lnTo>
                <a:lnTo>
                  <a:pt x="0" y="0"/>
                </a:lnTo>
                <a:lnTo>
                  <a:pt x="0" y="288614"/>
                </a:lnTo>
                <a:close/>
              </a:path>
            </a:pathLst>
          </a:custGeom>
          <a:solidFill>
            <a:srgbClr val="277F8A"/>
          </a:solidFill>
          <a:ln w="12700">
            <a:solidFill>
              <a:srgbClr val="277F8A"/>
            </a:solidFill>
            <a:prstDash val="solid"/>
          </a:ln>
        </p:spPr>
      </p:sp>
      <p:sp>
        <p:nvSpPr>
          <p:cNvPr id="58" name="figure05 plot object 57">
            <a:extLst>
              <a:ext uri="{FF2B5EF4-FFF2-40B4-BE49-F238E27FC236}">
                <ns2:creationId id="{B406B32A-0D6D-4863-9651-3064CD44758B}"/>
              </a:ext>
            </a:extLst>
          </p:cNvPr>
          <p:cNvSpPr>
            <a:spLocks noGrp="1"/>
          </p:cNvSpPr>
          <p:nvPr/>
        </p:nvSpPr>
        <p:spPr>
          <a:xfrm>
            <a:off x="7385723" y="2560272"/>
            <a:ext cx="13" cy="13"/>
          </a:xfrm>
          <a:custGeom>
            <a:pathLst>
              <a:path w="13" h="13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277F8A"/>
            </a:solidFill>
            <a:prstDash val="solid"/>
          </a:ln>
        </p:spPr>
      </p:sp>
      <p:sp>
        <p:nvSpPr>
          <p:cNvPr id="59" name="figure05 plot object 58">
            <a:extLst>
              <a:ext uri="{FF2B5EF4-FFF2-40B4-BE49-F238E27FC236}">
                <ns2:creationId id="{C0940508-1C85-4DF1-9946-0447E8EC1D9E}"/>
              </a:ext>
            </a:extLst>
          </p:cNvPr>
          <p:cNvSpPr>
            <a:spLocks noGrp="1"/>
          </p:cNvSpPr>
          <p:nvPr/>
        </p:nvSpPr>
        <p:spPr>
          <a:xfrm>
            <a:off x="7385723" y="2218399"/>
            <a:ext cx="13" cy="53259"/>
          </a:xfrm>
          <a:custGeom>
            <a:pathLst>
              <a:path w="13" h="53259">
                <a:moveTo>
                  <a:pt x="0" y="53259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277F8A"/>
            </a:solidFill>
            <a:prstDash val="solid"/>
          </a:ln>
        </p:spPr>
      </p:sp>
      <p:sp>
        <p:nvSpPr>
          <p:cNvPr id="60" name="figure05 plot object 59">
            <a:extLst>
              <a:ext uri="{FF2B5EF4-FFF2-40B4-BE49-F238E27FC236}">
                <ns2:creationId id="{3F5284B4-56C8-4911-8076-E073B2F07A68}"/>
              </a:ext>
            </a:extLst>
          </p:cNvPr>
          <p:cNvSpPr>
            <a:spLocks noGrp="1"/>
          </p:cNvSpPr>
          <p:nvPr/>
        </p:nvSpPr>
        <p:spPr>
          <a:xfrm>
            <a:off x="7290583" y="2560272"/>
            <a:ext cx="190280" cy="13"/>
          </a:xfrm>
          <a:custGeom>
            <a:pathLst>
              <a:path w="190280" h="13">
                <a:moveTo>
                  <a:pt x="0" y="0"/>
                </a:moveTo>
                <a:lnTo>
                  <a:pt x="190280" y="0"/>
                </a:lnTo>
              </a:path>
            </a:pathLst>
          </a:custGeom>
          <a:noFill/>
          <a:ln w="12700">
            <a:solidFill>
              <a:srgbClr val="277F8A"/>
            </a:solidFill>
            <a:prstDash val="solid"/>
          </a:ln>
        </p:spPr>
      </p:sp>
      <p:sp>
        <p:nvSpPr>
          <p:cNvPr id="61" name="figure05 plot object 60">
            <a:extLst>
              <a:ext uri="{FF2B5EF4-FFF2-40B4-BE49-F238E27FC236}">
                <ns2:creationId id="{9D2DFF03-603B-491E-BB4B-EE3D55FE553F}"/>
              </a:ext>
            </a:extLst>
          </p:cNvPr>
          <p:cNvSpPr>
            <a:spLocks noGrp="1"/>
          </p:cNvSpPr>
          <p:nvPr/>
        </p:nvSpPr>
        <p:spPr>
          <a:xfrm>
            <a:off x="7290583" y="2218399"/>
            <a:ext cx="190280" cy="13"/>
          </a:xfrm>
          <a:custGeom>
            <a:pathLst>
              <a:path w="190280" h="13">
                <a:moveTo>
                  <a:pt x="0" y="0"/>
                </a:moveTo>
                <a:lnTo>
                  <a:pt x="190280" y="0"/>
                </a:lnTo>
              </a:path>
            </a:pathLst>
          </a:custGeom>
          <a:noFill/>
          <a:ln w="12700">
            <a:solidFill>
              <a:srgbClr val="277F8A"/>
            </a:solidFill>
            <a:prstDash val="solid"/>
          </a:ln>
        </p:spPr>
      </p:sp>
      <p:sp>
        <p:nvSpPr>
          <p:cNvPr id="62" name="figure05 plot object 61">
            <a:extLst>
              <a:ext uri="{FF2B5EF4-FFF2-40B4-BE49-F238E27FC236}">
                <ns2:creationId id="{44BD647D-4728-4E16-964A-70848FBC238C}"/>
              </a:ext>
            </a:extLst>
          </p:cNvPr>
          <p:cNvSpPr>
            <a:spLocks noGrp="1"/>
          </p:cNvSpPr>
          <p:nvPr/>
        </p:nvSpPr>
        <p:spPr>
          <a:xfrm>
            <a:off x="7710318" y="2309447"/>
            <a:ext cx="380560" cy="250826"/>
          </a:xfrm>
          <a:custGeom>
            <a:pathLst>
              <a:path w="380560" h="250826">
                <a:moveTo>
                  <a:pt x="0" y="250826"/>
                </a:moveTo>
                <a:lnTo>
                  <a:pt x="380560" y="250826"/>
                </a:lnTo>
                <a:lnTo>
                  <a:pt x="380560" y="0"/>
                </a:lnTo>
                <a:lnTo>
                  <a:pt x="0" y="0"/>
                </a:lnTo>
                <a:lnTo>
                  <a:pt x="0" y="250826"/>
                </a:lnTo>
                <a:close/>
              </a:path>
            </a:pathLst>
          </a:custGeom>
          <a:solidFill>
            <a:srgbClr val="BC7850"/>
          </a:solidFill>
          <a:ln w="12700">
            <a:solidFill>
              <a:srgbClr val="BC7850"/>
            </a:solidFill>
            <a:prstDash val="solid"/>
          </a:ln>
        </p:spPr>
      </p:sp>
      <p:sp>
        <p:nvSpPr>
          <p:cNvPr id="63" name="figure05 plot object 62">
            <a:extLst>
              <a:ext uri="{FF2B5EF4-FFF2-40B4-BE49-F238E27FC236}">
                <ns2:creationId id="{D85638E7-5A4D-4C11-9AB6-AC1505EF8FA8}"/>
              </a:ext>
            </a:extLst>
          </p:cNvPr>
          <p:cNvSpPr>
            <a:spLocks noGrp="1"/>
          </p:cNvSpPr>
          <p:nvPr/>
        </p:nvSpPr>
        <p:spPr>
          <a:xfrm>
            <a:off x="7900598" y="2560272"/>
            <a:ext cx="13" cy="13"/>
          </a:xfrm>
          <a:custGeom>
            <a:pathLst>
              <a:path w="13" h="13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BC7850"/>
            </a:solidFill>
            <a:prstDash val="solid"/>
          </a:ln>
        </p:spPr>
      </p:sp>
      <p:sp>
        <p:nvSpPr>
          <p:cNvPr id="64" name="figure05 plot object 63">
            <a:extLst>
              <a:ext uri="{FF2B5EF4-FFF2-40B4-BE49-F238E27FC236}">
                <ns2:creationId id="{E977F136-108C-4619-BCC7-C80FECDD1408}"/>
              </a:ext>
            </a:extLst>
          </p:cNvPr>
          <p:cNvSpPr>
            <a:spLocks noGrp="1"/>
          </p:cNvSpPr>
          <p:nvPr/>
        </p:nvSpPr>
        <p:spPr>
          <a:xfrm>
            <a:off x="7900598" y="2309447"/>
            <a:ext cx="13" cy="13"/>
          </a:xfrm>
          <a:custGeom>
            <a:pathLst>
              <a:path w="13" h="13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BC7850"/>
            </a:solidFill>
            <a:prstDash val="solid"/>
          </a:ln>
        </p:spPr>
      </p:sp>
      <p:sp>
        <p:nvSpPr>
          <p:cNvPr id="65" name="figure05 plot object 64">
            <a:extLst>
              <a:ext uri="{FF2B5EF4-FFF2-40B4-BE49-F238E27FC236}">
                <ns2:creationId id="{C7E8C8F2-53C4-43C8-93B0-717403C8CAED}"/>
              </a:ext>
            </a:extLst>
          </p:cNvPr>
          <p:cNvSpPr>
            <a:spLocks noGrp="1"/>
          </p:cNvSpPr>
          <p:nvPr/>
        </p:nvSpPr>
        <p:spPr>
          <a:xfrm>
            <a:off x="7805458" y="2560272"/>
            <a:ext cx="190280" cy="13"/>
          </a:xfrm>
          <a:custGeom>
            <a:pathLst>
              <a:path w="190280" h="13">
                <a:moveTo>
                  <a:pt x="0" y="0"/>
                </a:moveTo>
                <a:lnTo>
                  <a:pt x="190280" y="0"/>
                </a:lnTo>
              </a:path>
            </a:pathLst>
          </a:custGeom>
          <a:noFill/>
          <a:ln w="12700">
            <a:solidFill>
              <a:srgbClr val="BC7850"/>
            </a:solidFill>
            <a:prstDash val="solid"/>
          </a:ln>
        </p:spPr>
      </p:sp>
      <p:sp>
        <p:nvSpPr>
          <p:cNvPr id="66" name="figure05 plot object 65">
            <a:extLst>
              <a:ext uri="{FF2B5EF4-FFF2-40B4-BE49-F238E27FC236}">
                <ns2:creationId id="{AB522AD2-D50D-47F7-9F51-35384533D3C9}"/>
              </a:ext>
            </a:extLst>
          </p:cNvPr>
          <p:cNvSpPr>
            <a:spLocks noGrp="1"/>
          </p:cNvSpPr>
          <p:nvPr/>
        </p:nvSpPr>
        <p:spPr>
          <a:xfrm>
            <a:off x="7805458" y="2309447"/>
            <a:ext cx="190280" cy="13"/>
          </a:xfrm>
          <a:custGeom>
            <a:pathLst>
              <a:path w="190280" h="13">
                <a:moveTo>
                  <a:pt x="0" y="0"/>
                </a:moveTo>
                <a:lnTo>
                  <a:pt x="190280" y="0"/>
                </a:lnTo>
              </a:path>
            </a:pathLst>
          </a:custGeom>
          <a:noFill/>
          <a:ln w="12700">
            <a:solidFill>
              <a:srgbClr val="BC7850"/>
            </a:solidFill>
            <a:prstDash val="solid"/>
          </a:ln>
        </p:spPr>
      </p:sp>
      <p:sp>
        <p:nvSpPr>
          <p:cNvPr id="67" name="figure05 plot object 66">
            <a:extLst>
              <a:ext uri="{FF2B5EF4-FFF2-40B4-BE49-F238E27FC236}">
                <ns2:creationId id="{3338B9F8-4ADA-48EB-A84A-D6FF51C7693F}"/>
              </a:ext>
            </a:extLst>
          </p:cNvPr>
          <p:cNvSpPr>
            <a:spLocks noGrp="1"/>
          </p:cNvSpPr>
          <p:nvPr/>
        </p:nvSpPr>
        <p:spPr>
          <a:xfrm>
            <a:off x="8919156" y="2400494"/>
            <a:ext cx="380560" cy="29311"/>
          </a:xfrm>
          <a:custGeom>
            <a:pathLst>
              <a:path w="380560" h="29311">
                <a:moveTo>
                  <a:pt x="0" y="29311"/>
                </a:moveTo>
                <a:lnTo>
                  <a:pt x="380560" y="29311"/>
                </a:lnTo>
                <a:lnTo>
                  <a:pt x="380560" y="0"/>
                </a:lnTo>
                <a:lnTo>
                  <a:pt x="0" y="0"/>
                </a:lnTo>
                <a:lnTo>
                  <a:pt x="0" y="29311"/>
                </a:lnTo>
                <a:close/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68" name="figure05 plot object 67">
            <a:extLst>
              <a:ext uri="{FF2B5EF4-FFF2-40B4-BE49-F238E27FC236}">
                <ns2:creationId id="{70868B5C-E9FB-457F-BBA0-1A20A1CE797C}"/>
              </a:ext>
            </a:extLst>
          </p:cNvPr>
          <p:cNvSpPr>
            <a:spLocks noGrp="1"/>
          </p:cNvSpPr>
          <p:nvPr/>
        </p:nvSpPr>
        <p:spPr>
          <a:xfrm>
            <a:off x="9109436" y="2429805"/>
            <a:ext cx="13" cy="15471"/>
          </a:xfrm>
          <a:custGeom>
            <a:pathLst>
              <a:path w="13" h="15471">
                <a:moveTo>
                  <a:pt x="0" y="0"/>
                </a:moveTo>
                <a:lnTo>
                  <a:pt x="0" y="15471"/>
                </a:lnTo>
              </a:path>
            </a:pathLst>
          </a:custGeom>
          <a:noFill/>
          <a:ln w="12700">
            <a:solidFill>
              <a:srgbClr val="637482"/>
            </a:solidFill>
            <a:prstDash val="solid"/>
          </a:ln>
        </p:spPr>
      </p:sp>
      <p:sp>
        <p:nvSpPr>
          <p:cNvPr id="69" name="figure05 plot object 68">
            <a:extLst>
              <a:ext uri="{FF2B5EF4-FFF2-40B4-BE49-F238E27FC236}">
                <ns2:creationId id="{F822B8F2-7A24-4EE6-9603-A5173191FEE2}"/>
              </a:ext>
            </a:extLst>
          </p:cNvPr>
          <p:cNvSpPr>
            <a:spLocks noGrp="1"/>
          </p:cNvSpPr>
          <p:nvPr/>
        </p:nvSpPr>
        <p:spPr>
          <a:xfrm>
            <a:off x="9109436" y="2338757"/>
            <a:ext cx="13" cy="61737"/>
          </a:xfrm>
          <a:custGeom>
            <a:pathLst>
              <a:path w="13" h="61737">
                <a:moveTo>
                  <a:pt x="0" y="61737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637482"/>
            </a:solidFill>
            <a:prstDash val="solid"/>
          </a:ln>
        </p:spPr>
      </p:sp>
      <p:sp>
        <p:nvSpPr>
          <p:cNvPr id="70" name="figure05 plot object 69">
            <a:extLst>
              <a:ext uri="{FF2B5EF4-FFF2-40B4-BE49-F238E27FC236}">
                <ns2:creationId id="{E5EA78F5-B730-47E1-8604-2E56D6053239}"/>
              </a:ext>
            </a:extLst>
          </p:cNvPr>
          <p:cNvSpPr>
            <a:spLocks noGrp="1"/>
          </p:cNvSpPr>
          <p:nvPr/>
        </p:nvSpPr>
        <p:spPr>
          <a:xfrm>
            <a:off x="9014296" y="2445276"/>
            <a:ext cx="190280" cy="13"/>
          </a:xfrm>
          <a:custGeom>
            <a:pathLst>
              <a:path w="190280" h="13">
                <a:moveTo>
                  <a:pt x="0" y="0"/>
                </a:moveTo>
                <a:lnTo>
                  <a:pt x="190280" y="0"/>
                </a:lnTo>
              </a:path>
            </a:pathLst>
          </a:custGeom>
          <a:noFill/>
          <a:ln w="12700">
            <a:solidFill>
              <a:srgbClr val="637482"/>
            </a:solidFill>
            <a:prstDash val="solid"/>
          </a:ln>
        </p:spPr>
      </p:sp>
      <p:sp>
        <p:nvSpPr>
          <p:cNvPr id="71" name="figure05 plot object 70">
            <a:extLst>
              <a:ext uri="{FF2B5EF4-FFF2-40B4-BE49-F238E27FC236}">
                <ns2:creationId id="{B34A5E8E-AF09-4F62-9299-1F6434B5D8A5}"/>
              </a:ext>
            </a:extLst>
          </p:cNvPr>
          <p:cNvSpPr>
            <a:spLocks noGrp="1"/>
          </p:cNvSpPr>
          <p:nvPr/>
        </p:nvSpPr>
        <p:spPr>
          <a:xfrm>
            <a:off x="9014296" y="2338757"/>
            <a:ext cx="190280" cy="13"/>
          </a:xfrm>
          <a:custGeom>
            <a:pathLst>
              <a:path w="190280" h="13">
                <a:moveTo>
                  <a:pt x="0" y="0"/>
                </a:moveTo>
                <a:lnTo>
                  <a:pt x="190280" y="0"/>
                </a:lnTo>
              </a:path>
            </a:pathLst>
          </a:custGeom>
          <a:noFill/>
          <a:ln w="12700">
            <a:solidFill>
              <a:srgbClr val="637482"/>
            </a:solidFill>
            <a:prstDash val="solid"/>
          </a:ln>
        </p:spPr>
      </p:sp>
      <p:sp>
        <p:nvSpPr>
          <p:cNvPr id="72" name="figure05 plot object 71">
            <a:extLst>
              <a:ext uri="{FF2B5EF4-FFF2-40B4-BE49-F238E27FC236}">
                <ns2:creationId id="{C46E7673-9E91-44E8-B549-3DB6B57F70F9}"/>
              </a:ext>
            </a:extLst>
          </p:cNvPr>
          <p:cNvSpPr>
            <a:spLocks noGrp="1"/>
          </p:cNvSpPr>
          <p:nvPr/>
        </p:nvSpPr>
        <p:spPr>
          <a:xfrm>
            <a:off x="9434031" y="2560272"/>
            <a:ext cx="380560" cy="13"/>
          </a:xfrm>
          <a:custGeom>
            <a:pathLst>
              <a:path w="380560" h="13">
                <a:moveTo>
                  <a:pt x="0" y="0"/>
                </a:moveTo>
                <a:lnTo>
                  <a:pt x="380560" y="0"/>
                </a:lnTo>
                <a:lnTo>
                  <a:pt x="38056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2700">
            <a:solidFill>
              <a:srgbClr val="277F8A"/>
            </a:solidFill>
            <a:prstDash val="solid"/>
          </a:ln>
        </p:spPr>
      </p:sp>
      <p:sp>
        <p:nvSpPr>
          <p:cNvPr id="73" name="figure05 plot object 72">
            <a:extLst>
              <a:ext uri="{FF2B5EF4-FFF2-40B4-BE49-F238E27FC236}">
                <ns2:creationId id="{8768465A-AD70-45E7-8782-A3AD9097F327}"/>
              </a:ext>
            </a:extLst>
          </p:cNvPr>
          <p:cNvSpPr>
            <a:spLocks noGrp="1"/>
          </p:cNvSpPr>
          <p:nvPr/>
        </p:nvSpPr>
        <p:spPr>
          <a:xfrm>
            <a:off x="9624311" y="2560272"/>
            <a:ext cx="13" cy="13"/>
          </a:xfrm>
          <a:custGeom>
            <a:pathLst>
              <a:path w="13" h="13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277F8A"/>
            </a:solidFill>
            <a:prstDash val="solid"/>
          </a:ln>
        </p:spPr>
      </p:sp>
      <p:sp>
        <p:nvSpPr>
          <p:cNvPr id="74" name="figure05 plot object 73">
            <a:extLst>
              <a:ext uri="{FF2B5EF4-FFF2-40B4-BE49-F238E27FC236}">
                <ns2:creationId id="{870AFBDB-73F8-41CA-9340-DCC1812B31EA}"/>
              </a:ext>
            </a:extLst>
          </p:cNvPr>
          <p:cNvSpPr>
            <a:spLocks noGrp="1"/>
          </p:cNvSpPr>
          <p:nvPr/>
        </p:nvSpPr>
        <p:spPr>
          <a:xfrm>
            <a:off x="9624311" y="2483064"/>
            <a:ext cx="13" cy="77208"/>
          </a:xfrm>
          <a:custGeom>
            <a:pathLst>
              <a:path w="13" h="77208">
                <a:moveTo>
                  <a:pt x="0" y="77208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277F8A"/>
            </a:solidFill>
            <a:prstDash val="solid"/>
          </a:ln>
        </p:spPr>
      </p:sp>
      <p:sp>
        <p:nvSpPr>
          <p:cNvPr id="75" name="figure05 plot object 74">
            <a:extLst>
              <a:ext uri="{FF2B5EF4-FFF2-40B4-BE49-F238E27FC236}">
                <ns2:creationId id="{086A3081-BA88-4035-80A9-2F92DC1B7CB6}"/>
              </a:ext>
            </a:extLst>
          </p:cNvPr>
          <p:cNvSpPr>
            <a:spLocks noGrp="1"/>
          </p:cNvSpPr>
          <p:nvPr/>
        </p:nvSpPr>
        <p:spPr>
          <a:xfrm>
            <a:off x="9529171" y="2560272"/>
            <a:ext cx="190280" cy="13"/>
          </a:xfrm>
          <a:custGeom>
            <a:pathLst>
              <a:path w="190280" h="13">
                <a:moveTo>
                  <a:pt x="0" y="0"/>
                </a:moveTo>
                <a:lnTo>
                  <a:pt x="190280" y="0"/>
                </a:lnTo>
              </a:path>
            </a:pathLst>
          </a:custGeom>
          <a:noFill/>
          <a:ln w="12700">
            <a:solidFill>
              <a:srgbClr val="277F8A"/>
            </a:solidFill>
            <a:prstDash val="solid"/>
          </a:ln>
        </p:spPr>
      </p:sp>
      <p:sp>
        <p:nvSpPr>
          <p:cNvPr id="76" name="figure05 plot object 75">
            <a:extLst>
              <a:ext uri="{FF2B5EF4-FFF2-40B4-BE49-F238E27FC236}">
                <ns2:creationId id="{CF3520CC-8AE5-4047-A9B5-8B71B8F73812}"/>
              </a:ext>
            </a:extLst>
          </p:cNvPr>
          <p:cNvSpPr>
            <a:spLocks noGrp="1"/>
          </p:cNvSpPr>
          <p:nvPr/>
        </p:nvSpPr>
        <p:spPr>
          <a:xfrm>
            <a:off x="9529171" y="2483064"/>
            <a:ext cx="190280" cy="13"/>
          </a:xfrm>
          <a:custGeom>
            <a:pathLst>
              <a:path w="190280" h="13">
                <a:moveTo>
                  <a:pt x="0" y="0"/>
                </a:moveTo>
                <a:lnTo>
                  <a:pt x="190280" y="0"/>
                </a:lnTo>
              </a:path>
            </a:pathLst>
          </a:custGeom>
          <a:noFill/>
          <a:ln w="12700">
            <a:solidFill>
              <a:srgbClr val="277F8A"/>
            </a:solidFill>
            <a:prstDash val="solid"/>
          </a:ln>
        </p:spPr>
      </p:sp>
      <p:sp>
        <p:nvSpPr>
          <p:cNvPr id="77" name="figure05 plot object 76">
            <a:extLst>
              <a:ext uri="{FF2B5EF4-FFF2-40B4-BE49-F238E27FC236}">
                <ns2:creationId id="{A31561C4-A6CA-4492-8424-84ABD553AF2A}"/>
              </a:ext>
            </a:extLst>
          </p:cNvPr>
          <p:cNvSpPr>
            <a:spLocks noGrp="1"/>
          </p:cNvSpPr>
          <p:nvPr/>
        </p:nvSpPr>
        <p:spPr>
          <a:xfrm>
            <a:off x="9948907" y="2560272"/>
            <a:ext cx="380560" cy="13"/>
          </a:xfrm>
          <a:custGeom>
            <a:pathLst>
              <a:path w="380560" h="13">
                <a:moveTo>
                  <a:pt x="0" y="0"/>
                </a:moveTo>
                <a:lnTo>
                  <a:pt x="380560" y="0"/>
                </a:lnTo>
                <a:lnTo>
                  <a:pt x="38056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2700">
            <a:solidFill>
              <a:srgbClr val="BC7850"/>
            </a:solidFill>
            <a:prstDash val="solid"/>
          </a:ln>
        </p:spPr>
      </p:sp>
      <p:sp>
        <p:nvSpPr>
          <p:cNvPr id="78" name="figure05 plot object 77">
            <a:extLst>
              <a:ext uri="{FF2B5EF4-FFF2-40B4-BE49-F238E27FC236}">
                <ns2:creationId id="{6E4E1550-DC03-4EE3-A917-A5E2ED5C8281}"/>
              </a:ext>
            </a:extLst>
          </p:cNvPr>
          <p:cNvSpPr>
            <a:spLocks noGrp="1"/>
          </p:cNvSpPr>
          <p:nvPr/>
        </p:nvSpPr>
        <p:spPr>
          <a:xfrm>
            <a:off x="10139187" y="2560272"/>
            <a:ext cx="13" cy="13"/>
          </a:xfrm>
          <a:custGeom>
            <a:pathLst>
              <a:path w="13" h="13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BC7850"/>
            </a:solidFill>
            <a:prstDash val="solid"/>
          </a:ln>
        </p:spPr>
      </p:sp>
      <p:sp>
        <p:nvSpPr>
          <p:cNvPr id="79" name="figure05 plot object 78">
            <a:extLst>
              <a:ext uri="{FF2B5EF4-FFF2-40B4-BE49-F238E27FC236}">
                <ns2:creationId id="{5F3468F1-8130-403E-9574-FAA8BFA81BEA}"/>
              </a:ext>
            </a:extLst>
          </p:cNvPr>
          <p:cNvSpPr>
            <a:spLocks noGrp="1"/>
          </p:cNvSpPr>
          <p:nvPr/>
        </p:nvSpPr>
        <p:spPr>
          <a:xfrm>
            <a:off x="10139187" y="2560272"/>
            <a:ext cx="13" cy="13"/>
          </a:xfrm>
          <a:custGeom>
            <a:pathLst>
              <a:path w="13" h="13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BC7850"/>
            </a:solidFill>
            <a:prstDash val="solid"/>
          </a:ln>
        </p:spPr>
      </p:sp>
      <p:sp>
        <p:nvSpPr>
          <p:cNvPr id="80" name="figure05 plot object 79">
            <a:extLst>
              <a:ext uri="{FF2B5EF4-FFF2-40B4-BE49-F238E27FC236}">
                <ns2:creationId id="{656E4F8C-80F6-4AC9-8B2D-FD11AC47DD9A}"/>
              </a:ext>
            </a:extLst>
          </p:cNvPr>
          <p:cNvSpPr>
            <a:spLocks noGrp="1"/>
          </p:cNvSpPr>
          <p:nvPr/>
        </p:nvSpPr>
        <p:spPr>
          <a:xfrm>
            <a:off x="10044047" y="2560272"/>
            <a:ext cx="190280" cy="13"/>
          </a:xfrm>
          <a:custGeom>
            <a:pathLst>
              <a:path w="190280" h="13">
                <a:moveTo>
                  <a:pt x="0" y="0"/>
                </a:moveTo>
                <a:lnTo>
                  <a:pt x="190280" y="0"/>
                </a:lnTo>
              </a:path>
            </a:pathLst>
          </a:custGeom>
          <a:noFill/>
          <a:ln w="12700">
            <a:solidFill>
              <a:srgbClr val="BC7850"/>
            </a:solidFill>
            <a:prstDash val="solid"/>
          </a:ln>
        </p:spPr>
      </p:sp>
      <p:sp>
        <p:nvSpPr>
          <p:cNvPr id="81" name="figure05 plot object 80">
            <a:extLst>
              <a:ext uri="{FF2B5EF4-FFF2-40B4-BE49-F238E27FC236}">
                <ns2:creationId id="{886AB34A-ED73-46D5-ACCF-B57160E6B712}"/>
              </a:ext>
            </a:extLst>
          </p:cNvPr>
          <p:cNvSpPr>
            <a:spLocks noGrp="1"/>
          </p:cNvSpPr>
          <p:nvPr/>
        </p:nvSpPr>
        <p:spPr>
          <a:xfrm>
            <a:off x="10044047" y="2560272"/>
            <a:ext cx="190280" cy="13"/>
          </a:xfrm>
          <a:custGeom>
            <a:pathLst>
              <a:path w="190280" h="13">
                <a:moveTo>
                  <a:pt x="0" y="0"/>
                </a:moveTo>
                <a:lnTo>
                  <a:pt x="190280" y="0"/>
                </a:lnTo>
              </a:path>
            </a:pathLst>
          </a:custGeom>
          <a:noFill/>
          <a:ln w="12700">
            <a:solidFill>
              <a:srgbClr val="BC7850"/>
            </a:solidFill>
            <a:prstDash val="solid"/>
          </a:ln>
        </p:spPr>
      </p:sp>
      <p:sp>
        <p:nvSpPr>
          <p:cNvPr id="82" name="figure05 plot object 81">
            <a:extLst>
              <a:ext uri="{FF2B5EF4-FFF2-40B4-BE49-F238E27FC236}">
                <ns2:creationId id="{67AF3DE1-2F0A-4E00-91BA-1F7288FDF4C0}"/>
              </a:ext>
            </a:extLst>
          </p:cNvPr>
          <p:cNvSpPr>
            <a:spLocks noGrp="1"/>
          </p:cNvSpPr>
          <p:nvPr/>
        </p:nvSpPr>
        <p:spPr>
          <a:xfrm>
            <a:off x="11157744" y="2943664"/>
            <a:ext cx="380560" cy="13"/>
          </a:xfrm>
          <a:custGeom>
            <a:pathLst>
              <a:path w="380560" h="13">
                <a:moveTo>
                  <a:pt x="0" y="0"/>
                </a:moveTo>
                <a:lnTo>
                  <a:pt x="380560" y="0"/>
                </a:lnTo>
                <a:lnTo>
                  <a:pt x="38056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83" name="figure05 plot object 82">
            <a:extLst>
              <a:ext uri="{FF2B5EF4-FFF2-40B4-BE49-F238E27FC236}">
                <ns2:creationId id="{BD2B90EC-BF0E-41D8-8E7E-6CEFBF6A1574}"/>
              </a:ext>
            </a:extLst>
          </p:cNvPr>
          <p:cNvSpPr>
            <a:spLocks noGrp="1"/>
          </p:cNvSpPr>
          <p:nvPr/>
        </p:nvSpPr>
        <p:spPr>
          <a:xfrm>
            <a:off x="11348024" y="2943664"/>
            <a:ext cx="13" cy="13"/>
          </a:xfrm>
          <a:custGeom>
            <a:pathLst>
              <a:path w="13" h="13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637482"/>
            </a:solidFill>
            <a:prstDash val="solid"/>
          </a:ln>
        </p:spPr>
      </p:sp>
      <p:sp>
        <p:nvSpPr>
          <p:cNvPr id="84" name="figure05 plot object 83">
            <a:extLst>
              <a:ext uri="{FF2B5EF4-FFF2-40B4-BE49-F238E27FC236}">
                <ns2:creationId id="{B890E1B6-3C78-4548-8F75-7BB949B7FCE2}"/>
              </a:ext>
            </a:extLst>
          </p:cNvPr>
          <p:cNvSpPr>
            <a:spLocks noGrp="1"/>
          </p:cNvSpPr>
          <p:nvPr/>
        </p:nvSpPr>
        <p:spPr>
          <a:xfrm>
            <a:off x="11348024" y="2852616"/>
            <a:ext cx="13" cy="91047"/>
          </a:xfrm>
          <a:custGeom>
            <a:pathLst>
              <a:path w="13" h="91047">
                <a:moveTo>
                  <a:pt x="0" y="91047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637482"/>
            </a:solidFill>
            <a:prstDash val="solid"/>
          </a:ln>
        </p:spPr>
      </p:sp>
      <p:sp>
        <p:nvSpPr>
          <p:cNvPr id="85" name="figure05 plot object 84">
            <a:extLst>
              <a:ext uri="{FF2B5EF4-FFF2-40B4-BE49-F238E27FC236}">
                <ns2:creationId id="{7149209E-5FEC-4C9F-B0A3-37884EE636DB}"/>
              </a:ext>
            </a:extLst>
          </p:cNvPr>
          <p:cNvSpPr>
            <a:spLocks noGrp="1"/>
          </p:cNvSpPr>
          <p:nvPr/>
        </p:nvSpPr>
        <p:spPr>
          <a:xfrm>
            <a:off x="11252884" y="2943664"/>
            <a:ext cx="190280" cy="13"/>
          </a:xfrm>
          <a:custGeom>
            <a:pathLst>
              <a:path w="190280" h="13">
                <a:moveTo>
                  <a:pt x="0" y="0"/>
                </a:moveTo>
                <a:lnTo>
                  <a:pt x="190280" y="0"/>
                </a:lnTo>
              </a:path>
            </a:pathLst>
          </a:custGeom>
          <a:noFill/>
          <a:ln w="12700">
            <a:solidFill>
              <a:srgbClr val="637482"/>
            </a:solidFill>
            <a:prstDash val="solid"/>
          </a:ln>
        </p:spPr>
      </p:sp>
      <p:sp>
        <p:nvSpPr>
          <p:cNvPr id="86" name="figure05 plot object 85">
            <a:extLst>
              <a:ext uri="{FF2B5EF4-FFF2-40B4-BE49-F238E27FC236}">
                <ns2:creationId id="{641428F8-1C4C-407C-BD12-5366D7DB3201}"/>
              </a:ext>
            </a:extLst>
          </p:cNvPr>
          <p:cNvSpPr>
            <a:spLocks noGrp="1"/>
          </p:cNvSpPr>
          <p:nvPr/>
        </p:nvSpPr>
        <p:spPr>
          <a:xfrm>
            <a:off x="11252884" y="2852616"/>
            <a:ext cx="190280" cy="13"/>
          </a:xfrm>
          <a:custGeom>
            <a:pathLst>
              <a:path w="190280" h="13">
                <a:moveTo>
                  <a:pt x="0" y="0"/>
                </a:moveTo>
                <a:lnTo>
                  <a:pt x="190280" y="0"/>
                </a:lnTo>
              </a:path>
            </a:pathLst>
          </a:custGeom>
          <a:noFill/>
          <a:ln w="12700">
            <a:solidFill>
              <a:srgbClr val="637482"/>
            </a:solidFill>
            <a:prstDash val="solid"/>
          </a:ln>
        </p:spPr>
      </p:sp>
      <p:sp>
        <p:nvSpPr>
          <p:cNvPr id="87" name="figure05 plot object 86">
            <a:extLst>
              <a:ext uri="{FF2B5EF4-FFF2-40B4-BE49-F238E27FC236}">
                <ns2:creationId id="{07759AC1-0973-4D40-9110-DDB3D13844A8}"/>
              </a:ext>
            </a:extLst>
          </p:cNvPr>
          <p:cNvSpPr>
            <a:spLocks noGrp="1"/>
          </p:cNvSpPr>
          <p:nvPr/>
        </p:nvSpPr>
        <p:spPr>
          <a:xfrm>
            <a:off x="11672620" y="2862725"/>
            <a:ext cx="380560" cy="292344"/>
          </a:xfrm>
          <a:custGeom>
            <a:pathLst>
              <a:path w="380560" h="292344">
                <a:moveTo>
                  <a:pt x="0" y="292344"/>
                </a:moveTo>
                <a:lnTo>
                  <a:pt x="380560" y="292344"/>
                </a:lnTo>
                <a:lnTo>
                  <a:pt x="380560" y="0"/>
                </a:lnTo>
                <a:lnTo>
                  <a:pt x="0" y="0"/>
                </a:lnTo>
                <a:lnTo>
                  <a:pt x="0" y="292344"/>
                </a:lnTo>
                <a:close/>
              </a:path>
            </a:pathLst>
          </a:custGeom>
          <a:solidFill>
            <a:srgbClr val="277F8A"/>
          </a:solidFill>
          <a:ln w="12700">
            <a:solidFill>
              <a:srgbClr val="277F8A"/>
            </a:solidFill>
            <a:prstDash val="solid"/>
          </a:ln>
        </p:spPr>
      </p:sp>
      <p:sp>
        <p:nvSpPr>
          <p:cNvPr id="88" name="figure05 plot object 87">
            <a:extLst>
              <a:ext uri="{FF2B5EF4-FFF2-40B4-BE49-F238E27FC236}">
                <ns2:creationId id="{8B2768F0-36AE-49CD-9F66-615B8F75CDC2}"/>
              </a:ext>
            </a:extLst>
          </p:cNvPr>
          <p:cNvSpPr>
            <a:spLocks noGrp="1"/>
          </p:cNvSpPr>
          <p:nvPr/>
        </p:nvSpPr>
        <p:spPr>
          <a:xfrm>
            <a:off x="11862900" y="3155069"/>
            <a:ext cx="13" cy="10109"/>
          </a:xfrm>
          <a:custGeom>
            <a:pathLst>
              <a:path w="13" h="10109">
                <a:moveTo>
                  <a:pt x="0" y="0"/>
                </a:moveTo>
                <a:lnTo>
                  <a:pt x="0" y="10109"/>
                </a:lnTo>
              </a:path>
            </a:pathLst>
          </a:custGeom>
          <a:noFill/>
          <a:ln w="12700">
            <a:solidFill>
              <a:srgbClr val="277F8A"/>
            </a:solidFill>
            <a:prstDash val="solid"/>
          </a:ln>
        </p:spPr>
      </p:sp>
      <p:sp>
        <p:nvSpPr>
          <p:cNvPr id="89" name="figure05 plot object 88">
            <a:extLst>
              <a:ext uri="{FF2B5EF4-FFF2-40B4-BE49-F238E27FC236}">
                <ns2:creationId id="{7A0DEC7C-16EC-4D33-B022-AF707F62B23C}"/>
              </a:ext>
            </a:extLst>
          </p:cNvPr>
          <p:cNvSpPr>
            <a:spLocks noGrp="1"/>
          </p:cNvSpPr>
          <p:nvPr/>
        </p:nvSpPr>
        <p:spPr>
          <a:xfrm>
            <a:off x="11862900" y="2862725"/>
            <a:ext cx="13" cy="13"/>
          </a:xfrm>
          <a:custGeom>
            <a:pathLst>
              <a:path w="13" h="13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277F8A"/>
            </a:solidFill>
            <a:prstDash val="solid"/>
          </a:ln>
        </p:spPr>
      </p:sp>
      <p:sp>
        <p:nvSpPr>
          <p:cNvPr id="90" name="figure05 plot object 89">
            <a:extLst>
              <a:ext uri="{FF2B5EF4-FFF2-40B4-BE49-F238E27FC236}">
                <ns2:creationId id="{1EE747DF-76EB-4E56-833A-D50B082D229B}"/>
              </a:ext>
            </a:extLst>
          </p:cNvPr>
          <p:cNvSpPr>
            <a:spLocks noGrp="1"/>
          </p:cNvSpPr>
          <p:nvPr/>
        </p:nvSpPr>
        <p:spPr>
          <a:xfrm>
            <a:off x="11767760" y="3165179"/>
            <a:ext cx="190280" cy="13"/>
          </a:xfrm>
          <a:custGeom>
            <a:pathLst>
              <a:path w="190280" h="13">
                <a:moveTo>
                  <a:pt x="0" y="0"/>
                </a:moveTo>
                <a:lnTo>
                  <a:pt x="190280" y="0"/>
                </a:lnTo>
              </a:path>
            </a:pathLst>
          </a:custGeom>
          <a:noFill/>
          <a:ln w="12700">
            <a:solidFill>
              <a:srgbClr val="277F8A"/>
            </a:solidFill>
            <a:prstDash val="solid"/>
          </a:ln>
        </p:spPr>
      </p:sp>
      <p:sp>
        <p:nvSpPr>
          <p:cNvPr id="91" name="figure05 plot object 90">
            <a:extLst>
              <a:ext uri="{FF2B5EF4-FFF2-40B4-BE49-F238E27FC236}">
                <ns2:creationId id="{AB1C94A5-33F6-4DC2-8488-133728CE6997}"/>
              </a:ext>
            </a:extLst>
          </p:cNvPr>
          <p:cNvSpPr>
            <a:spLocks noGrp="1"/>
          </p:cNvSpPr>
          <p:nvPr/>
        </p:nvSpPr>
        <p:spPr>
          <a:xfrm>
            <a:off x="11767760" y="2862725"/>
            <a:ext cx="190280" cy="13"/>
          </a:xfrm>
          <a:custGeom>
            <a:pathLst>
              <a:path w="190280" h="13">
                <a:moveTo>
                  <a:pt x="0" y="0"/>
                </a:moveTo>
                <a:lnTo>
                  <a:pt x="190280" y="0"/>
                </a:lnTo>
              </a:path>
            </a:pathLst>
          </a:custGeom>
          <a:noFill/>
          <a:ln w="12700">
            <a:solidFill>
              <a:srgbClr val="277F8A"/>
            </a:solidFill>
            <a:prstDash val="solid"/>
          </a:ln>
        </p:spPr>
      </p:sp>
      <p:sp>
        <p:nvSpPr>
          <p:cNvPr id="92" name="figure05 plot object 91">
            <a:extLst>
              <a:ext uri="{FF2B5EF4-FFF2-40B4-BE49-F238E27FC236}">
                <ns2:creationId id="{FFF1C933-2B64-46B8-8330-46BEBF1E9236}"/>
              </a:ext>
            </a:extLst>
          </p:cNvPr>
          <p:cNvSpPr>
            <a:spLocks noGrp="1"/>
          </p:cNvSpPr>
          <p:nvPr/>
        </p:nvSpPr>
        <p:spPr>
          <a:xfrm>
            <a:off x="12187495" y="3165179"/>
            <a:ext cx="380560" cy="13"/>
          </a:xfrm>
          <a:custGeom>
            <a:pathLst>
              <a:path w="380560" h="13">
                <a:moveTo>
                  <a:pt x="0" y="0"/>
                </a:moveTo>
                <a:lnTo>
                  <a:pt x="380560" y="0"/>
                </a:lnTo>
                <a:lnTo>
                  <a:pt x="38056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2700">
            <a:solidFill>
              <a:srgbClr val="BC7850"/>
            </a:solidFill>
            <a:prstDash val="solid"/>
          </a:ln>
        </p:spPr>
      </p:sp>
      <p:sp>
        <p:nvSpPr>
          <p:cNvPr id="93" name="figure05 plot object 92">
            <a:extLst>
              <a:ext uri="{FF2B5EF4-FFF2-40B4-BE49-F238E27FC236}">
                <ns2:creationId id="{E99CB1F3-1383-4768-AFDF-19A59DEFB74B}"/>
              </a:ext>
            </a:extLst>
          </p:cNvPr>
          <p:cNvSpPr>
            <a:spLocks noGrp="1"/>
          </p:cNvSpPr>
          <p:nvPr/>
        </p:nvSpPr>
        <p:spPr>
          <a:xfrm>
            <a:off x="12377775" y="3165179"/>
            <a:ext cx="13" cy="302453"/>
          </a:xfrm>
          <a:custGeom>
            <a:pathLst>
              <a:path w="13" h="302453">
                <a:moveTo>
                  <a:pt x="0" y="0"/>
                </a:moveTo>
                <a:lnTo>
                  <a:pt x="0" y="302453"/>
                </a:lnTo>
              </a:path>
            </a:pathLst>
          </a:custGeom>
          <a:noFill/>
          <a:ln w="12700">
            <a:solidFill>
              <a:srgbClr val="BC7850"/>
            </a:solidFill>
            <a:prstDash val="solid"/>
          </a:ln>
        </p:spPr>
      </p:sp>
      <p:sp>
        <p:nvSpPr>
          <p:cNvPr id="94" name="figure05 plot object 93">
            <a:extLst>
              <a:ext uri="{FF2B5EF4-FFF2-40B4-BE49-F238E27FC236}">
                <ns2:creationId id="{6FC5F477-4150-482B-BD0B-675AC211BF0C}"/>
              </a:ext>
            </a:extLst>
          </p:cNvPr>
          <p:cNvSpPr>
            <a:spLocks noGrp="1"/>
          </p:cNvSpPr>
          <p:nvPr/>
        </p:nvSpPr>
        <p:spPr>
          <a:xfrm>
            <a:off x="12377775" y="2862725"/>
            <a:ext cx="13" cy="302453"/>
          </a:xfrm>
          <a:custGeom>
            <a:pathLst>
              <a:path w="13" h="302453">
                <a:moveTo>
                  <a:pt x="0" y="302453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BC7850"/>
            </a:solidFill>
            <a:prstDash val="solid"/>
          </a:ln>
        </p:spPr>
      </p:sp>
      <p:sp>
        <p:nvSpPr>
          <p:cNvPr id="95" name="figure05 plot object 94">
            <a:extLst>
              <a:ext uri="{FF2B5EF4-FFF2-40B4-BE49-F238E27FC236}">
                <ns2:creationId id="{5CFA21D3-9794-4DFB-8895-6F900D8BD6BD}"/>
              </a:ext>
            </a:extLst>
          </p:cNvPr>
          <p:cNvSpPr>
            <a:spLocks noGrp="1"/>
          </p:cNvSpPr>
          <p:nvPr/>
        </p:nvSpPr>
        <p:spPr>
          <a:xfrm>
            <a:off x="12282635" y="3467632"/>
            <a:ext cx="190280" cy="13"/>
          </a:xfrm>
          <a:custGeom>
            <a:pathLst>
              <a:path w="190280" h="13">
                <a:moveTo>
                  <a:pt x="0" y="0"/>
                </a:moveTo>
                <a:lnTo>
                  <a:pt x="190280" y="0"/>
                </a:lnTo>
              </a:path>
            </a:pathLst>
          </a:custGeom>
          <a:noFill/>
          <a:ln w="12700">
            <a:solidFill>
              <a:srgbClr val="BC7850"/>
            </a:solidFill>
            <a:prstDash val="solid"/>
          </a:ln>
        </p:spPr>
      </p:sp>
      <p:sp>
        <p:nvSpPr>
          <p:cNvPr id="96" name="figure05 plot object 95">
            <a:extLst>
              <a:ext uri="{FF2B5EF4-FFF2-40B4-BE49-F238E27FC236}">
                <ns2:creationId id="{48060CF0-971F-414A-AA37-138BBBF79249}"/>
              </a:ext>
            </a:extLst>
          </p:cNvPr>
          <p:cNvSpPr>
            <a:spLocks noGrp="1"/>
          </p:cNvSpPr>
          <p:nvPr/>
        </p:nvSpPr>
        <p:spPr>
          <a:xfrm>
            <a:off x="12282635" y="2862725"/>
            <a:ext cx="190280" cy="13"/>
          </a:xfrm>
          <a:custGeom>
            <a:pathLst>
              <a:path w="190280" h="13">
                <a:moveTo>
                  <a:pt x="0" y="0"/>
                </a:moveTo>
                <a:lnTo>
                  <a:pt x="190280" y="0"/>
                </a:lnTo>
              </a:path>
            </a:pathLst>
          </a:custGeom>
          <a:noFill/>
          <a:ln w="12700">
            <a:solidFill>
              <a:srgbClr val="BC7850"/>
            </a:solidFill>
            <a:prstDash val="solid"/>
          </a:ln>
        </p:spPr>
      </p:sp>
      <p:sp>
        <p:nvSpPr>
          <p:cNvPr id="97" name="figure05 plot object 96">
            <a:extLst>
              <a:ext uri="{FF2B5EF4-FFF2-40B4-BE49-F238E27FC236}">
                <ns2:creationId id="{617C6BD9-D085-4069-9824-383F9D216889}"/>
              </a:ext>
            </a:extLst>
          </p:cNvPr>
          <p:cNvSpPr>
            <a:spLocks noGrp="1"/>
          </p:cNvSpPr>
          <p:nvPr/>
        </p:nvSpPr>
        <p:spPr>
          <a:xfrm>
            <a:off x="2203391" y="2491542"/>
            <a:ext cx="380560" cy="13"/>
          </a:xfrm>
          <a:custGeom>
            <a:pathLst>
              <a:path w="380560" h="13">
                <a:moveTo>
                  <a:pt x="0" y="0"/>
                </a:moveTo>
                <a:lnTo>
                  <a:pt x="380560" y="0"/>
                </a:lnTo>
              </a:path>
            </a:pathLst>
          </a:custGeom>
          <a:noFill/>
          <a:ln w="20320">
            <a:solidFill>
              <a:srgbClr val="111111"/>
            </a:solidFill>
            <a:prstDash val="solid"/>
          </a:ln>
        </p:spPr>
      </p:sp>
      <p:sp>
        <p:nvSpPr>
          <p:cNvPr id="98" name="figure05 plot object 97">
            <a:extLst>
              <a:ext uri="{FF2B5EF4-FFF2-40B4-BE49-F238E27FC236}">
                <ns2:creationId id="{8415A930-FB65-4D10-8FF6-B5D6C4EF4294}"/>
              </a:ext>
            </a:extLst>
          </p:cNvPr>
          <p:cNvSpPr>
            <a:spLocks noGrp="1"/>
          </p:cNvSpPr>
          <p:nvPr/>
        </p:nvSpPr>
        <p:spPr>
          <a:xfrm>
            <a:off x="2718266" y="2560272"/>
            <a:ext cx="380560" cy="13"/>
          </a:xfrm>
          <a:custGeom>
            <a:pathLst>
              <a:path w="380560" h="13">
                <a:moveTo>
                  <a:pt x="0" y="0"/>
                </a:moveTo>
                <a:lnTo>
                  <a:pt x="380560" y="0"/>
                </a:lnTo>
              </a:path>
            </a:pathLst>
          </a:custGeom>
          <a:noFill/>
          <a:ln w="20320">
            <a:solidFill>
              <a:srgbClr val="111111"/>
            </a:solidFill>
            <a:prstDash val="solid"/>
          </a:ln>
        </p:spPr>
      </p:sp>
      <p:sp>
        <p:nvSpPr>
          <p:cNvPr id="99" name="figure05 plot object 98">
            <a:extLst>
              <a:ext uri="{FF2B5EF4-FFF2-40B4-BE49-F238E27FC236}">
                <ns2:creationId id="{5A007FEE-F162-4A73-B75C-FF6A0C0143B6}"/>
              </a:ext>
            </a:extLst>
          </p:cNvPr>
          <p:cNvSpPr>
            <a:spLocks noGrp="1"/>
          </p:cNvSpPr>
          <p:nvPr/>
        </p:nvSpPr>
        <p:spPr>
          <a:xfrm>
            <a:off x="3233142" y="2651320"/>
            <a:ext cx="380560" cy="13"/>
          </a:xfrm>
          <a:custGeom>
            <a:pathLst>
              <a:path w="380560" h="13">
                <a:moveTo>
                  <a:pt x="0" y="0"/>
                </a:moveTo>
                <a:lnTo>
                  <a:pt x="380560" y="0"/>
                </a:lnTo>
              </a:path>
            </a:pathLst>
          </a:custGeom>
          <a:noFill/>
          <a:ln w="20320">
            <a:solidFill>
              <a:srgbClr val="111111"/>
            </a:solidFill>
            <a:prstDash val="solid"/>
          </a:ln>
        </p:spPr>
      </p:sp>
      <p:sp>
        <p:nvSpPr>
          <p:cNvPr id="100" name="figure05 plot object 99">
            <a:extLst>
              <a:ext uri="{FF2B5EF4-FFF2-40B4-BE49-F238E27FC236}">
                <ns2:creationId id="{4B3E8914-2185-4D11-AC5F-AADCAAAA3D1F}"/>
              </a:ext>
            </a:extLst>
          </p:cNvPr>
          <p:cNvSpPr>
            <a:spLocks noGrp="1"/>
          </p:cNvSpPr>
          <p:nvPr/>
        </p:nvSpPr>
        <p:spPr>
          <a:xfrm>
            <a:off x="4441979" y="2271658"/>
            <a:ext cx="380560" cy="13"/>
          </a:xfrm>
          <a:custGeom>
            <a:pathLst>
              <a:path w="380560" h="13">
                <a:moveTo>
                  <a:pt x="0" y="0"/>
                </a:moveTo>
                <a:lnTo>
                  <a:pt x="380560" y="0"/>
                </a:lnTo>
              </a:path>
            </a:pathLst>
          </a:custGeom>
          <a:noFill/>
          <a:ln w="20320">
            <a:solidFill>
              <a:srgbClr val="637482"/>
            </a:solidFill>
            <a:prstDash val="solid"/>
          </a:ln>
        </p:spPr>
      </p:sp>
      <p:sp>
        <p:nvSpPr>
          <p:cNvPr id="101" name="figure05 plot object 100">
            <a:extLst>
              <a:ext uri="{FF2B5EF4-FFF2-40B4-BE49-F238E27FC236}">
                <ns2:creationId id="{BB149377-AD82-4C80-9A3E-C0C4F6A3826A}"/>
              </a:ext>
            </a:extLst>
          </p:cNvPr>
          <p:cNvSpPr>
            <a:spLocks noGrp="1"/>
          </p:cNvSpPr>
          <p:nvPr/>
        </p:nvSpPr>
        <p:spPr>
          <a:xfrm>
            <a:off x="4956855" y="2362706"/>
            <a:ext cx="380560" cy="13"/>
          </a:xfrm>
          <a:custGeom>
            <a:pathLst>
              <a:path w="380560" h="13">
                <a:moveTo>
                  <a:pt x="0" y="0"/>
                </a:moveTo>
                <a:lnTo>
                  <a:pt x="380560" y="0"/>
                </a:lnTo>
              </a:path>
            </a:pathLst>
          </a:custGeom>
          <a:noFill/>
          <a:ln w="20320">
            <a:solidFill>
              <a:srgbClr val="111111"/>
            </a:solidFill>
            <a:prstDash val="solid"/>
          </a:ln>
        </p:spPr>
      </p:sp>
      <p:sp>
        <p:nvSpPr>
          <p:cNvPr id="102" name="figure05 plot object 101">
            <a:extLst>
              <a:ext uri="{FF2B5EF4-FFF2-40B4-BE49-F238E27FC236}">
                <ns2:creationId id="{7BF9F0EC-9D89-4085-90A9-9BBCD2579642}"/>
              </a:ext>
            </a:extLst>
          </p:cNvPr>
          <p:cNvSpPr>
            <a:spLocks noGrp="1"/>
          </p:cNvSpPr>
          <p:nvPr/>
        </p:nvSpPr>
        <p:spPr>
          <a:xfrm>
            <a:off x="5471730" y="2309447"/>
            <a:ext cx="380560" cy="13"/>
          </a:xfrm>
          <a:custGeom>
            <a:pathLst>
              <a:path w="380560" h="13">
                <a:moveTo>
                  <a:pt x="0" y="0"/>
                </a:moveTo>
                <a:lnTo>
                  <a:pt x="380560" y="0"/>
                </a:lnTo>
              </a:path>
            </a:pathLst>
          </a:custGeom>
          <a:noFill/>
          <a:ln w="20320">
            <a:solidFill>
              <a:srgbClr val="111111"/>
            </a:solidFill>
            <a:prstDash val="solid"/>
          </a:ln>
        </p:spPr>
      </p:sp>
      <p:sp>
        <p:nvSpPr>
          <p:cNvPr id="103" name="figure05 plot object 102">
            <a:extLst>
              <a:ext uri="{FF2B5EF4-FFF2-40B4-BE49-F238E27FC236}">
                <ns2:creationId id="{7781A543-414E-4E9C-AF80-2CF07D3A7B79}"/>
              </a:ext>
            </a:extLst>
          </p:cNvPr>
          <p:cNvSpPr>
            <a:spLocks noGrp="1"/>
          </p:cNvSpPr>
          <p:nvPr/>
        </p:nvSpPr>
        <p:spPr>
          <a:xfrm>
            <a:off x="6680568" y="2309447"/>
            <a:ext cx="380560" cy="13"/>
          </a:xfrm>
          <a:custGeom>
            <a:pathLst>
              <a:path w="380560" h="13">
                <a:moveTo>
                  <a:pt x="0" y="0"/>
                </a:moveTo>
                <a:lnTo>
                  <a:pt x="380560" y="0"/>
                </a:lnTo>
              </a:path>
            </a:pathLst>
          </a:custGeom>
          <a:noFill/>
          <a:ln w="20320">
            <a:solidFill>
              <a:srgbClr val="637482"/>
            </a:solidFill>
            <a:prstDash val="solid"/>
          </a:ln>
        </p:spPr>
      </p:sp>
      <p:sp>
        <p:nvSpPr>
          <p:cNvPr id="104" name="figure05 plot object 103">
            <a:extLst>
              <a:ext uri="{FF2B5EF4-FFF2-40B4-BE49-F238E27FC236}">
                <ns2:creationId id="{EDAD2461-BB61-420D-86AE-E12212C7384D}"/>
              </a:ext>
            </a:extLst>
          </p:cNvPr>
          <p:cNvSpPr>
            <a:spLocks noGrp="1"/>
          </p:cNvSpPr>
          <p:nvPr/>
        </p:nvSpPr>
        <p:spPr>
          <a:xfrm>
            <a:off x="7195443" y="2400494"/>
            <a:ext cx="380560" cy="13"/>
          </a:xfrm>
          <a:custGeom>
            <a:pathLst>
              <a:path w="380560" h="13">
                <a:moveTo>
                  <a:pt x="0" y="0"/>
                </a:moveTo>
                <a:lnTo>
                  <a:pt x="380560" y="0"/>
                </a:lnTo>
              </a:path>
            </a:pathLst>
          </a:custGeom>
          <a:noFill/>
          <a:ln w="20320">
            <a:solidFill>
              <a:srgbClr val="111111"/>
            </a:solidFill>
            <a:prstDash val="solid"/>
          </a:ln>
        </p:spPr>
      </p:sp>
      <p:sp>
        <p:nvSpPr>
          <p:cNvPr id="105" name="figure05 plot object 104">
            <a:extLst>
              <a:ext uri="{FF2B5EF4-FFF2-40B4-BE49-F238E27FC236}">
                <ns2:creationId id="{6E7C9D76-02B7-435B-8577-8B22DA447DB2}"/>
              </a:ext>
            </a:extLst>
          </p:cNvPr>
          <p:cNvSpPr>
            <a:spLocks noGrp="1"/>
          </p:cNvSpPr>
          <p:nvPr/>
        </p:nvSpPr>
        <p:spPr>
          <a:xfrm>
            <a:off x="7710318" y="2400494"/>
            <a:ext cx="380560" cy="13"/>
          </a:xfrm>
          <a:custGeom>
            <a:pathLst>
              <a:path w="380560" h="13">
                <a:moveTo>
                  <a:pt x="0" y="0"/>
                </a:moveTo>
                <a:lnTo>
                  <a:pt x="380560" y="0"/>
                </a:lnTo>
              </a:path>
            </a:pathLst>
          </a:custGeom>
          <a:noFill/>
          <a:ln w="20320">
            <a:solidFill>
              <a:srgbClr val="111111"/>
            </a:solidFill>
            <a:prstDash val="solid"/>
          </a:ln>
        </p:spPr>
      </p:sp>
      <p:sp>
        <p:nvSpPr>
          <p:cNvPr id="106" name="figure05 plot object 105">
            <a:extLst>
              <a:ext uri="{FF2B5EF4-FFF2-40B4-BE49-F238E27FC236}">
                <ns2:creationId id="{52C078C2-CAB1-41FB-840E-974189F70D30}"/>
              </a:ext>
            </a:extLst>
          </p:cNvPr>
          <p:cNvSpPr>
            <a:spLocks noGrp="1"/>
          </p:cNvSpPr>
          <p:nvPr/>
        </p:nvSpPr>
        <p:spPr>
          <a:xfrm>
            <a:off x="8919156" y="2429805"/>
            <a:ext cx="380560" cy="13"/>
          </a:xfrm>
          <a:custGeom>
            <a:pathLst>
              <a:path w="380560" h="13">
                <a:moveTo>
                  <a:pt x="0" y="0"/>
                </a:moveTo>
                <a:lnTo>
                  <a:pt x="380560" y="0"/>
                </a:lnTo>
              </a:path>
            </a:pathLst>
          </a:custGeom>
          <a:noFill/>
          <a:ln w="20320">
            <a:solidFill>
              <a:srgbClr val="111111"/>
            </a:solidFill>
            <a:prstDash val="solid"/>
          </a:ln>
        </p:spPr>
      </p:sp>
      <p:sp>
        <p:nvSpPr>
          <p:cNvPr id="107" name="figure05 plot object 106">
            <a:extLst>
              <a:ext uri="{FF2B5EF4-FFF2-40B4-BE49-F238E27FC236}">
                <ns2:creationId id="{37DF0874-23FD-4031-B06C-AE2E09B12E4F}"/>
              </a:ext>
            </a:extLst>
          </p:cNvPr>
          <p:cNvSpPr>
            <a:spLocks noGrp="1"/>
          </p:cNvSpPr>
          <p:nvPr/>
        </p:nvSpPr>
        <p:spPr>
          <a:xfrm>
            <a:off x="9434031" y="2560272"/>
            <a:ext cx="380560" cy="13"/>
          </a:xfrm>
          <a:custGeom>
            <a:pathLst>
              <a:path w="380560" h="13">
                <a:moveTo>
                  <a:pt x="0" y="0"/>
                </a:moveTo>
                <a:lnTo>
                  <a:pt x="380560" y="0"/>
                </a:lnTo>
              </a:path>
            </a:pathLst>
          </a:custGeom>
          <a:noFill/>
          <a:ln w="20320">
            <a:solidFill>
              <a:srgbClr val="111111"/>
            </a:solidFill>
            <a:prstDash val="solid"/>
          </a:ln>
        </p:spPr>
      </p:sp>
      <p:sp>
        <p:nvSpPr>
          <p:cNvPr id="108" name="figure05 plot object 107">
            <a:extLst>
              <a:ext uri="{FF2B5EF4-FFF2-40B4-BE49-F238E27FC236}">
                <ns2:creationId id="{0F7F4B6F-AACC-4BDA-BF7A-5178C5BE7D6C}"/>
              </a:ext>
            </a:extLst>
          </p:cNvPr>
          <p:cNvSpPr>
            <a:spLocks noGrp="1"/>
          </p:cNvSpPr>
          <p:nvPr/>
        </p:nvSpPr>
        <p:spPr>
          <a:xfrm>
            <a:off x="9948907" y="2560272"/>
            <a:ext cx="380560" cy="13"/>
          </a:xfrm>
          <a:custGeom>
            <a:pathLst>
              <a:path w="380560" h="13">
                <a:moveTo>
                  <a:pt x="0" y="0"/>
                </a:moveTo>
                <a:lnTo>
                  <a:pt x="380560" y="0"/>
                </a:lnTo>
              </a:path>
            </a:pathLst>
          </a:custGeom>
          <a:noFill/>
          <a:ln w="20320">
            <a:solidFill>
              <a:srgbClr val="111111"/>
            </a:solidFill>
            <a:prstDash val="solid"/>
          </a:ln>
        </p:spPr>
      </p:sp>
      <p:sp>
        <p:nvSpPr>
          <p:cNvPr id="109" name="figure05 plot object 108">
            <a:extLst>
              <a:ext uri="{FF2B5EF4-FFF2-40B4-BE49-F238E27FC236}">
                <ns2:creationId id="{7555B7DD-B88B-45C1-9368-CBE463E6E56E}"/>
              </a:ext>
            </a:extLst>
          </p:cNvPr>
          <p:cNvSpPr>
            <a:spLocks noGrp="1"/>
          </p:cNvSpPr>
          <p:nvPr/>
        </p:nvSpPr>
        <p:spPr>
          <a:xfrm>
            <a:off x="11157744" y="2943664"/>
            <a:ext cx="380560" cy="13"/>
          </a:xfrm>
          <a:custGeom>
            <a:pathLst>
              <a:path w="380560" h="13">
                <a:moveTo>
                  <a:pt x="0" y="0"/>
                </a:moveTo>
                <a:lnTo>
                  <a:pt x="380560" y="0"/>
                </a:lnTo>
              </a:path>
            </a:pathLst>
          </a:custGeom>
          <a:noFill/>
          <a:ln w="20320">
            <a:solidFill>
              <a:srgbClr val="637482"/>
            </a:solidFill>
            <a:prstDash val="solid"/>
          </a:ln>
        </p:spPr>
      </p:sp>
      <p:sp>
        <p:nvSpPr>
          <p:cNvPr id="110" name="figure05 plot object 109">
            <a:extLst>
              <a:ext uri="{FF2B5EF4-FFF2-40B4-BE49-F238E27FC236}">
                <ns2:creationId id="{C778E1E5-C96C-4301-B909-024AC9795803}"/>
              </a:ext>
            </a:extLst>
          </p:cNvPr>
          <p:cNvSpPr>
            <a:spLocks noGrp="1"/>
          </p:cNvSpPr>
          <p:nvPr/>
        </p:nvSpPr>
        <p:spPr>
          <a:xfrm>
            <a:off x="11672620" y="3125759"/>
            <a:ext cx="380560" cy="13"/>
          </a:xfrm>
          <a:custGeom>
            <a:pathLst>
              <a:path w="380560" h="13">
                <a:moveTo>
                  <a:pt x="0" y="0"/>
                </a:moveTo>
                <a:lnTo>
                  <a:pt x="380560" y="0"/>
                </a:lnTo>
              </a:path>
            </a:pathLst>
          </a:custGeom>
          <a:noFill/>
          <a:ln w="20320">
            <a:solidFill>
              <a:srgbClr val="111111"/>
            </a:solidFill>
            <a:prstDash val="solid"/>
          </a:ln>
        </p:spPr>
      </p:sp>
      <p:sp>
        <p:nvSpPr>
          <p:cNvPr id="111" name="figure05 plot object 110">
            <a:extLst>
              <a:ext uri="{FF2B5EF4-FFF2-40B4-BE49-F238E27FC236}">
                <ns2:creationId id="{EA31130C-5406-45B8-9945-74604A6AB2D4}"/>
              </a:ext>
            </a:extLst>
          </p:cNvPr>
          <p:cNvSpPr>
            <a:spLocks noGrp="1"/>
          </p:cNvSpPr>
          <p:nvPr/>
        </p:nvSpPr>
        <p:spPr>
          <a:xfrm>
            <a:off x="12187495" y="3165179"/>
            <a:ext cx="380560" cy="13"/>
          </a:xfrm>
          <a:custGeom>
            <a:pathLst>
              <a:path w="380560" h="13">
                <a:moveTo>
                  <a:pt x="0" y="0"/>
                </a:moveTo>
                <a:lnTo>
                  <a:pt x="380560" y="0"/>
                </a:lnTo>
              </a:path>
            </a:pathLst>
          </a:custGeom>
          <a:noFill/>
          <a:ln w="20320">
            <a:solidFill>
              <a:srgbClr val="BC7850"/>
            </a:solidFill>
            <a:prstDash val="solid"/>
          </a:ln>
        </p:spPr>
      </p:sp>
      <p:sp>
        <p:nvSpPr>
          <p:cNvPr id="112" name="figure05 plot object 111">
            <a:extLst>
              <a:ext uri="{FF2B5EF4-FFF2-40B4-BE49-F238E27FC236}">
                <ns2:creationId id="{197385CD-4FF2-4772-8CE3-4142B9AFEF54}"/>
              </a:ext>
            </a:extLst>
          </p:cNvPr>
          <p:cNvSpPr>
            <a:spLocks noGrp="1"/>
          </p:cNvSpPr>
          <p:nvPr/>
        </p:nvSpPr>
        <p:spPr>
          <a:xfrm>
            <a:off x="1789252" y="2127352"/>
            <a:ext cx="13" cy="1468069"/>
          </a:xfrm>
          <a:custGeom>
            <a:pathLst>
              <a:path w="13" h="1468069">
                <a:moveTo>
                  <a:pt x="0" y="1468069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113" name="figure05 plot object 112">
            <a:extLst>
              <a:ext uri="{FF2B5EF4-FFF2-40B4-BE49-F238E27FC236}">
                <ns2:creationId id="{428B18BC-B844-4044-82E4-09C79A364B68}"/>
              </a:ext>
            </a:extLst>
          </p:cNvPr>
          <p:cNvSpPr>
            <a:spLocks noGrp="1"/>
          </p:cNvSpPr>
          <p:nvPr/>
        </p:nvSpPr>
        <p:spPr>
          <a:xfrm>
            <a:off x="1789252" y="3595421"/>
            <a:ext cx="11192942" cy="13"/>
          </a:xfrm>
          <a:custGeom>
            <a:pathLst>
              <a:path w="11192942" h="13">
                <a:moveTo>
                  <a:pt x="0" y="0"/>
                </a:moveTo>
                <a:lnTo>
                  <a:pt x="11192942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114" name="figure05 plot object 113">
            <a:extLst>
              <a:ext uri="{FF2B5EF4-FFF2-40B4-BE49-F238E27FC236}">
                <ns2:creationId id="{13E257D5-E686-4F6F-9371-04AD3601FF43}"/>
              </a:ext>
            </a:extLst>
          </p:cNvPr>
          <p:cNvSpPr>
            <a:spLocks noGrp="1"/>
          </p:cNvSpPr>
          <p:nvPr/>
        </p:nvSpPr>
        <p:spPr>
          <a:xfrm>
            <a:off x="1294105" y="5463083"/>
            <a:ext cx="4729963" cy="998982"/>
          </a:xfrm>
          <a:custGeom>
            <a:pathLst>
              <a:path w="4729963" h="998982">
                <a:moveTo>
                  <a:pt x="0" y="998982"/>
                </a:moveTo>
                <a:lnTo>
                  <a:pt x="4729963" y="998982"/>
                </a:lnTo>
                <a:lnTo>
                  <a:pt x="4729963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noFill/>
            <a:prstDash val="solid"/>
          </a:ln>
        </p:spPr>
      </p:sp>
      <p:sp>
        <p:nvSpPr>
          <p:cNvPr id="115" name="figure05 plot object 114">
            <a:extLst>
              <a:ext uri="{FF2B5EF4-FFF2-40B4-BE49-F238E27FC236}">
                <ns2:creationId id="{4BD9FE27-3142-43F3-B8C0-96BBEC88A3E5}"/>
              </a:ext>
            </a:extLst>
          </p:cNvPr>
          <p:cNvSpPr>
            <a:spLocks noGrp="1"/>
          </p:cNvSpPr>
          <p:nvPr/>
        </p:nvSpPr>
        <p:spPr>
          <a:xfrm>
            <a:off x="3079321" y="6225204"/>
            <a:ext cx="62217" cy="62217"/>
          </a:xfrm>
          <a:custGeom>
            <a:pathLst>
              <a:path w="62217" h="62217">
                <a:moveTo>
                  <a:pt x="31109" y="62217"/>
                </a:moveTo>
                <a:cubicBezTo>
                  <a:pt x="39359" y="62217"/>
                  <a:pt x="47272" y="58939"/>
                  <a:pt x="53106" y="53106"/>
                </a:cubicBezTo>
                <a:cubicBezTo>
                  <a:pt x="58939" y="47272"/>
                  <a:pt x="62217" y="39359"/>
                  <a:pt x="62217" y="31109"/>
                </a:cubicBezTo>
                <a:cubicBezTo>
                  <a:pt x="62217" y="22858"/>
                  <a:pt x="58939" y="14945"/>
                  <a:pt x="53106" y="9111"/>
                </a:cubicBezTo>
                <a:cubicBezTo>
                  <a:pt x="47272" y="3278"/>
                  <a:pt x="39359" y="0"/>
                  <a:pt x="31109" y="0"/>
                </a:cubicBezTo>
                <a:cubicBezTo>
                  <a:pt x="22858" y="0"/>
                  <a:pt x="14945" y="3278"/>
                  <a:pt x="9111" y="9111"/>
                </a:cubicBezTo>
                <a:cubicBezTo>
                  <a:pt x="3278" y="14945"/>
                  <a:pt x="0" y="22858"/>
                  <a:pt x="0" y="31109"/>
                </a:cubicBezTo>
                <a:cubicBezTo>
                  <a:pt x="0" y="39359"/>
                  <a:pt x="3278" y="47272"/>
                  <a:pt x="9111" y="53106"/>
                </a:cubicBezTo>
                <a:cubicBezTo>
                  <a:pt x="14945" y="58939"/>
                  <a:pt x="22858" y="62217"/>
                  <a:pt x="31109" y="62217"/>
                </a:cubicBezTo>
                <a:close/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116" name="figure05 plot object 115">
            <a:extLst>
              <a:ext uri="{FF2B5EF4-FFF2-40B4-BE49-F238E27FC236}">
                <ns2:creationId id="{3AEC1059-448E-4FF7-A87D-186C680B7894}"/>
              </a:ext>
            </a:extLst>
          </p:cNvPr>
          <p:cNvSpPr>
            <a:spLocks noGrp="1"/>
          </p:cNvSpPr>
          <p:nvPr/>
        </p:nvSpPr>
        <p:spPr>
          <a:xfrm>
            <a:off x="2731979" y="6179829"/>
            <a:ext cx="62217" cy="62217"/>
          </a:xfrm>
          <a:custGeom>
            <a:pathLst>
              <a:path w="62217" h="62217">
                <a:moveTo>
                  <a:pt x="31109" y="62217"/>
                </a:moveTo>
                <a:cubicBezTo>
                  <a:pt x="39359" y="62217"/>
                  <a:pt x="47272" y="58939"/>
                  <a:pt x="53106" y="53106"/>
                </a:cubicBezTo>
                <a:cubicBezTo>
                  <a:pt x="58939" y="47272"/>
                  <a:pt x="62217" y="39359"/>
                  <a:pt x="62217" y="31109"/>
                </a:cubicBezTo>
                <a:cubicBezTo>
                  <a:pt x="62217" y="22858"/>
                  <a:pt x="58939" y="14945"/>
                  <a:pt x="53106" y="9111"/>
                </a:cubicBezTo>
                <a:cubicBezTo>
                  <a:pt x="47272" y="3278"/>
                  <a:pt x="39359" y="0"/>
                  <a:pt x="31109" y="0"/>
                </a:cubicBezTo>
                <a:cubicBezTo>
                  <a:pt x="22858" y="0"/>
                  <a:pt x="14945" y="3278"/>
                  <a:pt x="9111" y="9111"/>
                </a:cubicBezTo>
                <a:cubicBezTo>
                  <a:pt x="3278" y="14945"/>
                  <a:pt x="0" y="22858"/>
                  <a:pt x="0" y="31109"/>
                </a:cubicBezTo>
                <a:cubicBezTo>
                  <a:pt x="0" y="39359"/>
                  <a:pt x="3278" y="47272"/>
                  <a:pt x="9111" y="53106"/>
                </a:cubicBezTo>
                <a:cubicBezTo>
                  <a:pt x="14945" y="58939"/>
                  <a:pt x="22858" y="62217"/>
                  <a:pt x="31109" y="62217"/>
                </a:cubicBezTo>
                <a:close/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117" name="figure05 plot object 116">
            <a:extLst>
              <a:ext uri="{FF2B5EF4-FFF2-40B4-BE49-F238E27FC236}">
                <ns2:creationId id="{D188B26F-A160-47EA-870B-26239783A497}"/>
              </a:ext>
            </a:extLst>
          </p:cNvPr>
          <p:cNvSpPr>
            <a:spLocks noGrp="1"/>
          </p:cNvSpPr>
          <p:nvPr/>
        </p:nvSpPr>
        <p:spPr>
          <a:xfrm>
            <a:off x="2485536" y="6153307"/>
            <a:ext cx="62217" cy="62217"/>
          </a:xfrm>
          <a:custGeom>
            <a:pathLst>
              <a:path w="62217" h="62217">
                <a:moveTo>
                  <a:pt x="31109" y="62217"/>
                </a:moveTo>
                <a:cubicBezTo>
                  <a:pt x="39359" y="62217"/>
                  <a:pt x="47272" y="58939"/>
                  <a:pt x="53106" y="53106"/>
                </a:cubicBezTo>
                <a:cubicBezTo>
                  <a:pt x="58939" y="47272"/>
                  <a:pt x="62217" y="39359"/>
                  <a:pt x="62217" y="31109"/>
                </a:cubicBezTo>
                <a:cubicBezTo>
                  <a:pt x="62217" y="22858"/>
                  <a:pt x="58939" y="14945"/>
                  <a:pt x="53106" y="9111"/>
                </a:cubicBezTo>
                <a:cubicBezTo>
                  <a:pt x="47272" y="3278"/>
                  <a:pt x="39359" y="0"/>
                  <a:pt x="31109" y="0"/>
                </a:cubicBezTo>
                <a:cubicBezTo>
                  <a:pt x="22858" y="0"/>
                  <a:pt x="14945" y="3278"/>
                  <a:pt x="9111" y="9111"/>
                </a:cubicBezTo>
                <a:cubicBezTo>
                  <a:pt x="3278" y="14945"/>
                  <a:pt x="0" y="22858"/>
                  <a:pt x="0" y="31109"/>
                </a:cubicBezTo>
                <a:cubicBezTo>
                  <a:pt x="0" y="39359"/>
                  <a:pt x="3278" y="47272"/>
                  <a:pt x="9111" y="53106"/>
                </a:cubicBezTo>
                <a:cubicBezTo>
                  <a:pt x="14945" y="58939"/>
                  <a:pt x="22858" y="62217"/>
                  <a:pt x="31109" y="62217"/>
                </a:cubicBezTo>
                <a:close/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118" name="figure05 plot object 117">
            <a:extLst>
              <a:ext uri="{FF2B5EF4-FFF2-40B4-BE49-F238E27FC236}">
                <ns2:creationId id="{40FE3791-916F-447A-9F41-9F2EB2732175}"/>
              </a:ext>
            </a:extLst>
          </p:cNvPr>
          <p:cNvSpPr>
            <a:spLocks noGrp="1"/>
          </p:cNvSpPr>
          <p:nvPr/>
        </p:nvSpPr>
        <p:spPr>
          <a:xfrm>
            <a:off x="4020448" y="6199370"/>
            <a:ext cx="62217" cy="62217"/>
          </a:xfrm>
          <a:custGeom>
            <a:pathLst>
              <a:path w="62217" h="62217">
                <a:moveTo>
                  <a:pt x="31109" y="62217"/>
                </a:moveTo>
                <a:cubicBezTo>
                  <a:pt x="39359" y="62217"/>
                  <a:pt x="47272" y="58939"/>
                  <a:pt x="53106" y="53106"/>
                </a:cubicBezTo>
                <a:cubicBezTo>
                  <a:pt x="58939" y="47272"/>
                  <a:pt x="62217" y="39359"/>
                  <a:pt x="62217" y="31109"/>
                </a:cubicBezTo>
                <a:cubicBezTo>
                  <a:pt x="62217" y="22858"/>
                  <a:pt x="58939" y="14945"/>
                  <a:pt x="53106" y="9111"/>
                </a:cubicBezTo>
                <a:cubicBezTo>
                  <a:pt x="47272" y="3278"/>
                  <a:pt x="39359" y="0"/>
                  <a:pt x="31109" y="0"/>
                </a:cubicBezTo>
                <a:cubicBezTo>
                  <a:pt x="22858" y="0"/>
                  <a:pt x="14945" y="3278"/>
                  <a:pt x="9111" y="9111"/>
                </a:cubicBezTo>
                <a:cubicBezTo>
                  <a:pt x="3278" y="14945"/>
                  <a:pt x="0" y="22858"/>
                  <a:pt x="0" y="31109"/>
                </a:cubicBezTo>
                <a:cubicBezTo>
                  <a:pt x="0" y="39359"/>
                  <a:pt x="3278" y="47272"/>
                  <a:pt x="9111" y="53106"/>
                </a:cubicBezTo>
                <a:cubicBezTo>
                  <a:pt x="14945" y="58939"/>
                  <a:pt x="22858" y="62217"/>
                  <a:pt x="31109" y="62217"/>
                </a:cubicBezTo>
                <a:close/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119" name="figure05 plot object 118">
            <a:extLst>
              <a:ext uri="{FF2B5EF4-FFF2-40B4-BE49-F238E27FC236}">
                <ns2:creationId id="{E6136BF3-1389-4642-B5FF-F0FA717CE836}"/>
              </a:ext>
            </a:extLst>
          </p:cNvPr>
          <p:cNvSpPr>
            <a:spLocks noGrp="1"/>
          </p:cNvSpPr>
          <p:nvPr/>
        </p:nvSpPr>
        <p:spPr>
          <a:xfrm>
            <a:off x="3673106" y="6174052"/>
            <a:ext cx="62217" cy="62217"/>
          </a:xfrm>
          <a:custGeom>
            <a:pathLst>
              <a:path w="62217" h="62217">
                <a:moveTo>
                  <a:pt x="31109" y="62217"/>
                </a:moveTo>
                <a:cubicBezTo>
                  <a:pt x="39359" y="62217"/>
                  <a:pt x="47272" y="58939"/>
                  <a:pt x="53106" y="53106"/>
                </a:cubicBezTo>
                <a:cubicBezTo>
                  <a:pt x="58939" y="47272"/>
                  <a:pt x="62217" y="39359"/>
                  <a:pt x="62217" y="31109"/>
                </a:cubicBezTo>
                <a:cubicBezTo>
                  <a:pt x="62217" y="22858"/>
                  <a:pt x="58939" y="14945"/>
                  <a:pt x="53106" y="9111"/>
                </a:cubicBezTo>
                <a:cubicBezTo>
                  <a:pt x="47272" y="3278"/>
                  <a:pt x="39359" y="0"/>
                  <a:pt x="31109" y="0"/>
                </a:cubicBezTo>
                <a:cubicBezTo>
                  <a:pt x="22858" y="0"/>
                  <a:pt x="14945" y="3278"/>
                  <a:pt x="9111" y="9111"/>
                </a:cubicBezTo>
                <a:cubicBezTo>
                  <a:pt x="3278" y="14945"/>
                  <a:pt x="0" y="22858"/>
                  <a:pt x="0" y="31109"/>
                </a:cubicBezTo>
                <a:cubicBezTo>
                  <a:pt x="0" y="39359"/>
                  <a:pt x="3278" y="47272"/>
                  <a:pt x="9111" y="53106"/>
                </a:cubicBezTo>
                <a:cubicBezTo>
                  <a:pt x="14945" y="58939"/>
                  <a:pt x="22858" y="62217"/>
                  <a:pt x="31109" y="62217"/>
                </a:cubicBezTo>
                <a:close/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120" name="figure05 plot object 119">
            <a:extLst>
              <a:ext uri="{FF2B5EF4-FFF2-40B4-BE49-F238E27FC236}">
                <ns2:creationId id="{8EF5AB9D-DD0F-488A-A2FB-74CC92CB1A2D}"/>
              </a:ext>
            </a:extLst>
          </p:cNvPr>
          <p:cNvSpPr>
            <a:spLocks noGrp="1"/>
          </p:cNvSpPr>
          <p:nvPr/>
        </p:nvSpPr>
        <p:spPr>
          <a:xfrm>
            <a:off x="3426663" y="6197333"/>
            <a:ext cx="62217" cy="62217"/>
          </a:xfrm>
          <a:custGeom>
            <a:pathLst>
              <a:path w="62217" h="62217">
                <a:moveTo>
                  <a:pt x="31109" y="62217"/>
                </a:moveTo>
                <a:cubicBezTo>
                  <a:pt x="39359" y="62217"/>
                  <a:pt x="47272" y="58939"/>
                  <a:pt x="53106" y="53106"/>
                </a:cubicBezTo>
                <a:cubicBezTo>
                  <a:pt x="58939" y="47272"/>
                  <a:pt x="62217" y="39359"/>
                  <a:pt x="62217" y="31109"/>
                </a:cubicBezTo>
                <a:cubicBezTo>
                  <a:pt x="62217" y="22858"/>
                  <a:pt x="58939" y="14945"/>
                  <a:pt x="53106" y="9111"/>
                </a:cubicBezTo>
                <a:cubicBezTo>
                  <a:pt x="47272" y="3278"/>
                  <a:pt x="39359" y="0"/>
                  <a:pt x="31109" y="0"/>
                </a:cubicBezTo>
                <a:cubicBezTo>
                  <a:pt x="22858" y="0"/>
                  <a:pt x="14945" y="3278"/>
                  <a:pt x="9111" y="9111"/>
                </a:cubicBezTo>
                <a:cubicBezTo>
                  <a:pt x="3278" y="14945"/>
                  <a:pt x="0" y="22858"/>
                  <a:pt x="0" y="31109"/>
                </a:cubicBezTo>
                <a:cubicBezTo>
                  <a:pt x="0" y="39359"/>
                  <a:pt x="3278" y="47272"/>
                  <a:pt x="9111" y="53106"/>
                </a:cubicBezTo>
                <a:cubicBezTo>
                  <a:pt x="14945" y="58939"/>
                  <a:pt x="22858" y="62217"/>
                  <a:pt x="31109" y="62217"/>
                </a:cubicBezTo>
                <a:close/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121" name="figure05 plot object 120">
            <a:extLst>
              <a:ext uri="{FF2B5EF4-FFF2-40B4-BE49-F238E27FC236}">
                <ns2:creationId id="{02A04203-E134-4EBC-A302-6B16A8338C55}"/>
              </a:ext>
            </a:extLst>
          </p:cNvPr>
          <p:cNvSpPr>
            <a:spLocks noGrp="1"/>
          </p:cNvSpPr>
          <p:nvPr/>
        </p:nvSpPr>
        <p:spPr>
          <a:xfrm>
            <a:off x="4614233" y="6201159"/>
            <a:ext cx="62217" cy="62217"/>
          </a:xfrm>
          <a:custGeom>
            <a:pathLst>
              <a:path w="62217" h="62217">
                <a:moveTo>
                  <a:pt x="31109" y="62217"/>
                </a:moveTo>
                <a:cubicBezTo>
                  <a:pt x="39359" y="62217"/>
                  <a:pt x="47272" y="58939"/>
                  <a:pt x="53106" y="53106"/>
                </a:cubicBezTo>
                <a:cubicBezTo>
                  <a:pt x="58939" y="47272"/>
                  <a:pt x="62217" y="39359"/>
                  <a:pt x="62217" y="31109"/>
                </a:cubicBezTo>
                <a:cubicBezTo>
                  <a:pt x="62217" y="22858"/>
                  <a:pt x="58939" y="14945"/>
                  <a:pt x="53106" y="9111"/>
                </a:cubicBezTo>
                <a:cubicBezTo>
                  <a:pt x="47272" y="3278"/>
                  <a:pt x="39359" y="0"/>
                  <a:pt x="31109" y="0"/>
                </a:cubicBezTo>
                <a:cubicBezTo>
                  <a:pt x="22858" y="0"/>
                  <a:pt x="14945" y="3278"/>
                  <a:pt x="9111" y="9111"/>
                </a:cubicBezTo>
                <a:cubicBezTo>
                  <a:pt x="3278" y="14945"/>
                  <a:pt x="0" y="22858"/>
                  <a:pt x="0" y="31109"/>
                </a:cubicBezTo>
                <a:cubicBezTo>
                  <a:pt x="0" y="39359"/>
                  <a:pt x="3278" y="47272"/>
                  <a:pt x="9111" y="53106"/>
                </a:cubicBezTo>
                <a:cubicBezTo>
                  <a:pt x="14945" y="58939"/>
                  <a:pt x="22858" y="62217"/>
                  <a:pt x="31109" y="62217"/>
                </a:cubicBezTo>
                <a:close/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122" name="figure05 plot object 121">
            <a:extLst>
              <a:ext uri="{FF2B5EF4-FFF2-40B4-BE49-F238E27FC236}">
                <ns2:creationId id="{D9D7E5CC-A0C3-4BE6-B79C-C073A0ED529E}"/>
              </a:ext>
            </a:extLst>
          </p:cNvPr>
          <p:cNvSpPr>
            <a:spLocks noGrp="1"/>
          </p:cNvSpPr>
          <p:nvPr/>
        </p:nvSpPr>
        <p:spPr>
          <a:xfrm>
            <a:off x="4266891" y="6197861"/>
            <a:ext cx="62217" cy="62217"/>
          </a:xfrm>
          <a:custGeom>
            <a:pathLst>
              <a:path w="62217" h="62217">
                <a:moveTo>
                  <a:pt x="31109" y="62217"/>
                </a:moveTo>
                <a:cubicBezTo>
                  <a:pt x="39359" y="62217"/>
                  <a:pt x="47272" y="58939"/>
                  <a:pt x="53106" y="53106"/>
                </a:cubicBezTo>
                <a:cubicBezTo>
                  <a:pt x="58939" y="47272"/>
                  <a:pt x="62217" y="39359"/>
                  <a:pt x="62217" y="31109"/>
                </a:cubicBezTo>
                <a:cubicBezTo>
                  <a:pt x="62217" y="22858"/>
                  <a:pt x="58939" y="14945"/>
                  <a:pt x="53106" y="9111"/>
                </a:cubicBezTo>
                <a:cubicBezTo>
                  <a:pt x="47272" y="3278"/>
                  <a:pt x="39359" y="0"/>
                  <a:pt x="31109" y="0"/>
                </a:cubicBezTo>
                <a:cubicBezTo>
                  <a:pt x="22858" y="0"/>
                  <a:pt x="14945" y="3278"/>
                  <a:pt x="9111" y="9111"/>
                </a:cubicBezTo>
                <a:cubicBezTo>
                  <a:pt x="3278" y="14945"/>
                  <a:pt x="0" y="22858"/>
                  <a:pt x="0" y="31109"/>
                </a:cubicBezTo>
                <a:cubicBezTo>
                  <a:pt x="0" y="39359"/>
                  <a:pt x="3278" y="47272"/>
                  <a:pt x="9111" y="53106"/>
                </a:cubicBezTo>
                <a:cubicBezTo>
                  <a:pt x="14945" y="58939"/>
                  <a:pt x="22858" y="62217"/>
                  <a:pt x="31109" y="62217"/>
                </a:cubicBezTo>
                <a:close/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123" name="figure05 plot object 122">
            <a:extLst>
              <a:ext uri="{FF2B5EF4-FFF2-40B4-BE49-F238E27FC236}">
                <ns2:creationId id="{1138805C-0586-407B-BC0E-8E20576B46F2}"/>
              </a:ext>
            </a:extLst>
          </p:cNvPr>
          <p:cNvSpPr>
            <a:spLocks noGrp="1"/>
          </p:cNvSpPr>
          <p:nvPr/>
        </p:nvSpPr>
        <p:spPr>
          <a:xfrm>
            <a:off x="4020448" y="6207798"/>
            <a:ext cx="62217" cy="62217"/>
          </a:xfrm>
          <a:custGeom>
            <a:pathLst>
              <a:path w="62217" h="62217">
                <a:moveTo>
                  <a:pt x="31109" y="62217"/>
                </a:moveTo>
                <a:cubicBezTo>
                  <a:pt x="39359" y="62217"/>
                  <a:pt x="47272" y="58939"/>
                  <a:pt x="53106" y="53106"/>
                </a:cubicBezTo>
                <a:cubicBezTo>
                  <a:pt x="58939" y="47272"/>
                  <a:pt x="62217" y="39359"/>
                  <a:pt x="62217" y="31109"/>
                </a:cubicBezTo>
                <a:cubicBezTo>
                  <a:pt x="62217" y="22858"/>
                  <a:pt x="58939" y="14945"/>
                  <a:pt x="53106" y="9111"/>
                </a:cubicBezTo>
                <a:cubicBezTo>
                  <a:pt x="47272" y="3278"/>
                  <a:pt x="39359" y="0"/>
                  <a:pt x="31109" y="0"/>
                </a:cubicBezTo>
                <a:cubicBezTo>
                  <a:pt x="22858" y="0"/>
                  <a:pt x="14945" y="3278"/>
                  <a:pt x="9111" y="9111"/>
                </a:cubicBezTo>
                <a:cubicBezTo>
                  <a:pt x="3278" y="14945"/>
                  <a:pt x="0" y="22858"/>
                  <a:pt x="0" y="31109"/>
                </a:cubicBezTo>
                <a:cubicBezTo>
                  <a:pt x="0" y="39359"/>
                  <a:pt x="3278" y="47272"/>
                  <a:pt x="9111" y="53106"/>
                </a:cubicBezTo>
                <a:cubicBezTo>
                  <a:pt x="14945" y="58939"/>
                  <a:pt x="22858" y="62217"/>
                  <a:pt x="31109" y="62217"/>
                </a:cubicBezTo>
                <a:close/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124" name="figure05 plot object 123">
            <a:extLst>
              <a:ext uri="{FF2B5EF4-FFF2-40B4-BE49-F238E27FC236}">
                <ns2:creationId id="{840BBA09-EA37-4AEB-BC1C-A354DDDAFDFE}"/>
              </a:ext>
            </a:extLst>
          </p:cNvPr>
          <p:cNvSpPr>
            <a:spLocks noGrp="1"/>
          </p:cNvSpPr>
          <p:nvPr/>
        </p:nvSpPr>
        <p:spPr>
          <a:xfrm>
            <a:off x="5051832" y="6207846"/>
            <a:ext cx="62217" cy="62217"/>
          </a:xfrm>
          <a:custGeom>
            <a:pathLst>
              <a:path w="62217" h="62217">
                <a:moveTo>
                  <a:pt x="31109" y="62217"/>
                </a:moveTo>
                <a:cubicBezTo>
                  <a:pt x="39359" y="62217"/>
                  <a:pt x="47272" y="58939"/>
                  <a:pt x="53106" y="53106"/>
                </a:cubicBezTo>
                <a:cubicBezTo>
                  <a:pt x="58939" y="47272"/>
                  <a:pt x="62217" y="39359"/>
                  <a:pt x="62217" y="31109"/>
                </a:cubicBezTo>
                <a:cubicBezTo>
                  <a:pt x="62217" y="22858"/>
                  <a:pt x="58939" y="14945"/>
                  <a:pt x="53106" y="9111"/>
                </a:cubicBezTo>
                <a:cubicBezTo>
                  <a:pt x="47272" y="3278"/>
                  <a:pt x="39359" y="0"/>
                  <a:pt x="31109" y="0"/>
                </a:cubicBezTo>
                <a:cubicBezTo>
                  <a:pt x="22858" y="0"/>
                  <a:pt x="14945" y="3278"/>
                  <a:pt x="9111" y="9111"/>
                </a:cubicBezTo>
                <a:cubicBezTo>
                  <a:pt x="3278" y="14945"/>
                  <a:pt x="0" y="22858"/>
                  <a:pt x="0" y="31109"/>
                </a:cubicBezTo>
                <a:cubicBezTo>
                  <a:pt x="0" y="39359"/>
                  <a:pt x="3278" y="47272"/>
                  <a:pt x="9111" y="53106"/>
                </a:cubicBezTo>
                <a:cubicBezTo>
                  <a:pt x="14945" y="58939"/>
                  <a:pt x="22858" y="62217"/>
                  <a:pt x="31109" y="62217"/>
                </a:cubicBezTo>
                <a:close/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125" name="figure05 plot object 124">
            <a:extLst>
              <a:ext uri="{FF2B5EF4-FFF2-40B4-BE49-F238E27FC236}">
                <ns2:creationId id="{15D165A5-68A8-477B-A313-C038B664681F}"/>
              </a:ext>
            </a:extLst>
          </p:cNvPr>
          <p:cNvSpPr>
            <a:spLocks noGrp="1"/>
          </p:cNvSpPr>
          <p:nvPr/>
        </p:nvSpPr>
        <p:spPr>
          <a:xfrm>
            <a:off x="4704490" y="6167846"/>
            <a:ext cx="62217" cy="62217"/>
          </a:xfrm>
          <a:custGeom>
            <a:pathLst>
              <a:path w="62217" h="62217">
                <a:moveTo>
                  <a:pt x="31109" y="62217"/>
                </a:moveTo>
                <a:cubicBezTo>
                  <a:pt x="39359" y="62217"/>
                  <a:pt x="47272" y="58939"/>
                  <a:pt x="53106" y="53106"/>
                </a:cubicBezTo>
                <a:cubicBezTo>
                  <a:pt x="58939" y="47272"/>
                  <a:pt x="62217" y="39359"/>
                  <a:pt x="62217" y="31109"/>
                </a:cubicBezTo>
                <a:cubicBezTo>
                  <a:pt x="62217" y="22858"/>
                  <a:pt x="58939" y="14945"/>
                  <a:pt x="53106" y="9111"/>
                </a:cubicBezTo>
                <a:cubicBezTo>
                  <a:pt x="47272" y="3278"/>
                  <a:pt x="39359" y="0"/>
                  <a:pt x="31109" y="0"/>
                </a:cubicBezTo>
                <a:cubicBezTo>
                  <a:pt x="22858" y="0"/>
                  <a:pt x="14945" y="3278"/>
                  <a:pt x="9111" y="9111"/>
                </a:cubicBezTo>
                <a:cubicBezTo>
                  <a:pt x="3278" y="14945"/>
                  <a:pt x="0" y="22858"/>
                  <a:pt x="0" y="31109"/>
                </a:cubicBezTo>
                <a:cubicBezTo>
                  <a:pt x="0" y="39359"/>
                  <a:pt x="3278" y="47272"/>
                  <a:pt x="9111" y="53106"/>
                </a:cubicBezTo>
                <a:cubicBezTo>
                  <a:pt x="14945" y="58939"/>
                  <a:pt x="22858" y="62217"/>
                  <a:pt x="31109" y="62217"/>
                </a:cubicBezTo>
                <a:close/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126" name="figure05 plot object 125">
            <a:extLst>
              <a:ext uri="{FF2B5EF4-FFF2-40B4-BE49-F238E27FC236}">
                <ns2:creationId id="{71CEC141-AF96-4AC5-9073-860143D887CC}"/>
              </a:ext>
            </a:extLst>
          </p:cNvPr>
          <p:cNvSpPr>
            <a:spLocks noGrp="1"/>
          </p:cNvSpPr>
          <p:nvPr/>
        </p:nvSpPr>
        <p:spPr>
          <a:xfrm>
            <a:off x="4458047" y="6216785"/>
            <a:ext cx="62217" cy="62217"/>
          </a:xfrm>
          <a:custGeom>
            <a:pathLst>
              <a:path w="62217" h="62217">
                <a:moveTo>
                  <a:pt x="31109" y="62217"/>
                </a:moveTo>
                <a:cubicBezTo>
                  <a:pt x="39359" y="62217"/>
                  <a:pt x="47272" y="58939"/>
                  <a:pt x="53106" y="53106"/>
                </a:cubicBezTo>
                <a:cubicBezTo>
                  <a:pt x="58939" y="47272"/>
                  <a:pt x="62217" y="39359"/>
                  <a:pt x="62217" y="31109"/>
                </a:cubicBezTo>
                <a:cubicBezTo>
                  <a:pt x="62217" y="22858"/>
                  <a:pt x="58939" y="14945"/>
                  <a:pt x="53106" y="9111"/>
                </a:cubicBezTo>
                <a:cubicBezTo>
                  <a:pt x="47272" y="3278"/>
                  <a:pt x="39359" y="0"/>
                  <a:pt x="31109" y="0"/>
                </a:cubicBezTo>
                <a:cubicBezTo>
                  <a:pt x="22858" y="0"/>
                  <a:pt x="14945" y="3278"/>
                  <a:pt x="9111" y="9111"/>
                </a:cubicBezTo>
                <a:cubicBezTo>
                  <a:pt x="3278" y="14945"/>
                  <a:pt x="0" y="22858"/>
                  <a:pt x="0" y="31109"/>
                </a:cubicBezTo>
                <a:cubicBezTo>
                  <a:pt x="0" y="39359"/>
                  <a:pt x="3278" y="47272"/>
                  <a:pt x="9111" y="53106"/>
                </a:cubicBezTo>
                <a:cubicBezTo>
                  <a:pt x="14945" y="58939"/>
                  <a:pt x="22858" y="62217"/>
                  <a:pt x="31109" y="62217"/>
                </a:cubicBezTo>
                <a:close/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127" name="figure05 plot object 126">
            <a:extLst>
              <a:ext uri="{FF2B5EF4-FFF2-40B4-BE49-F238E27FC236}">
                <ns2:creationId id="{D7734F8C-9F7D-4DA9-8FEE-4F204A9C4781}"/>
              </a:ext>
            </a:extLst>
          </p:cNvPr>
          <p:cNvSpPr>
            <a:spLocks noGrp="1"/>
          </p:cNvSpPr>
          <p:nvPr/>
        </p:nvSpPr>
        <p:spPr>
          <a:xfrm>
            <a:off x="1731704" y="6462065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28" name="0.02">
            <a:extLst>
              <a:ext uri="{FF2B5EF4-FFF2-40B4-BE49-F238E27FC236}">
                <ns2:creationId id="{FE996C2F-0932-4D9C-85B9-00F0A4C4CAA5}"/>
              </a:ext>
            </a:extLst>
          </p:cNvPr>
          <p:cNvSpPr>
            <a:spLocks noGrp="1"/>
          </p:cNvSpPr>
          <p:nvPr/>
        </p:nvSpPr>
        <p:spPr>
          <a:xfrm rot="0">
            <a:off x="1551522" y="6543218"/>
            <a:ext cx="461963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0.02</a:t>
            </a:r>
          </a:p>
        </p:txBody>
      </p:sp>
      <p:sp>
        <p:nvSpPr>
          <p:cNvPr id="129" name="figure05 plot object 128">
            <a:extLst>
              <a:ext uri="{FF2B5EF4-FFF2-40B4-BE49-F238E27FC236}">
                <ns2:creationId id="{2E296B52-6E2E-4AFB-B39A-F5ED1189E744}"/>
              </a:ext>
            </a:extLst>
          </p:cNvPr>
          <p:cNvSpPr>
            <a:spLocks noGrp="1"/>
          </p:cNvSpPr>
          <p:nvPr/>
        </p:nvSpPr>
        <p:spPr>
          <a:xfrm>
            <a:off x="3110430" y="6462065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30" name="0.1">
            <a:extLst>
              <a:ext uri="{FF2B5EF4-FFF2-40B4-BE49-F238E27FC236}">
                <ns2:creationId id="{FA8CE1DD-CCBD-49D8-80F3-52D13DB0CC4F}"/>
              </a:ext>
            </a:extLst>
          </p:cNvPr>
          <p:cNvSpPr>
            <a:spLocks noGrp="1"/>
          </p:cNvSpPr>
          <p:nvPr/>
        </p:nvSpPr>
        <p:spPr>
          <a:xfrm rot="0">
            <a:off x="2983430" y="6543218"/>
            <a:ext cx="3556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0.1</a:t>
            </a:r>
          </a:p>
        </p:txBody>
      </p:sp>
      <p:sp>
        <p:nvSpPr>
          <p:cNvPr id="131" name="figure05 plot object 130">
            <a:extLst>
              <a:ext uri="{FF2B5EF4-FFF2-40B4-BE49-F238E27FC236}">
                <ns2:creationId id="{81602F84-7915-4B48-96AB-7ECC61455019}"/>
              </a:ext>
            </a:extLst>
          </p:cNvPr>
          <p:cNvSpPr>
            <a:spLocks noGrp="1"/>
          </p:cNvSpPr>
          <p:nvPr/>
        </p:nvSpPr>
        <p:spPr>
          <a:xfrm>
            <a:off x="5082940" y="6462065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32" name="1">
            <a:extLst>
              <a:ext uri="{FF2B5EF4-FFF2-40B4-BE49-F238E27FC236}">
                <ns2:creationId id="{383F51B6-2E80-47FA-BD3A-7CEC17A76180}"/>
              </a:ext>
            </a:extLst>
          </p:cNvPr>
          <p:cNvSpPr>
            <a:spLocks noGrp="1"/>
          </p:cNvSpPr>
          <p:nvPr/>
        </p:nvSpPr>
        <p:spPr>
          <a:xfrm rot="0">
            <a:off x="5032934" y="6543218"/>
            <a:ext cx="201612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33" name="Nominal concentration (M)">
            <a:extLst>
              <a:ext uri="{FF2B5EF4-FFF2-40B4-BE49-F238E27FC236}">
                <ns2:creationId id="{83BE664B-D3E4-4E16-899A-7E3A4D94E132}"/>
              </a:ext>
            </a:extLst>
          </p:cNvPr>
          <p:cNvSpPr>
            <a:spLocks noGrp="1"/>
          </p:cNvSpPr>
          <p:nvPr/>
        </p:nvSpPr>
        <p:spPr>
          <a:xfrm rot="0">
            <a:off x="2400992" y="6772850"/>
            <a:ext cx="2630487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Nominal concentration (M)</a:t>
            </a:r>
          </a:p>
        </p:txBody>
      </p:sp>
      <p:sp>
        <p:nvSpPr>
          <p:cNvPr id="134" name="figure05 plot object 133">
            <a:extLst>
              <a:ext uri="{FF2B5EF4-FFF2-40B4-BE49-F238E27FC236}">
                <ns2:creationId id="{36C2B1F4-007E-4476-ABF3-50D04EF85DEF}"/>
              </a:ext>
            </a:extLst>
          </p:cNvPr>
          <p:cNvSpPr>
            <a:spLocks noGrp="1"/>
          </p:cNvSpPr>
          <p:nvPr/>
        </p:nvSpPr>
        <p:spPr>
          <a:xfrm>
            <a:off x="1243305" y="6462065"/>
            <a:ext cx="50800" cy="13"/>
          </a:xfrm>
          <a:custGeom>
            <a:pathLst>
              <a:path w="50800" h="13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35" name="0">
            <a:extLst>
              <a:ext uri="{FF2B5EF4-FFF2-40B4-BE49-F238E27FC236}">
                <ns2:creationId id="{D8B02616-C2D4-4007-B522-5805239C2B64}"/>
              </a:ext>
            </a:extLst>
          </p:cNvPr>
          <p:cNvSpPr>
            <a:spLocks noGrp="1"/>
          </p:cNvSpPr>
          <p:nvPr/>
        </p:nvSpPr>
        <p:spPr>
          <a:xfrm rot="0">
            <a:off x="1063917" y="6345669"/>
            <a:ext cx="20478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36" name="figure05 plot object 135">
            <a:extLst>
              <a:ext uri="{FF2B5EF4-FFF2-40B4-BE49-F238E27FC236}">
                <ns2:creationId id="{61E79206-96B0-46CC-9833-FEEEE5A8CFEC}"/>
              </a:ext>
            </a:extLst>
          </p:cNvPr>
          <p:cNvSpPr>
            <a:spLocks noGrp="1"/>
          </p:cNvSpPr>
          <p:nvPr/>
        </p:nvSpPr>
        <p:spPr>
          <a:xfrm>
            <a:off x="1243305" y="6129071"/>
            <a:ext cx="50800" cy="13"/>
          </a:xfrm>
          <a:custGeom>
            <a:pathLst>
              <a:path w="50800" h="13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37" name="10">
            <a:extLst>
              <a:ext uri="{FF2B5EF4-FFF2-40B4-BE49-F238E27FC236}">
                <ns2:creationId id="{AEA1C0EA-AB99-4757-8D31-6B5D97B1C210}"/>
              </a:ext>
            </a:extLst>
          </p:cNvPr>
          <p:cNvSpPr>
            <a:spLocks noGrp="1"/>
          </p:cNvSpPr>
          <p:nvPr/>
        </p:nvSpPr>
        <p:spPr>
          <a:xfrm rot="0">
            <a:off x="963905" y="6012675"/>
            <a:ext cx="3048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138" name="figure05 plot object 137">
            <a:extLst>
              <a:ext uri="{FF2B5EF4-FFF2-40B4-BE49-F238E27FC236}">
                <ns2:creationId id="{9A3720DE-4D4E-4C77-8377-2277EC7FB016}"/>
              </a:ext>
            </a:extLst>
          </p:cNvPr>
          <p:cNvSpPr>
            <a:spLocks noGrp="1"/>
          </p:cNvSpPr>
          <p:nvPr/>
        </p:nvSpPr>
        <p:spPr>
          <a:xfrm>
            <a:off x="1243305" y="5796077"/>
            <a:ext cx="50800" cy="13"/>
          </a:xfrm>
          <a:custGeom>
            <a:pathLst>
              <a:path w="50800" h="13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39" name="20">
            <a:extLst>
              <a:ext uri="{FF2B5EF4-FFF2-40B4-BE49-F238E27FC236}">
                <ns2:creationId id="{97604199-6CB8-4431-BF87-EE6015C1172D}"/>
              </a:ext>
            </a:extLst>
          </p:cNvPr>
          <p:cNvSpPr>
            <a:spLocks noGrp="1"/>
          </p:cNvSpPr>
          <p:nvPr/>
        </p:nvSpPr>
        <p:spPr>
          <a:xfrm rot="0">
            <a:off x="960730" y="5679681"/>
            <a:ext cx="3079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20</a:t>
            </a:r>
          </a:p>
        </p:txBody>
      </p:sp>
      <p:sp>
        <p:nvSpPr>
          <p:cNvPr id="140" name="figure05 plot object 139">
            <a:extLst>
              <a:ext uri="{FF2B5EF4-FFF2-40B4-BE49-F238E27FC236}">
                <ns2:creationId id="{5A8646F6-DC3F-4669-B88D-D28A43EDF14B}"/>
              </a:ext>
            </a:extLst>
          </p:cNvPr>
          <p:cNvSpPr>
            <a:spLocks noGrp="1"/>
          </p:cNvSpPr>
          <p:nvPr/>
        </p:nvSpPr>
        <p:spPr>
          <a:xfrm>
            <a:off x="1243305" y="5463083"/>
            <a:ext cx="50800" cy="13"/>
          </a:xfrm>
          <a:custGeom>
            <a:pathLst>
              <a:path w="50800" h="13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41" name="30">
            <a:extLst>
              <a:ext uri="{FF2B5EF4-FFF2-40B4-BE49-F238E27FC236}">
                <ns2:creationId id="{E6BFCDD6-2814-4915-B778-43247D47DEEE}"/>
              </a:ext>
            </a:extLst>
          </p:cNvPr>
          <p:cNvSpPr>
            <a:spLocks noGrp="1"/>
          </p:cNvSpPr>
          <p:nvPr/>
        </p:nvSpPr>
        <p:spPr>
          <a:xfrm rot="0">
            <a:off x="962317" y="5346687"/>
            <a:ext cx="30638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30</a:t>
            </a:r>
          </a:p>
        </p:txBody>
      </p:sp>
      <p:sp>
        <p:nvSpPr>
          <p:cNvPr id="142" name="Dissociation (%)">
            <a:extLst>
              <a:ext uri="{FF2B5EF4-FFF2-40B4-BE49-F238E27FC236}">
                <ns2:creationId id="{84EBC699-A97D-4ACC-AC73-65CC34E739E5}"/>
              </a:ext>
            </a:extLst>
          </p:cNvPr>
          <p:cNvSpPr>
            <a:spLocks noGrp="1"/>
          </p:cNvSpPr>
          <p:nvPr/>
        </p:nvSpPr>
        <p:spPr>
          <a:xfrm rot="-5400000">
            <a:off x="-19683" y="5751119"/>
            <a:ext cx="1655762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Dissociation (%)</a:t>
            </a:r>
          </a:p>
        </p:txBody>
      </p:sp>
      <p:sp>
        <p:nvSpPr>
          <p:cNvPr id="143" name="figure05 plot object 142">
            <a:extLst>
              <a:ext uri="{FF2B5EF4-FFF2-40B4-BE49-F238E27FC236}">
                <ns2:creationId id="{F4E91E8D-E21E-4D71-BC7A-F1C05247234F}"/>
              </a:ext>
            </a:extLst>
          </p:cNvPr>
          <p:cNvSpPr>
            <a:spLocks noGrp="1"/>
          </p:cNvSpPr>
          <p:nvPr/>
        </p:nvSpPr>
        <p:spPr>
          <a:xfrm>
            <a:off x="1294105" y="5463083"/>
            <a:ext cx="13" cy="998982"/>
          </a:xfrm>
          <a:custGeom>
            <a:pathLst>
              <a:path w="13" h="998982">
                <a:moveTo>
                  <a:pt x="0" y="998982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144" name="figure05 plot object 143">
            <a:extLst>
              <a:ext uri="{FF2B5EF4-FFF2-40B4-BE49-F238E27FC236}">
                <ns2:creationId id="{291BB61D-8A9F-42C9-899D-B1502D3A0A5D}"/>
              </a:ext>
            </a:extLst>
          </p:cNvPr>
          <p:cNvSpPr>
            <a:spLocks noGrp="1"/>
          </p:cNvSpPr>
          <p:nvPr/>
        </p:nvSpPr>
        <p:spPr>
          <a:xfrm>
            <a:off x="1294105" y="6462065"/>
            <a:ext cx="4729963" cy="13"/>
          </a:xfrm>
          <a:custGeom>
            <a:pathLst>
              <a:path w="4729963" h="13">
                <a:moveTo>
                  <a:pt x="0" y="0"/>
                </a:moveTo>
                <a:lnTo>
                  <a:pt x="4729963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145" name="12 assays: apparent plateau">
            <a:extLst>
              <a:ext uri="{FF2B5EF4-FFF2-40B4-BE49-F238E27FC236}">
                <ns2:creationId id="{2C94C0BB-B3EC-4373-AED8-D4E6A38A2A90}"/>
              </a:ext>
            </a:extLst>
          </p:cNvPr>
          <p:cNvSpPr>
            <a:spLocks noGrp="1"/>
          </p:cNvSpPr>
          <p:nvPr/>
        </p:nvSpPr>
        <p:spPr>
          <a:xfrm rot="0">
            <a:off x="2804884" y="5709031"/>
            <a:ext cx="231933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12 assays: apparent plateau</a:t>
            </a:r>
          </a:p>
        </p:txBody>
      </p:sp>
      <p:sp>
        <p:nvSpPr>
          <p:cNvPr id="146" name="figure05 plot object 145">
            <a:extLst>
              <a:ext uri="{FF2B5EF4-FFF2-40B4-BE49-F238E27FC236}">
                <ns2:creationId id="{57C6277F-E9B2-4F8F-8FF5-29BCA6C66E96}"/>
              </a:ext>
            </a:extLst>
          </p:cNvPr>
          <p:cNvSpPr>
            <a:spLocks noGrp="1"/>
          </p:cNvSpPr>
          <p:nvPr/>
        </p:nvSpPr>
        <p:spPr>
          <a:xfrm>
            <a:off x="1294105" y="7478420"/>
            <a:ext cx="4729963" cy="1746047"/>
          </a:xfrm>
          <a:custGeom>
            <a:pathLst>
              <a:path w="4729963" h="1746047">
                <a:moveTo>
                  <a:pt x="0" y="1746047"/>
                </a:moveTo>
                <a:lnTo>
                  <a:pt x="4729963" y="1746047"/>
                </a:lnTo>
                <a:lnTo>
                  <a:pt x="4729963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noFill/>
            <a:prstDash val="solid"/>
          </a:ln>
        </p:spPr>
      </p:sp>
      <p:sp>
        <p:nvSpPr>
          <p:cNvPr id="147" name="figure05 plot object 146">
            <a:extLst>
              <a:ext uri="{FF2B5EF4-FFF2-40B4-BE49-F238E27FC236}">
                <ns2:creationId id="{7D584B42-A9A0-4E45-BD1D-B9515279C7ED}"/>
              </a:ext>
            </a:extLst>
          </p:cNvPr>
          <p:cNvSpPr>
            <a:spLocks noGrp="1"/>
          </p:cNvSpPr>
          <p:nvPr/>
        </p:nvSpPr>
        <p:spPr>
          <a:xfrm>
            <a:off x="1294105" y="9081906"/>
            <a:ext cx="4729963" cy="51252"/>
          </a:xfrm>
          <a:custGeom>
            <a:pathLst>
              <a:path w="4729963" h="51252">
                <a:moveTo>
                  <a:pt x="0" y="51252"/>
                </a:moveTo>
                <a:lnTo>
                  <a:pt x="4729963" y="51252"/>
                </a:lnTo>
                <a:lnTo>
                  <a:pt x="4729963" y="0"/>
                </a:lnTo>
                <a:lnTo>
                  <a:pt x="0" y="0"/>
                </a:lnTo>
                <a:close/>
              </a:path>
            </a:pathLst>
          </a:custGeom>
          <a:solidFill>
            <a:srgbClr val="E6EAED"/>
          </a:solidFill>
          <a:ln w="12700">
            <a:solidFill>
              <a:srgbClr val="E6EAED"/>
            </a:solidFill>
            <a:prstDash val="solid"/>
          </a:ln>
        </p:spPr>
      </p:sp>
      <p:sp>
        <p:nvSpPr>
          <p:cNvPr id="148" name="figure05 plot object 147">
            <a:extLst>
              <a:ext uri="{FF2B5EF4-FFF2-40B4-BE49-F238E27FC236}">
                <ns2:creationId id="{47B2D12C-F302-4DDA-8C7D-C772E6D02E54}"/>
              </a:ext>
            </a:extLst>
          </p:cNvPr>
          <p:cNvSpPr>
            <a:spLocks noGrp="1"/>
          </p:cNvSpPr>
          <p:nvPr/>
        </p:nvSpPr>
        <p:spPr>
          <a:xfrm>
            <a:off x="1767101" y="9224467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49" name="1">
            <a:extLst>
              <a:ext uri="{FF2B5EF4-FFF2-40B4-BE49-F238E27FC236}">
                <ns2:creationId id="{1ACE0759-3B09-4F23-8648-5AC0E4214D7A}"/>
              </a:ext>
            </a:extLst>
          </p:cNvPr>
          <p:cNvSpPr>
            <a:spLocks noGrp="1"/>
          </p:cNvSpPr>
          <p:nvPr/>
        </p:nvSpPr>
        <p:spPr>
          <a:xfrm rot="0">
            <a:off x="1717095" y="9305620"/>
            <a:ext cx="201612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50" name="figure05 plot object 149">
            <a:extLst>
              <a:ext uri="{FF2B5EF4-FFF2-40B4-BE49-F238E27FC236}">
                <ns2:creationId id="{4B03B838-A1CF-4B1B-A04E-0BB571CE5225}"/>
              </a:ext>
            </a:extLst>
          </p:cNvPr>
          <p:cNvSpPr>
            <a:spLocks noGrp="1"/>
          </p:cNvSpPr>
          <p:nvPr/>
        </p:nvSpPr>
        <p:spPr>
          <a:xfrm>
            <a:off x="2713093" y="9224467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51" name="2">
            <a:extLst>
              <a:ext uri="{FF2B5EF4-FFF2-40B4-BE49-F238E27FC236}">
                <ns2:creationId id="{4A3422D3-4613-41BD-B4C2-8A97362D1FE6}"/>
              </a:ext>
            </a:extLst>
          </p:cNvPr>
          <p:cNvSpPr>
            <a:spLocks noGrp="1"/>
          </p:cNvSpPr>
          <p:nvPr/>
        </p:nvSpPr>
        <p:spPr>
          <a:xfrm rot="0">
            <a:off x="2661500" y="9305620"/>
            <a:ext cx="20478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52" name="figure05 plot object 151">
            <a:extLst>
              <a:ext uri="{FF2B5EF4-FFF2-40B4-BE49-F238E27FC236}">
                <ns2:creationId id="{D4192FF4-1968-4849-A4F6-1AA26134A117}"/>
              </a:ext>
            </a:extLst>
          </p:cNvPr>
          <p:cNvSpPr>
            <a:spLocks noGrp="1"/>
          </p:cNvSpPr>
          <p:nvPr/>
        </p:nvSpPr>
        <p:spPr>
          <a:xfrm>
            <a:off x="3659086" y="9224467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53" name="3">
            <a:extLst>
              <a:ext uri="{FF2B5EF4-FFF2-40B4-BE49-F238E27FC236}">
                <ns2:creationId id="{AD1C0049-6B6C-4554-AF4E-A7689A7A65D8}"/>
              </a:ext>
            </a:extLst>
          </p:cNvPr>
          <p:cNvSpPr>
            <a:spLocks noGrp="1"/>
          </p:cNvSpPr>
          <p:nvPr/>
        </p:nvSpPr>
        <p:spPr>
          <a:xfrm rot="0">
            <a:off x="3608286" y="9305620"/>
            <a:ext cx="2032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54" name="figure05 plot object 153">
            <a:extLst>
              <a:ext uri="{FF2B5EF4-FFF2-40B4-BE49-F238E27FC236}">
                <ns2:creationId id="{4B6DDC78-DE76-4D95-8DBE-6C76757A0D40}"/>
              </a:ext>
            </a:extLst>
          </p:cNvPr>
          <p:cNvSpPr>
            <a:spLocks noGrp="1"/>
          </p:cNvSpPr>
          <p:nvPr/>
        </p:nvSpPr>
        <p:spPr>
          <a:xfrm>
            <a:off x="4605078" y="9224467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55" name="4">
            <a:extLst>
              <a:ext uri="{FF2B5EF4-FFF2-40B4-BE49-F238E27FC236}">
                <ns2:creationId id="{FB34487D-3051-4C17-9224-7C806FE5971E}"/>
              </a:ext>
            </a:extLst>
          </p:cNvPr>
          <p:cNvSpPr>
            <a:spLocks noGrp="1"/>
          </p:cNvSpPr>
          <p:nvPr/>
        </p:nvSpPr>
        <p:spPr>
          <a:xfrm rot="0">
            <a:off x="4554278" y="9305620"/>
            <a:ext cx="2032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156" name="figure05 plot object 155">
            <a:extLst>
              <a:ext uri="{FF2B5EF4-FFF2-40B4-BE49-F238E27FC236}">
                <ns2:creationId id="{77560710-28B2-4020-94AB-1EA211652844}"/>
              </a:ext>
            </a:extLst>
          </p:cNvPr>
          <p:cNvSpPr>
            <a:spLocks noGrp="1"/>
          </p:cNvSpPr>
          <p:nvPr/>
        </p:nvSpPr>
        <p:spPr>
          <a:xfrm>
            <a:off x="5551071" y="9224467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57" name="5">
            <a:extLst>
              <a:ext uri="{FF2B5EF4-FFF2-40B4-BE49-F238E27FC236}">
                <ns2:creationId id="{D35AA36A-7E2A-408D-8ACE-5E34FFFD4B6A}"/>
              </a:ext>
            </a:extLst>
          </p:cNvPr>
          <p:cNvSpPr>
            <a:spLocks noGrp="1"/>
          </p:cNvSpPr>
          <p:nvPr/>
        </p:nvSpPr>
        <p:spPr>
          <a:xfrm rot="0">
            <a:off x="5500271" y="9305620"/>
            <a:ext cx="2032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158" name="World">
            <a:extLst>
              <a:ext uri="{FF2B5EF4-FFF2-40B4-BE49-F238E27FC236}">
                <ns2:creationId id="{5B887621-A579-451C-9756-510ECFB6A1E1}"/>
              </a:ext>
            </a:extLst>
          </p:cNvPr>
          <p:cNvSpPr>
            <a:spLocks noGrp="1"/>
          </p:cNvSpPr>
          <p:nvPr/>
        </p:nvSpPr>
        <p:spPr>
          <a:xfrm rot="0">
            <a:off x="3376511" y="9535252"/>
            <a:ext cx="67945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World</a:t>
            </a:r>
          </a:p>
        </p:txBody>
      </p:sp>
      <p:sp>
        <p:nvSpPr>
          <p:cNvPr id="159" name="figure05 plot object 158">
            <a:extLst>
              <a:ext uri="{FF2B5EF4-FFF2-40B4-BE49-F238E27FC236}">
                <ns2:creationId id="{F48115FB-527F-47AF-8B6C-7AF136FC1293}"/>
              </a:ext>
            </a:extLst>
          </p:cNvPr>
          <p:cNvSpPr>
            <a:spLocks noGrp="1"/>
          </p:cNvSpPr>
          <p:nvPr/>
        </p:nvSpPr>
        <p:spPr>
          <a:xfrm>
            <a:off x="1243305" y="9224467"/>
            <a:ext cx="50800" cy="13"/>
          </a:xfrm>
          <a:custGeom>
            <a:pathLst>
              <a:path w="50800" h="13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60" name="0">
            <a:extLst>
              <a:ext uri="{FF2B5EF4-FFF2-40B4-BE49-F238E27FC236}">
                <ns2:creationId id="{52E2BC44-446C-4A0E-89A4-76629339CA08}"/>
              </a:ext>
            </a:extLst>
          </p:cNvPr>
          <p:cNvSpPr>
            <a:spLocks noGrp="1"/>
          </p:cNvSpPr>
          <p:nvPr/>
        </p:nvSpPr>
        <p:spPr>
          <a:xfrm rot="0">
            <a:off x="1063917" y="9108072"/>
            <a:ext cx="20478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61" name="figure05 plot object 160">
            <a:extLst>
              <a:ext uri="{FF2B5EF4-FFF2-40B4-BE49-F238E27FC236}">
                <ns2:creationId id="{EC229D75-3968-4465-A67D-188B34EB965B}"/>
              </a:ext>
            </a:extLst>
          </p:cNvPr>
          <p:cNvSpPr>
            <a:spLocks noGrp="1"/>
          </p:cNvSpPr>
          <p:nvPr/>
        </p:nvSpPr>
        <p:spPr>
          <a:xfrm>
            <a:off x="1243305" y="8891887"/>
            <a:ext cx="50800" cy="13"/>
          </a:xfrm>
          <a:custGeom>
            <a:pathLst>
              <a:path w="50800" h="13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62" name="20">
            <a:extLst>
              <a:ext uri="{FF2B5EF4-FFF2-40B4-BE49-F238E27FC236}">
                <ns2:creationId id="{496517B5-03A8-4C3F-8ED7-B291DB381363}"/>
              </a:ext>
            </a:extLst>
          </p:cNvPr>
          <p:cNvSpPr>
            <a:spLocks noGrp="1"/>
          </p:cNvSpPr>
          <p:nvPr/>
        </p:nvSpPr>
        <p:spPr>
          <a:xfrm rot="0">
            <a:off x="960730" y="8775491"/>
            <a:ext cx="3079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20</a:t>
            </a:r>
          </a:p>
        </p:txBody>
      </p:sp>
      <p:sp>
        <p:nvSpPr>
          <p:cNvPr id="163" name="figure05 plot object 162">
            <a:extLst>
              <a:ext uri="{FF2B5EF4-FFF2-40B4-BE49-F238E27FC236}">
                <ns2:creationId id="{CC8AFB04-16CA-47FB-8F90-4BD87802578A}"/>
              </a:ext>
            </a:extLst>
          </p:cNvPr>
          <p:cNvSpPr>
            <a:spLocks noGrp="1"/>
          </p:cNvSpPr>
          <p:nvPr/>
        </p:nvSpPr>
        <p:spPr>
          <a:xfrm>
            <a:off x="1243305" y="8559307"/>
            <a:ext cx="50800" cy="13"/>
          </a:xfrm>
          <a:custGeom>
            <a:pathLst>
              <a:path w="50800" h="13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64" name="40">
            <a:extLst>
              <a:ext uri="{FF2B5EF4-FFF2-40B4-BE49-F238E27FC236}">
                <ns2:creationId id="{AD23DB09-5235-43EC-9264-0E9254560D66}"/>
              </a:ext>
            </a:extLst>
          </p:cNvPr>
          <p:cNvSpPr>
            <a:spLocks noGrp="1"/>
          </p:cNvSpPr>
          <p:nvPr/>
        </p:nvSpPr>
        <p:spPr>
          <a:xfrm rot="0">
            <a:off x="962317" y="8442911"/>
            <a:ext cx="30638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40</a:t>
            </a:r>
          </a:p>
        </p:txBody>
      </p:sp>
      <p:sp>
        <p:nvSpPr>
          <p:cNvPr id="165" name="figure05 plot object 164">
            <a:extLst>
              <a:ext uri="{FF2B5EF4-FFF2-40B4-BE49-F238E27FC236}">
                <ns2:creationId id="{5FA619C4-1778-478A-B15E-518DF9062B12}"/>
              </a:ext>
            </a:extLst>
          </p:cNvPr>
          <p:cNvSpPr>
            <a:spLocks noGrp="1"/>
          </p:cNvSpPr>
          <p:nvPr/>
        </p:nvSpPr>
        <p:spPr>
          <a:xfrm>
            <a:off x="1243305" y="8226726"/>
            <a:ext cx="50800" cy="13"/>
          </a:xfrm>
          <a:custGeom>
            <a:pathLst>
              <a:path w="50800" h="13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66" name="60">
            <a:extLst>
              <a:ext uri="{FF2B5EF4-FFF2-40B4-BE49-F238E27FC236}">
                <ns2:creationId id="{F66BF6E8-371E-4618-985C-5B260E1EDC4D}"/>
              </a:ext>
            </a:extLst>
          </p:cNvPr>
          <p:cNvSpPr>
            <a:spLocks noGrp="1"/>
          </p:cNvSpPr>
          <p:nvPr/>
        </p:nvSpPr>
        <p:spPr>
          <a:xfrm rot="0">
            <a:off x="962317" y="8110331"/>
            <a:ext cx="30638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60</a:t>
            </a:r>
          </a:p>
        </p:txBody>
      </p:sp>
      <p:sp>
        <p:nvSpPr>
          <p:cNvPr id="167" name="figure05 plot object 166">
            <a:extLst>
              <a:ext uri="{FF2B5EF4-FFF2-40B4-BE49-F238E27FC236}">
                <ns2:creationId id="{DFE93E4F-AB79-4B65-98CE-28552488242F}"/>
              </a:ext>
            </a:extLst>
          </p:cNvPr>
          <p:cNvSpPr>
            <a:spLocks noGrp="1"/>
          </p:cNvSpPr>
          <p:nvPr/>
        </p:nvSpPr>
        <p:spPr>
          <a:xfrm>
            <a:off x="1243305" y="7894146"/>
            <a:ext cx="50800" cy="13"/>
          </a:xfrm>
          <a:custGeom>
            <a:pathLst>
              <a:path w="50800" h="13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68" name="80">
            <a:extLst>
              <a:ext uri="{FF2B5EF4-FFF2-40B4-BE49-F238E27FC236}">
                <ns2:creationId id="{18B3716E-5ACA-43CA-BA17-7189925F360E}"/>
              </a:ext>
            </a:extLst>
          </p:cNvPr>
          <p:cNvSpPr>
            <a:spLocks noGrp="1"/>
          </p:cNvSpPr>
          <p:nvPr/>
        </p:nvSpPr>
        <p:spPr>
          <a:xfrm rot="0">
            <a:off x="962317" y="7777750"/>
            <a:ext cx="30638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80</a:t>
            </a:r>
          </a:p>
        </p:txBody>
      </p:sp>
      <p:sp>
        <p:nvSpPr>
          <p:cNvPr id="169" name="figure05 plot object 168">
            <a:extLst>
              <a:ext uri="{FF2B5EF4-FFF2-40B4-BE49-F238E27FC236}">
                <ns2:creationId id="{932A4998-8ABF-47EA-9747-9D44AEBDF7DE}"/>
              </a:ext>
            </a:extLst>
          </p:cNvPr>
          <p:cNvSpPr>
            <a:spLocks noGrp="1"/>
          </p:cNvSpPr>
          <p:nvPr/>
        </p:nvSpPr>
        <p:spPr>
          <a:xfrm>
            <a:off x="1243305" y="7561565"/>
            <a:ext cx="50800" cy="13"/>
          </a:xfrm>
          <a:custGeom>
            <a:pathLst>
              <a:path w="50800" h="13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70" name="100">
            <a:extLst>
              <a:ext uri="{FF2B5EF4-FFF2-40B4-BE49-F238E27FC236}">
                <ns2:creationId id="{B5F4605B-87B1-4BEA-B674-F2B58470C41B}"/>
              </a:ext>
            </a:extLst>
          </p:cNvPr>
          <p:cNvSpPr>
            <a:spLocks noGrp="1"/>
          </p:cNvSpPr>
          <p:nvPr/>
        </p:nvSpPr>
        <p:spPr>
          <a:xfrm rot="0">
            <a:off x="860717" y="7445170"/>
            <a:ext cx="407987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100</a:t>
            </a:r>
          </a:p>
        </p:txBody>
      </p:sp>
      <p:sp>
        <p:nvSpPr>
          <p:cNvPr id="171" name="Dissociation (%)">
            <a:extLst>
              <a:ext uri="{FF2B5EF4-FFF2-40B4-BE49-F238E27FC236}">
                <ns2:creationId id="{FFC26DD1-6ADA-4AE9-A59B-17CA407BE0EE}"/>
              </a:ext>
            </a:extLst>
          </p:cNvPr>
          <p:cNvSpPr>
            <a:spLocks noGrp="1"/>
          </p:cNvSpPr>
          <p:nvPr/>
        </p:nvSpPr>
        <p:spPr>
          <a:xfrm rot="-5400000">
            <a:off x="-121283" y="8139989"/>
            <a:ext cx="1655762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Dissociation (%)</a:t>
            </a:r>
          </a:p>
        </p:txBody>
      </p:sp>
      <p:sp>
        <p:nvSpPr>
          <p:cNvPr id="172" name="figure05 plot object 171">
            <a:extLst>
              <a:ext uri="{FF2B5EF4-FFF2-40B4-BE49-F238E27FC236}">
                <ns2:creationId id="{75424986-E5C0-48AC-BBC4-BAEEABAFE078}"/>
              </a:ext>
            </a:extLst>
          </p:cNvPr>
          <p:cNvSpPr>
            <a:spLocks noGrp="1"/>
          </p:cNvSpPr>
          <p:nvPr/>
        </p:nvSpPr>
        <p:spPr>
          <a:xfrm>
            <a:off x="1681962" y="7727856"/>
            <a:ext cx="13" cy="1080886"/>
          </a:xfrm>
          <a:custGeom>
            <a:pathLst>
              <a:path w="13" h="1080886">
                <a:moveTo>
                  <a:pt x="0" y="1080886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637482"/>
            </a:solidFill>
            <a:prstDash val="solid"/>
          </a:ln>
        </p:spPr>
      </p:sp>
      <p:sp>
        <p:nvSpPr>
          <p:cNvPr id="173" name="figure05 plot object 172">
            <a:extLst>
              <a:ext uri="{FF2B5EF4-FFF2-40B4-BE49-F238E27FC236}">
                <ns2:creationId id="{77999BEF-C620-45F3-8B45-DB6EE78351F3}"/>
              </a:ext>
            </a:extLst>
          </p:cNvPr>
          <p:cNvSpPr>
            <a:spLocks noGrp="1"/>
          </p:cNvSpPr>
          <p:nvPr/>
        </p:nvSpPr>
        <p:spPr>
          <a:xfrm>
            <a:off x="1643862" y="8808742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174" name="figure05 plot object 173">
            <a:extLst>
              <a:ext uri="{FF2B5EF4-FFF2-40B4-BE49-F238E27FC236}">
                <ns2:creationId id="{2D4B1AB8-8452-4395-B16C-DA90EDAA5746}"/>
              </a:ext>
            </a:extLst>
          </p:cNvPr>
          <p:cNvSpPr>
            <a:spLocks noGrp="1"/>
          </p:cNvSpPr>
          <p:nvPr/>
        </p:nvSpPr>
        <p:spPr>
          <a:xfrm>
            <a:off x="1643862" y="7727856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175" name="figure05 plot object 174">
            <a:extLst>
              <a:ext uri="{FF2B5EF4-FFF2-40B4-BE49-F238E27FC236}">
                <ns2:creationId id="{488B3DD8-CFEA-4FED-8BF5-D02418FE389C}"/>
              </a:ext>
            </a:extLst>
          </p:cNvPr>
          <p:cNvSpPr>
            <a:spLocks noGrp="1"/>
          </p:cNvSpPr>
          <p:nvPr/>
        </p:nvSpPr>
        <p:spPr>
          <a:xfrm>
            <a:off x="1807339" y="7988872"/>
            <a:ext cx="89803" cy="89803"/>
          </a:xfrm>
          <a:custGeom>
            <a:pathLst>
              <a:path w="89803" h="89803">
                <a:moveTo>
                  <a:pt x="44901" y="89803"/>
                </a:moveTo>
                <a:lnTo>
                  <a:pt x="89803" y="44901"/>
                </a:lnTo>
                <a:lnTo>
                  <a:pt x="44901" y="0"/>
                </a:lnTo>
                <a:lnTo>
                  <a:pt x="0" y="44901"/>
                </a:lnTo>
                <a:close/>
              </a:path>
            </a:pathLst>
          </a:cu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6" name="figure05 plot object 175">
            <a:extLst>
              <a:ext uri="{FF2B5EF4-FFF2-40B4-BE49-F238E27FC236}">
                <ns2:creationId id="{4EA6D063-A7BA-4889-951D-2C4F4C1FC0AD}"/>
              </a:ext>
            </a:extLst>
          </p:cNvPr>
          <p:cNvSpPr>
            <a:spLocks noGrp="1"/>
          </p:cNvSpPr>
          <p:nvPr/>
        </p:nvSpPr>
        <p:spPr>
          <a:xfrm>
            <a:off x="2627954" y="7894146"/>
            <a:ext cx="13" cy="582016"/>
          </a:xfrm>
          <a:custGeom>
            <a:pathLst>
              <a:path w="13" h="582016">
                <a:moveTo>
                  <a:pt x="0" y="582016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637482"/>
            </a:solidFill>
            <a:prstDash val="solid"/>
          </a:ln>
        </p:spPr>
      </p:sp>
      <p:sp>
        <p:nvSpPr>
          <p:cNvPr id="177" name="figure05 plot object 176">
            <a:extLst>
              <a:ext uri="{FF2B5EF4-FFF2-40B4-BE49-F238E27FC236}">
                <ns2:creationId id="{9E6D420B-A199-49FC-870E-526109F9FBE2}"/>
              </a:ext>
            </a:extLst>
          </p:cNvPr>
          <p:cNvSpPr>
            <a:spLocks noGrp="1"/>
          </p:cNvSpPr>
          <p:nvPr/>
        </p:nvSpPr>
        <p:spPr>
          <a:xfrm>
            <a:off x="2589854" y="8476161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178" name="figure05 plot object 177">
            <a:extLst>
              <a:ext uri="{FF2B5EF4-FFF2-40B4-BE49-F238E27FC236}">
                <ns2:creationId id="{2205C68B-6F86-4708-9416-9335E9D99B12}"/>
              </a:ext>
            </a:extLst>
          </p:cNvPr>
          <p:cNvSpPr>
            <a:spLocks noGrp="1"/>
          </p:cNvSpPr>
          <p:nvPr/>
        </p:nvSpPr>
        <p:spPr>
          <a:xfrm>
            <a:off x="2589854" y="7894146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179" name="figure05 plot object 178">
            <a:extLst>
              <a:ext uri="{FF2B5EF4-FFF2-40B4-BE49-F238E27FC236}">
                <ns2:creationId id="{E2025B0C-0995-4DAD-9B94-B30360987E4C}"/>
              </a:ext>
            </a:extLst>
          </p:cNvPr>
          <p:cNvSpPr>
            <a:spLocks noGrp="1"/>
          </p:cNvSpPr>
          <p:nvPr/>
        </p:nvSpPr>
        <p:spPr>
          <a:xfrm>
            <a:off x="2753331" y="8090978"/>
            <a:ext cx="89803" cy="89803"/>
          </a:xfrm>
          <a:custGeom>
            <a:pathLst>
              <a:path w="89803" h="89803">
                <a:moveTo>
                  <a:pt x="44901" y="89803"/>
                </a:moveTo>
                <a:lnTo>
                  <a:pt x="89803" y="44901"/>
                </a:lnTo>
                <a:lnTo>
                  <a:pt x="44901" y="0"/>
                </a:lnTo>
                <a:lnTo>
                  <a:pt x="0" y="44901"/>
                </a:lnTo>
                <a:close/>
              </a:path>
            </a:pathLst>
          </a:cu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0" name="figure05 plot object 179">
            <a:extLst>
              <a:ext uri="{FF2B5EF4-FFF2-40B4-BE49-F238E27FC236}">
                <ns2:creationId id="{4A0C30B2-A9F4-4FFE-85E5-8F5D11127C54}"/>
              </a:ext>
            </a:extLst>
          </p:cNvPr>
          <p:cNvSpPr>
            <a:spLocks noGrp="1"/>
          </p:cNvSpPr>
          <p:nvPr/>
        </p:nvSpPr>
        <p:spPr>
          <a:xfrm>
            <a:off x="3573947" y="8060436"/>
            <a:ext cx="13" cy="448983"/>
          </a:xfrm>
          <a:custGeom>
            <a:pathLst>
              <a:path w="13" h="448983">
                <a:moveTo>
                  <a:pt x="0" y="448983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637482"/>
            </a:solidFill>
            <a:prstDash val="solid"/>
          </a:ln>
        </p:spPr>
      </p:sp>
      <p:sp>
        <p:nvSpPr>
          <p:cNvPr id="181" name="figure05 plot object 180">
            <a:extLst>
              <a:ext uri="{FF2B5EF4-FFF2-40B4-BE49-F238E27FC236}">
                <ns2:creationId id="{D85ABA0B-5A23-4B80-A8AE-B8BA4D277FDD}"/>
              </a:ext>
            </a:extLst>
          </p:cNvPr>
          <p:cNvSpPr>
            <a:spLocks noGrp="1"/>
          </p:cNvSpPr>
          <p:nvPr/>
        </p:nvSpPr>
        <p:spPr>
          <a:xfrm>
            <a:off x="3535847" y="8509419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182" name="figure05 plot object 181">
            <a:extLst>
              <a:ext uri="{FF2B5EF4-FFF2-40B4-BE49-F238E27FC236}">
                <ns2:creationId id="{44C33C34-E976-4DAC-9D21-46B8DEA68CB0}"/>
              </a:ext>
            </a:extLst>
          </p:cNvPr>
          <p:cNvSpPr>
            <a:spLocks noGrp="1"/>
          </p:cNvSpPr>
          <p:nvPr/>
        </p:nvSpPr>
        <p:spPr>
          <a:xfrm>
            <a:off x="3535847" y="8060436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183" name="figure05 plot object 182">
            <a:extLst>
              <a:ext uri="{FF2B5EF4-FFF2-40B4-BE49-F238E27FC236}">
                <ns2:creationId id="{37B86566-2F08-457B-A9CA-E43BE0383F1F}"/>
              </a:ext>
            </a:extLst>
          </p:cNvPr>
          <p:cNvSpPr>
            <a:spLocks noGrp="1"/>
          </p:cNvSpPr>
          <p:nvPr/>
        </p:nvSpPr>
        <p:spPr>
          <a:xfrm>
            <a:off x="3699324" y="8215615"/>
            <a:ext cx="89803" cy="89803"/>
          </a:xfrm>
          <a:custGeom>
            <a:pathLst>
              <a:path w="89803" h="89803">
                <a:moveTo>
                  <a:pt x="44901" y="89803"/>
                </a:moveTo>
                <a:lnTo>
                  <a:pt x="89803" y="44901"/>
                </a:lnTo>
                <a:lnTo>
                  <a:pt x="44901" y="0"/>
                </a:lnTo>
                <a:lnTo>
                  <a:pt x="0" y="44901"/>
                </a:lnTo>
                <a:close/>
              </a:path>
            </a:pathLst>
          </a:cu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4" name="figure05 plot object 183">
            <a:extLst>
              <a:ext uri="{FF2B5EF4-FFF2-40B4-BE49-F238E27FC236}">
                <ns2:creationId id="{8D857341-DB9B-4585-B66B-6D847147C8F4}"/>
              </a:ext>
            </a:extLst>
          </p:cNvPr>
          <p:cNvSpPr>
            <a:spLocks noGrp="1"/>
          </p:cNvSpPr>
          <p:nvPr/>
        </p:nvSpPr>
        <p:spPr>
          <a:xfrm>
            <a:off x="4519939" y="7761114"/>
            <a:ext cx="13" cy="1213918"/>
          </a:xfrm>
          <a:custGeom>
            <a:pathLst>
              <a:path w="13" h="1213918">
                <a:moveTo>
                  <a:pt x="0" y="1213918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637482"/>
            </a:solidFill>
            <a:prstDash val="solid"/>
          </a:ln>
        </p:spPr>
      </p:sp>
      <p:sp>
        <p:nvSpPr>
          <p:cNvPr id="185" name="figure05 plot object 184">
            <a:extLst>
              <a:ext uri="{FF2B5EF4-FFF2-40B4-BE49-F238E27FC236}">
                <ns2:creationId id="{498337A0-4FA7-405E-81DC-8EEBD9CE275B}"/>
              </a:ext>
            </a:extLst>
          </p:cNvPr>
          <p:cNvSpPr>
            <a:spLocks noGrp="1"/>
          </p:cNvSpPr>
          <p:nvPr/>
        </p:nvSpPr>
        <p:spPr>
          <a:xfrm>
            <a:off x="4481839" y="8975032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186" name="figure05 plot object 185">
            <a:extLst>
              <a:ext uri="{FF2B5EF4-FFF2-40B4-BE49-F238E27FC236}">
                <ns2:creationId id="{D3530FD0-4500-4992-9180-0F5954FC05D0}"/>
              </a:ext>
            </a:extLst>
          </p:cNvPr>
          <p:cNvSpPr>
            <a:spLocks noGrp="1"/>
          </p:cNvSpPr>
          <p:nvPr/>
        </p:nvSpPr>
        <p:spPr>
          <a:xfrm>
            <a:off x="4481839" y="7761114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187" name="figure05 plot object 186">
            <a:extLst>
              <a:ext uri="{FF2B5EF4-FFF2-40B4-BE49-F238E27FC236}">
                <ns2:creationId id="{97445881-4590-454C-A982-5222E2BCF6F1}"/>
              </a:ext>
            </a:extLst>
          </p:cNvPr>
          <p:cNvSpPr>
            <a:spLocks noGrp="1"/>
          </p:cNvSpPr>
          <p:nvPr/>
        </p:nvSpPr>
        <p:spPr>
          <a:xfrm>
            <a:off x="4645316" y="8319335"/>
            <a:ext cx="89803" cy="89803"/>
          </a:xfrm>
          <a:custGeom>
            <a:pathLst>
              <a:path w="89803" h="89803">
                <a:moveTo>
                  <a:pt x="44901" y="89803"/>
                </a:moveTo>
                <a:lnTo>
                  <a:pt x="89803" y="44901"/>
                </a:lnTo>
                <a:lnTo>
                  <a:pt x="44901" y="0"/>
                </a:lnTo>
                <a:lnTo>
                  <a:pt x="0" y="44901"/>
                </a:lnTo>
                <a:close/>
              </a:path>
            </a:pathLst>
          </a:cu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8" name="figure05 plot object 187">
            <a:extLst>
              <a:ext uri="{FF2B5EF4-FFF2-40B4-BE49-F238E27FC236}">
                <ns2:creationId id="{7DCC73E2-386E-4001-9C05-6174B582A92C}"/>
              </a:ext>
            </a:extLst>
          </p:cNvPr>
          <p:cNvSpPr>
            <a:spLocks noGrp="1"/>
          </p:cNvSpPr>
          <p:nvPr/>
        </p:nvSpPr>
        <p:spPr>
          <a:xfrm>
            <a:off x="5465932" y="8060436"/>
            <a:ext cx="13" cy="831451"/>
          </a:xfrm>
          <a:custGeom>
            <a:pathLst>
              <a:path w="13" h="831451">
                <a:moveTo>
                  <a:pt x="0" y="831451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637482"/>
            </a:solidFill>
            <a:prstDash val="solid"/>
          </a:ln>
        </p:spPr>
      </p:sp>
      <p:sp>
        <p:nvSpPr>
          <p:cNvPr id="189" name="figure05 plot object 188">
            <a:extLst>
              <a:ext uri="{FF2B5EF4-FFF2-40B4-BE49-F238E27FC236}">
                <ns2:creationId id="{CEA6B8BE-5D7A-4D50-A24D-A774275B23F9}"/>
              </a:ext>
            </a:extLst>
          </p:cNvPr>
          <p:cNvSpPr>
            <a:spLocks noGrp="1"/>
          </p:cNvSpPr>
          <p:nvPr/>
        </p:nvSpPr>
        <p:spPr>
          <a:xfrm>
            <a:off x="5427832" y="8891887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190" name="figure05 plot object 189">
            <a:extLst>
              <a:ext uri="{FF2B5EF4-FFF2-40B4-BE49-F238E27FC236}">
                <ns2:creationId id="{781F7BDC-7F23-4EFA-A169-2F3FCFF09432}"/>
              </a:ext>
            </a:extLst>
          </p:cNvPr>
          <p:cNvSpPr>
            <a:spLocks noGrp="1"/>
          </p:cNvSpPr>
          <p:nvPr/>
        </p:nvSpPr>
        <p:spPr>
          <a:xfrm>
            <a:off x="5427832" y="8060436"/>
            <a:ext cx="76200" cy="13"/>
          </a:xfrm>
          <a:custGeom>
            <a:pathLst>
              <a:path w="76200" h="13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191" name="figure05 plot object 190">
            <a:extLst>
              <a:ext uri="{FF2B5EF4-FFF2-40B4-BE49-F238E27FC236}">
                <ns2:creationId id="{CBCBFE8D-B05F-4A1D-A400-A47ADECA5B82}"/>
              </a:ext>
            </a:extLst>
          </p:cNvPr>
          <p:cNvSpPr>
            <a:spLocks noGrp="1"/>
          </p:cNvSpPr>
          <p:nvPr/>
        </p:nvSpPr>
        <p:spPr>
          <a:xfrm>
            <a:off x="5591309" y="8434643"/>
            <a:ext cx="89803" cy="89803"/>
          </a:xfrm>
          <a:custGeom>
            <a:pathLst>
              <a:path w="89803" h="89803">
                <a:moveTo>
                  <a:pt x="44901" y="89803"/>
                </a:moveTo>
                <a:lnTo>
                  <a:pt x="89803" y="44901"/>
                </a:lnTo>
                <a:lnTo>
                  <a:pt x="44901" y="0"/>
                </a:lnTo>
                <a:lnTo>
                  <a:pt x="0" y="44901"/>
                </a:lnTo>
                <a:close/>
              </a:path>
            </a:pathLst>
          </a:cu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2" name="figure05 plot object 191">
            <a:extLst>
              <a:ext uri="{FF2B5EF4-FFF2-40B4-BE49-F238E27FC236}">
                <ns2:creationId id="{1C9C9964-677C-4346-91D2-DD024E7848D1}"/>
              </a:ext>
            </a:extLst>
          </p:cNvPr>
          <p:cNvSpPr>
            <a:spLocks noGrp="1"/>
          </p:cNvSpPr>
          <p:nvPr/>
        </p:nvSpPr>
        <p:spPr>
          <a:xfrm>
            <a:off x="1650212" y="8030349"/>
            <a:ext cx="63500" cy="63500"/>
          </a:xfrm>
          <a:custGeom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193" name="figure05 plot object 192">
            <a:extLst>
              <a:ext uri="{FF2B5EF4-FFF2-40B4-BE49-F238E27FC236}">
                <ns2:creationId id="{C9257915-FEAD-4022-9C92-219E6B395666}"/>
              </a:ext>
            </a:extLst>
          </p:cNvPr>
          <p:cNvSpPr>
            <a:spLocks noGrp="1"/>
          </p:cNvSpPr>
          <p:nvPr/>
        </p:nvSpPr>
        <p:spPr>
          <a:xfrm>
            <a:off x="2596204" y="8146752"/>
            <a:ext cx="63500" cy="63500"/>
          </a:xfrm>
          <a:custGeom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194" name="figure05 plot object 193">
            <a:extLst>
              <a:ext uri="{FF2B5EF4-FFF2-40B4-BE49-F238E27FC236}">
                <ns2:creationId id="{665ECAA9-1C7D-4996-A00D-1B2AB4B60E6A}"/>
              </a:ext>
            </a:extLst>
          </p:cNvPr>
          <p:cNvSpPr>
            <a:spLocks noGrp="1"/>
          </p:cNvSpPr>
          <p:nvPr/>
        </p:nvSpPr>
        <p:spPr>
          <a:xfrm>
            <a:off x="3542197" y="8256504"/>
            <a:ext cx="63500" cy="63500"/>
          </a:xfrm>
          <a:custGeom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195" name="figure05 plot object 194">
            <a:extLst>
              <a:ext uri="{FF2B5EF4-FFF2-40B4-BE49-F238E27FC236}">
                <ns2:creationId id="{388E69EF-D1DA-40D0-9A7D-9CFE6D39A54F}"/>
              </a:ext>
            </a:extLst>
          </p:cNvPr>
          <p:cNvSpPr>
            <a:spLocks noGrp="1"/>
          </p:cNvSpPr>
          <p:nvPr/>
        </p:nvSpPr>
        <p:spPr>
          <a:xfrm>
            <a:off x="4488189" y="8328008"/>
            <a:ext cx="63500" cy="63500"/>
          </a:xfrm>
          <a:custGeom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196" name="figure05 plot object 195">
            <a:extLst>
              <a:ext uri="{FF2B5EF4-FFF2-40B4-BE49-F238E27FC236}">
                <ns2:creationId id="{3682144F-A29B-4CA4-96A3-D3D868511C49}"/>
              </a:ext>
            </a:extLst>
          </p:cNvPr>
          <p:cNvSpPr>
            <a:spLocks noGrp="1"/>
          </p:cNvSpPr>
          <p:nvPr/>
        </p:nvSpPr>
        <p:spPr>
          <a:xfrm>
            <a:off x="5434182" y="8505939"/>
            <a:ext cx="63500" cy="63500"/>
          </a:xfrm>
          <a:custGeom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197" name="figure05 plot object 196">
            <a:extLst>
              <a:ext uri="{FF2B5EF4-FFF2-40B4-BE49-F238E27FC236}">
                <ns2:creationId id="{4245D779-AF17-4636-BAC4-E062C6280B25}"/>
              </a:ext>
            </a:extLst>
          </p:cNvPr>
          <p:cNvSpPr>
            <a:spLocks noGrp="1"/>
          </p:cNvSpPr>
          <p:nvPr/>
        </p:nvSpPr>
        <p:spPr>
          <a:xfrm>
            <a:off x="1294105" y="7478420"/>
            <a:ext cx="13" cy="1746047"/>
          </a:xfrm>
          <a:custGeom>
            <a:pathLst>
              <a:path w="13" h="1746047">
                <a:moveTo>
                  <a:pt x="0" y="1746047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198" name="figure05 plot object 197">
            <a:extLst>
              <a:ext uri="{FF2B5EF4-FFF2-40B4-BE49-F238E27FC236}">
                <ns2:creationId id="{FFBE2A36-2157-4368-BF6A-66CC6A663E21}"/>
              </a:ext>
            </a:extLst>
          </p:cNvPr>
          <p:cNvSpPr>
            <a:spLocks noGrp="1"/>
          </p:cNvSpPr>
          <p:nvPr/>
        </p:nvSpPr>
        <p:spPr>
          <a:xfrm>
            <a:off x="1294105" y="9224467"/>
            <a:ext cx="4729963" cy="13"/>
          </a:xfrm>
          <a:custGeom>
            <a:pathLst>
              <a:path w="4729963" h="13">
                <a:moveTo>
                  <a:pt x="0" y="0"/>
                </a:moveTo>
                <a:lnTo>
                  <a:pt x="4729963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199" name="Source observation range">
            <a:extLst>
              <a:ext uri="{FF2B5EF4-FFF2-40B4-BE49-F238E27FC236}">
                <ns2:creationId id="{20D396E2-E3BA-4899-A535-511F360020DE}"/>
              </a:ext>
            </a:extLst>
          </p:cNvPr>
          <p:cNvSpPr>
            <a:spLocks noGrp="1"/>
          </p:cNvSpPr>
          <p:nvPr/>
        </p:nvSpPr>
        <p:spPr>
          <a:xfrm rot="0">
            <a:off x="2631973" y="8854604"/>
            <a:ext cx="215582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Source observation range</a:t>
            </a:r>
          </a:p>
        </p:txBody>
      </p:sp>
      <p:sp>
        <p:nvSpPr>
          <p:cNvPr id="200" name="figure05 plot object 199">
            <a:extLst>
              <a:ext uri="{FF2B5EF4-FFF2-40B4-BE49-F238E27FC236}">
                <ns2:creationId id="{DC2310DB-5CBE-4920-899C-C929620A0290}"/>
              </a:ext>
            </a:extLst>
          </p:cNvPr>
          <p:cNvSpPr>
            <a:spLocks noGrp="1"/>
          </p:cNvSpPr>
          <p:nvPr/>
        </p:nvSpPr>
        <p:spPr>
          <a:xfrm>
            <a:off x="7535570" y="5193792"/>
            <a:ext cx="4886325" cy="1059790"/>
          </a:xfrm>
          <a:custGeom>
            <a:pathLst>
              <a:path w="4886325" h="1059790">
                <a:moveTo>
                  <a:pt x="0" y="1059790"/>
                </a:moveTo>
                <a:lnTo>
                  <a:pt x="4886325" y="1059790"/>
                </a:lnTo>
                <a:lnTo>
                  <a:pt x="48863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noFill/>
            <a:prstDash val="solid"/>
          </a:ln>
        </p:spPr>
      </p:sp>
      <p:sp>
        <p:nvSpPr>
          <p:cNvPr id="201" name="figure05 plot object 200">
            <a:extLst>
              <a:ext uri="{FF2B5EF4-FFF2-40B4-BE49-F238E27FC236}">
                <ns2:creationId id="{4B97CB53-126B-4144-BE34-4AC3CED62B16}"/>
              </a:ext>
            </a:extLst>
          </p:cNvPr>
          <p:cNvSpPr>
            <a:spLocks noGrp="1"/>
          </p:cNvSpPr>
          <p:nvPr/>
        </p:nvSpPr>
        <p:spPr>
          <a:xfrm>
            <a:off x="7701209" y="6253582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202" name="1">
            <a:extLst>
              <a:ext uri="{FF2B5EF4-FFF2-40B4-BE49-F238E27FC236}">
                <ns2:creationId id="{D4AF6E94-F318-4410-9DE5-450EBD9BD7FD}"/>
              </a:ext>
            </a:extLst>
          </p:cNvPr>
          <p:cNvSpPr>
            <a:spLocks noGrp="1"/>
          </p:cNvSpPr>
          <p:nvPr/>
        </p:nvSpPr>
        <p:spPr>
          <a:xfrm rot="0">
            <a:off x="7651202" y="6334735"/>
            <a:ext cx="201612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203" name="figure05 plot object 202">
            <a:extLst>
              <a:ext uri="{FF2B5EF4-FFF2-40B4-BE49-F238E27FC236}">
                <ns2:creationId id="{674A7B1C-37FF-42F5-8437-B91BDDC621F8}"/>
              </a:ext>
            </a:extLst>
          </p:cNvPr>
          <p:cNvSpPr>
            <a:spLocks noGrp="1"/>
          </p:cNvSpPr>
          <p:nvPr/>
        </p:nvSpPr>
        <p:spPr>
          <a:xfrm>
            <a:off x="8115304" y="6253582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204" name="2">
            <a:extLst>
              <a:ext uri="{FF2B5EF4-FFF2-40B4-BE49-F238E27FC236}">
                <ns2:creationId id="{5CC3C7D7-B2DE-42E2-850E-3146F7CE4A38}"/>
              </a:ext>
            </a:extLst>
          </p:cNvPr>
          <p:cNvSpPr>
            <a:spLocks noGrp="1"/>
          </p:cNvSpPr>
          <p:nvPr/>
        </p:nvSpPr>
        <p:spPr>
          <a:xfrm rot="0">
            <a:off x="8063710" y="6334735"/>
            <a:ext cx="20478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05" name="figure05 plot object 204">
            <a:extLst>
              <a:ext uri="{FF2B5EF4-FFF2-40B4-BE49-F238E27FC236}">
                <ns2:creationId id="{7B9F35AA-80CE-48A0-84C7-BB08607BDB8F}"/>
              </a:ext>
            </a:extLst>
          </p:cNvPr>
          <p:cNvSpPr>
            <a:spLocks noGrp="1"/>
          </p:cNvSpPr>
          <p:nvPr/>
        </p:nvSpPr>
        <p:spPr>
          <a:xfrm>
            <a:off x="8529399" y="6253582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206" name="3">
            <a:extLst>
              <a:ext uri="{FF2B5EF4-FFF2-40B4-BE49-F238E27FC236}">
                <ns2:creationId id="{47A77D3A-7FAC-4AAA-976F-262175B082EC}"/>
              </a:ext>
            </a:extLst>
          </p:cNvPr>
          <p:cNvSpPr>
            <a:spLocks noGrp="1"/>
          </p:cNvSpPr>
          <p:nvPr/>
        </p:nvSpPr>
        <p:spPr>
          <a:xfrm rot="0">
            <a:off x="8478599" y="6334735"/>
            <a:ext cx="2032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07" name="figure05 plot object 206">
            <a:extLst>
              <a:ext uri="{FF2B5EF4-FFF2-40B4-BE49-F238E27FC236}">
                <ns2:creationId id="{DBA205D0-5E0F-42ED-8251-69616214D0B0}"/>
              </a:ext>
            </a:extLst>
          </p:cNvPr>
          <p:cNvSpPr>
            <a:spLocks noGrp="1"/>
          </p:cNvSpPr>
          <p:nvPr/>
        </p:nvSpPr>
        <p:spPr>
          <a:xfrm>
            <a:off x="8943495" y="6253582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208" name="4">
            <a:extLst>
              <a:ext uri="{FF2B5EF4-FFF2-40B4-BE49-F238E27FC236}">
                <ns2:creationId id="{76BB1289-0107-465E-9FB8-924E5E4DBF33}"/>
              </a:ext>
            </a:extLst>
          </p:cNvPr>
          <p:cNvSpPr>
            <a:spLocks noGrp="1"/>
          </p:cNvSpPr>
          <p:nvPr/>
        </p:nvSpPr>
        <p:spPr>
          <a:xfrm rot="0">
            <a:off x="8892695" y="6334735"/>
            <a:ext cx="2032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209" name="figure05 plot object 208">
            <a:extLst>
              <a:ext uri="{FF2B5EF4-FFF2-40B4-BE49-F238E27FC236}">
                <ns2:creationId id="{7F0A24BD-C396-4F93-9F6F-5E0026FB6FFA}"/>
              </a:ext>
            </a:extLst>
          </p:cNvPr>
          <p:cNvSpPr>
            <a:spLocks noGrp="1"/>
          </p:cNvSpPr>
          <p:nvPr/>
        </p:nvSpPr>
        <p:spPr>
          <a:xfrm>
            <a:off x="9357590" y="6253582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210" name="5">
            <a:extLst>
              <a:ext uri="{FF2B5EF4-FFF2-40B4-BE49-F238E27FC236}">
                <ns2:creationId id="{9A7135EA-2BFC-4D1E-8CF5-D58701D1666D}"/>
              </a:ext>
            </a:extLst>
          </p:cNvPr>
          <p:cNvSpPr>
            <a:spLocks noGrp="1"/>
          </p:cNvSpPr>
          <p:nvPr/>
        </p:nvSpPr>
        <p:spPr>
          <a:xfrm rot="0">
            <a:off x="9306790" y="6334735"/>
            <a:ext cx="2032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211" name="figure05 plot object 210">
            <a:extLst>
              <a:ext uri="{FF2B5EF4-FFF2-40B4-BE49-F238E27FC236}">
                <ns2:creationId id="{6AC7F004-3D8C-4446-B4A4-AE281D8C708A}"/>
              </a:ext>
            </a:extLst>
          </p:cNvPr>
          <p:cNvSpPr>
            <a:spLocks noGrp="1"/>
          </p:cNvSpPr>
          <p:nvPr/>
        </p:nvSpPr>
        <p:spPr>
          <a:xfrm>
            <a:off x="9771685" y="6253582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212" name="6">
            <a:extLst>
              <a:ext uri="{FF2B5EF4-FFF2-40B4-BE49-F238E27FC236}">
                <ns2:creationId id="{BDB99D71-B8A1-40FD-B0DA-131356880D94}"/>
              </a:ext>
            </a:extLst>
          </p:cNvPr>
          <p:cNvSpPr>
            <a:spLocks noGrp="1"/>
          </p:cNvSpPr>
          <p:nvPr/>
        </p:nvSpPr>
        <p:spPr>
          <a:xfrm rot="0">
            <a:off x="9720885" y="6334735"/>
            <a:ext cx="2032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213" name="figure05 plot object 212">
            <a:extLst>
              <a:ext uri="{FF2B5EF4-FFF2-40B4-BE49-F238E27FC236}">
                <ns2:creationId id="{9389402E-398F-4913-B328-5FD4419A659E}"/>
              </a:ext>
            </a:extLst>
          </p:cNvPr>
          <p:cNvSpPr>
            <a:spLocks noGrp="1"/>
          </p:cNvSpPr>
          <p:nvPr/>
        </p:nvSpPr>
        <p:spPr>
          <a:xfrm>
            <a:off x="10185781" y="6253582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214" name="7">
            <a:extLst>
              <a:ext uri="{FF2B5EF4-FFF2-40B4-BE49-F238E27FC236}">
                <ns2:creationId id="{C1D28324-E958-4A35-A06E-3327314729EB}"/>
              </a:ext>
            </a:extLst>
          </p:cNvPr>
          <p:cNvSpPr>
            <a:spLocks noGrp="1"/>
          </p:cNvSpPr>
          <p:nvPr/>
        </p:nvSpPr>
        <p:spPr>
          <a:xfrm rot="0">
            <a:off x="10134981" y="6334735"/>
            <a:ext cx="2032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215" name="figure05 plot object 214">
            <a:extLst>
              <a:ext uri="{FF2B5EF4-FFF2-40B4-BE49-F238E27FC236}">
                <ns2:creationId id="{28C7B460-F29E-4269-B07C-AF4862FBEC2F}"/>
              </a:ext>
            </a:extLst>
          </p:cNvPr>
          <p:cNvSpPr>
            <a:spLocks noGrp="1"/>
          </p:cNvSpPr>
          <p:nvPr/>
        </p:nvSpPr>
        <p:spPr>
          <a:xfrm>
            <a:off x="10599876" y="6253582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216" name="8">
            <a:extLst>
              <a:ext uri="{FF2B5EF4-FFF2-40B4-BE49-F238E27FC236}">
                <ns2:creationId id="{201D7AEB-F77D-49D7-9586-8B3461C579A9}"/>
              </a:ext>
            </a:extLst>
          </p:cNvPr>
          <p:cNvSpPr>
            <a:spLocks noGrp="1"/>
          </p:cNvSpPr>
          <p:nvPr/>
        </p:nvSpPr>
        <p:spPr>
          <a:xfrm rot="0">
            <a:off x="10549076" y="6334735"/>
            <a:ext cx="2032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217" name="figure05 plot object 216">
            <a:extLst>
              <a:ext uri="{FF2B5EF4-FFF2-40B4-BE49-F238E27FC236}">
                <ns2:creationId id="{344F4A89-1831-48F1-8F29-E05977D14B03}"/>
              </a:ext>
            </a:extLst>
          </p:cNvPr>
          <p:cNvSpPr>
            <a:spLocks noGrp="1"/>
          </p:cNvSpPr>
          <p:nvPr/>
        </p:nvSpPr>
        <p:spPr>
          <a:xfrm>
            <a:off x="11013971" y="6253582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218" name="9">
            <a:extLst>
              <a:ext uri="{FF2B5EF4-FFF2-40B4-BE49-F238E27FC236}">
                <ns2:creationId id="{8960FA6F-810E-4419-8980-BACF333147CE}"/>
              </a:ext>
            </a:extLst>
          </p:cNvPr>
          <p:cNvSpPr>
            <a:spLocks noGrp="1"/>
          </p:cNvSpPr>
          <p:nvPr/>
        </p:nvSpPr>
        <p:spPr>
          <a:xfrm rot="0">
            <a:off x="10963171" y="6334735"/>
            <a:ext cx="2032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9</a:t>
            </a:r>
          </a:p>
        </p:txBody>
      </p:sp>
      <p:sp>
        <p:nvSpPr>
          <p:cNvPr id="219" name="figure05 plot object 218">
            <a:extLst>
              <a:ext uri="{FF2B5EF4-FFF2-40B4-BE49-F238E27FC236}">
                <ns2:creationId id="{AEC93697-5884-45A5-A99A-E28D1C017209}"/>
              </a:ext>
            </a:extLst>
          </p:cNvPr>
          <p:cNvSpPr>
            <a:spLocks noGrp="1"/>
          </p:cNvSpPr>
          <p:nvPr/>
        </p:nvSpPr>
        <p:spPr>
          <a:xfrm>
            <a:off x="11428067" y="6253582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220" name="10">
            <a:extLst>
              <a:ext uri="{FF2B5EF4-FFF2-40B4-BE49-F238E27FC236}">
                <ns2:creationId id="{8BBD6C7E-E62C-4903-9B05-71D84DA0BA5C}"/>
              </a:ext>
            </a:extLst>
          </p:cNvPr>
          <p:cNvSpPr>
            <a:spLocks noGrp="1"/>
          </p:cNvSpPr>
          <p:nvPr/>
        </p:nvSpPr>
        <p:spPr>
          <a:xfrm rot="0">
            <a:off x="11326467" y="6334735"/>
            <a:ext cx="3048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221" name="figure05 plot object 220">
            <a:extLst>
              <a:ext uri="{FF2B5EF4-FFF2-40B4-BE49-F238E27FC236}">
                <ns2:creationId id="{138526A3-960F-4C5D-8B85-9DF4630A6839}"/>
              </a:ext>
            </a:extLst>
          </p:cNvPr>
          <p:cNvSpPr>
            <a:spLocks noGrp="1"/>
          </p:cNvSpPr>
          <p:nvPr/>
        </p:nvSpPr>
        <p:spPr>
          <a:xfrm>
            <a:off x="11842162" y="6253582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222" name="11">
            <a:extLst>
              <a:ext uri="{FF2B5EF4-FFF2-40B4-BE49-F238E27FC236}">
                <ns2:creationId id="{92364214-F727-4553-8B63-61942326D089}"/>
              </a:ext>
            </a:extLst>
          </p:cNvPr>
          <p:cNvSpPr>
            <a:spLocks noGrp="1"/>
          </p:cNvSpPr>
          <p:nvPr/>
        </p:nvSpPr>
        <p:spPr>
          <a:xfrm rot="0">
            <a:off x="11746118" y="6334735"/>
            <a:ext cx="29368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sp>
        <p:nvSpPr>
          <p:cNvPr id="223" name="figure05 plot object 222">
            <a:extLst>
              <a:ext uri="{FF2B5EF4-FFF2-40B4-BE49-F238E27FC236}">
                <ns2:creationId id="{25450B87-00B9-4DC6-BEC2-73A746219D9A}"/>
              </a:ext>
            </a:extLst>
          </p:cNvPr>
          <p:cNvSpPr>
            <a:spLocks noGrp="1"/>
          </p:cNvSpPr>
          <p:nvPr/>
        </p:nvSpPr>
        <p:spPr>
          <a:xfrm>
            <a:off x="12256257" y="6253582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224" name="12">
            <a:extLst>
              <a:ext uri="{FF2B5EF4-FFF2-40B4-BE49-F238E27FC236}">
                <ns2:creationId id="{3A084E55-61FA-45E2-AB8B-58148E8DACB2}"/>
              </a:ext>
            </a:extLst>
          </p:cNvPr>
          <p:cNvSpPr>
            <a:spLocks noGrp="1"/>
          </p:cNvSpPr>
          <p:nvPr/>
        </p:nvSpPr>
        <p:spPr>
          <a:xfrm rot="0">
            <a:off x="12154657" y="6334735"/>
            <a:ext cx="3048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sp>
        <p:nvSpPr>
          <p:cNvPr id="225" name="Batch">
            <a:extLst>
              <a:ext uri="{FF2B5EF4-FFF2-40B4-BE49-F238E27FC236}">
                <ns2:creationId id="{49C4453A-63C7-4D67-9C5B-862574FC93AA}"/>
              </a:ext>
            </a:extLst>
          </p:cNvPr>
          <p:cNvSpPr>
            <a:spLocks noGrp="1"/>
          </p:cNvSpPr>
          <p:nvPr/>
        </p:nvSpPr>
        <p:spPr>
          <a:xfrm rot="0">
            <a:off x="9711239" y="6564366"/>
            <a:ext cx="649287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Batch</a:t>
            </a:r>
          </a:p>
        </p:txBody>
      </p:sp>
      <p:sp>
        <p:nvSpPr>
          <p:cNvPr id="226" name="figure05 plot object 225">
            <a:extLst>
              <a:ext uri="{FF2B5EF4-FFF2-40B4-BE49-F238E27FC236}">
                <ns2:creationId id="{C24EDADB-169F-4CFD-B454-2F7E4030259D}"/>
              </a:ext>
            </a:extLst>
          </p:cNvPr>
          <p:cNvSpPr>
            <a:spLocks noGrp="1"/>
          </p:cNvSpPr>
          <p:nvPr/>
        </p:nvSpPr>
        <p:spPr>
          <a:xfrm>
            <a:off x="7484770" y="6253582"/>
            <a:ext cx="50800" cy="13"/>
          </a:xfrm>
          <a:custGeom>
            <a:pathLst>
              <a:path w="50800" h="13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227" name="0">
            <a:extLst>
              <a:ext uri="{FF2B5EF4-FFF2-40B4-BE49-F238E27FC236}">
                <ns2:creationId id="{D211769D-5ED6-4FE9-B844-DBE35CA3CECE}"/>
              </a:ext>
            </a:extLst>
          </p:cNvPr>
          <p:cNvSpPr>
            <a:spLocks noGrp="1"/>
          </p:cNvSpPr>
          <p:nvPr/>
        </p:nvSpPr>
        <p:spPr>
          <a:xfrm rot="0">
            <a:off x="7305383" y="6137186"/>
            <a:ext cx="20478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228" name="figure05 plot object 227">
            <a:extLst>
              <a:ext uri="{FF2B5EF4-FFF2-40B4-BE49-F238E27FC236}">
                <ns2:creationId id="{60ACAA61-93D9-4F3D-820D-2858A8395EA8}"/>
              </a:ext>
            </a:extLst>
          </p:cNvPr>
          <p:cNvSpPr>
            <a:spLocks noGrp="1"/>
          </p:cNvSpPr>
          <p:nvPr/>
        </p:nvSpPr>
        <p:spPr>
          <a:xfrm>
            <a:off x="7484770" y="5959196"/>
            <a:ext cx="50800" cy="13"/>
          </a:xfrm>
          <a:custGeom>
            <a:pathLst>
              <a:path w="50800" h="13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229" name="20">
            <a:extLst>
              <a:ext uri="{FF2B5EF4-FFF2-40B4-BE49-F238E27FC236}">
                <ns2:creationId id="{523A023B-4694-4A4B-87E3-AF61C59B88AC}"/>
              </a:ext>
            </a:extLst>
          </p:cNvPr>
          <p:cNvSpPr>
            <a:spLocks noGrp="1"/>
          </p:cNvSpPr>
          <p:nvPr/>
        </p:nvSpPr>
        <p:spPr>
          <a:xfrm rot="0">
            <a:off x="7202195" y="5842800"/>
            <a:ext cx="3079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20</a:t>
            </a:r>
          </a:p>
        </p:txBody>
      </p:sp>
      <p:sp>
        <p:nvSpPr>
          <p:cNvPr id="230" name="figure05 plot object 229">
            <a:extLst>
              <a:ext uri="{FF2B5EF4-FFF2-40B4-BE49-F238E27FC236}">
                <ns2:creationId id="{C600E335-77E8-4A63-88C1-CE6CAAEDD8CA}"/>
              </a:ext>
            </a:extLst>
          </p:cNvPr>
          <p:cNvSpPr>
            <a:spLocks noGrp="1"/>
          </p:cNvSpPr>
          <p:nvPr/>
        </p:nvSpPr>
        <p:spPr>
          <a:xfrm>
            <a:off x="7484770" y="5664810"/>
            <a:ext cx="50800" cy="13"/>
          </a:xfrm>
          <a:custGeom>
            <a:pathLst>
              <a:path w="50800" h="13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231" name="40">
            <a:extLst>
              <a:ext uri="{FF2B5EF4-FFF2-40B4-BE49-F238E27FC236}">
                <ns2:creationId id="{879D5605-DAEA-4BB7-8C69-4E2802DF77EE}"/>
              </a:ext>
            </a:extLst>
          </p:cNvPr>
          <p:cNvSpPr>
            <a:spLocks noGrp="1"/>
          </p:cNvSpPr>
          <p:nvPr/>
        </p:nvSpPr>
        <p:spPr>
          <a:xfrm rot="0">
            <a:off x="7203783" y="5548414"/>
            <a:ext cx="30638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40</a:t>
            </a:r>
          </a:p>
        </p:txBody>
      </p:sp>
      <p:sp>
        <p:nvSpPr>
          <p:cNvPr id="232" name="figure05 plot object 231">
            <a:extLst>
              <a:ext uri="{FF2B5EF4-FFF2-40B4-BE49-F238E27FC236}">
                <ns2:creationId id="{04820A3B-D1BD-4E71-A57C-C08FACDC73AC}"/>
              </a:ext>
            </a:extLst>
          </p:cNvPr>
          <p:cNvSpPr>
            <a:spLocks noGrp="1"/>
          </p:cNvSpPr>
          <p:nvPr/>
        </p:nvSpPr>
        <p:spPr>
          <a:xfrm>
            <a:off x="7484770" y="5370424"/>
            <a:ext cx="50800" cy="13"/>
          </a:xfrm>
          <a:custGeom>
            <a:pathLst>
              <a:path w="50800" h="13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233" name="60">
            <a:extLst>
              <a:ext uri="{FF2B5EF4-FFF2-40B4-BE49-F238E27FC236}">
                <ns2:creationId id="{113CE6CE-AB22-4BFD-9DBE-AFEEA8669E8E}"/>
              </a:ext>
            </a:extLst>
          </p:cNvPr>
          <p:cNvSpPr>
            <a:spLocks noGrp="1"/>
          </p:cNvSpPr>
          <p:nvPr/>
        </p:nvSpPr>
        <p:spPr>
          <a:xfrm rot="0">
            <a:off x="7203783" y="5254028"/>
            <a:ext cx="30638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60</a:t>
            </a:r>
          </a:p>
        </p:txBody>
      </p:sp>
      <p:sp>
        <p:nvSpPr>
          <p:cNvPr id="234" name="Dissociation (%)">
            <a:extLst>
              <a:ext uri="{FF2B5EF4-FFF2-40B4-BE49-F238E27FC236}">
                <ns2:creationId id="{63748886-64A3-4AF6-A8AB-E596F3F90EBE}"/>
              </a:ext>
            </a:extLst>
          </p:cNvPr>
          <p:cNvSpPr>
            <a:spLocks noGrp="1"/>
          </p:cNvSpPr>
          <p:nvPr/>
        </p:nvSpPr>
        <p:spPr>
          <a:xfrm rot="-5400000">
            <a:off x="6221783" y="5512232"/>
            <a:ext cx="1655762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BC785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BC7850"/>
                </a:solidFill>
                <a:latin typeface="Times New Roman"/>
                <a:ea typeface="Times New Roman"/>
                <a:cs typeface="Times New Roman"/>
              </a:rPr>
              <a:t>Dissociation (%)</a:t>
            </a:r>
          </a:p>
        </p:txBody>
      </p:sp>
      <p:sp>
        <p:nvSpPr>
          <p:cNvPr id="235" name="figure05 plot object 234">
            <a:extLst>
              <a:ext uri="{FF2B5EF4-FFF2-40B4-BE49-F238E27FC236}">
                <ns2:creationId id="{02BEF5CF-1045-4C23-98C4-BFD2EDEA62B8}"/>
              </a:ext>
            </a:extLst>
          </p:cNvPr>
          <p:cNvSpPr>
            <a:spLocks noGrp="1"/>
          </p:cNvSpPr>
          <p:nvPr/>
        </p:nvSpPr>
        <p:spPr>
          <a:xfrm>
            <a:off x="7535570" y="5193792"/>
            <a:ext cx="13" cy="1059790"/>
          </a:xfrm>
          <a:custGeom>
            <a:pathLst>
              <a:path w="13" h="1059790">
                <a:moveTo>
                  <a:pt x="0" y="105979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36" name="figure05 plot object 235">
            <a:extLst>
              <a:ext uri="{FF2B5EF4-FFF2-40B4-BE49-F238E27FC236}">
                <ns2:creationId id="{113B0F0C-1095-4CAC-8D76-FD1975618201}"/>
              </a:ext>
            </a:extLst>
          </p:cNvPr>
          <p:cNvSpPr>
            <a:spLocks noGrp="1"/>
          </p:cNvSpPr>
          <p:nvPr/>
        </p:nvSpPr>
        <p:spPr>
          <a:xfrm>
            <a:off x="7535570" y="6253582"/>
            <a:ext cx="4886325" cy="13"/>
          </a:xfrm>
          <a:custGeom>
            <a:pathLst>
              <a:path w="4886325" h="13">
                <a:moveTo>
                  <a:pt x="0" y="0"/>
                </a:moveTo>
                <a:lnTo>
                  <a:pt x="4886325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37" name="figure05 plot object 236">
            <a:extLst>
              <a:ext uri="{FF2B5EF4-FFF2-40B4-BE49-F238E27FC236}">
                <ns2:creationId id="{DCA1D82B-9824-4019-8775-9A0F12F1152F}"/>
              </a:ext>
            </a:extLst>
          </p:cNvPr>
          <p:cNvSpPr>
            <a:spLocks noGrp="1"/>
          </p:cNvSpPr>
          <p:nvPr/>
        </p:nvSpPr>
        <p:spPr>
          <a:xfrm>
            <a:off x="7701209" y="5461983"/>
            <a:ext cx="4555049" cy="698611"/>
          </a:xfrm>
          <a:custGeom>
            <a:pathLst>
              <a:path w="4555049" h="698611">
                <a:moveTo>
                  <a:pt x="0" y="690613"/>
                </a:moveTo>
                <a:lnTo>
                  <a:pt x="414095" y="682570"/>
                </a:lnTo>
                <a:lnTo>
                  <a:pt x="828191" y="698611"/>
                </a:lnTo>
                <a:lnTo>
                  <a:pt x="1242286" y="626847"/>
                </a:lnTo>
                <a:lnTo>
                  <a:pt x="1656381" y="0"/>
                </a:lnTo>
                <a:lnTo>
                  <a:pt x="2070477" y="684042"/>
                </a:lnTo>
                <a:lnTo>
                  <a:pt x="2484572" y="677459"/>
                </a:lnTo>
                <a:lnTo>
                  <a:pt x="2898667" y="676616"/>
                </a:lnTo>
                <a:lnTo>
                  <a:pt x="3312763" y="430593"/>
                </a:lnTo>
                <a:lnTo>
                  <a:pt x="3726858" y="640645"/>
                </a:lnTo>
                <a:lnTo>
                  <a:pt x="4140953" y="682275"/>
                </a:lnTo>
                <a:lnTo>
                  <a:pt x="4555049" y="441652"/>
                </a:lnTo>
              </a:path>
            </a:pathLst>
          </a:custGeom>
          <a:noFill/>
          <a:ln w="13970">
            <a:solidFill>
              <a:srgbClr val="BC7850"/>
            </a:solidFill>
            <a:prstDash val="solid"/>
          </a:ln>
        </p:spPr>
      </p:sp>
      <p:sp>
        <p:nvSpPr>
          <p:cNvPr id="238" name="figure05 plot object 237">
            <a:extLst>
              <a:ext uri="{FF2B5EF4-FFF2-40B4-BE49-F238E27FC236}">
                <ns2:creationId id="{5B01C6B8-C235-45F9-925D-B1375D80BFAE}"/>
              </a:ext>
            </a:extLst>
          </p:cNvPr>
          <p:cNvSpPr>
            <a:spLocks noGrp="1"/>
          </p:cNvSpPr>
          <p:nvPr/>
        </p:nvSpPr>
        <p:spPr>
          <a:xfrm>
            <a:off x="7669459" y="6120846"/>
            <a:ext cx="63500" cy="63500"/>
          </a:xfrm>
          <a:custGeom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BC7850"/>
          </a:solidFill>
          <a:ln w="12700">
            <a:solidFill>
              <a:srgbClr val="BC7850"/>
            </a:solidFill>
            <a:prstDash val="solid"/>
          </a:ln>
        </p:spPr>
      </p:sp>
      <p:sp>
        <p:nvSpPr>
          <p:cNvPr id="239" name="figure05 plot object 238">
            <a:extLst>
              <a:ext uri="{FF2B5EF4-FFF2-40B4-BE49-F238E27FC236}">
                <ns2:creationId id="{4081D644-F2B3-47C2-A398-BC536FD50CFA}"/>
              </a:ext>
            </a:extLst>
          </p:cNvPr>
          <p:cNvSpPr>
            <a:spLocks noGrp="1"/>
          </p:cNvSpPr>
          <p:nvPr/>
        </p:nvSpPr>
        <p:spPr>
          <a:xfrm>
            <a:off x="8083554" y="6112803"/>
            <a:ext cx="63500" cy="63500"/>
          </a:xfrm>
          <a:custGeom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BC7850"/>
          </a:solidFill>
          <a:ln w="12700">
            <a:solidFill>
              <a:srgbClr val="BC7850"/>
            </a:solidFill>
            <a:prstDash val="solid"/>
          </a:ln>
        </p:spPr>
      </p:sp>
      <p:sp>
        <p:nvSpPr>
          <p:cNvPr id="240" name="figure05 plot object 239">
            <a:extLst>
              <a:ext uri="{FF2B5EF4-FFF2-40B4-BE49-F238E27FC236}">
                <ns2:creationId id="{41E234E0-1DAD-454B-B0F7-536CD46B99AD}"/>
              </a:ext>
            </a:extLst>
          </p:cNvPr>
          <p:cNvSpPr>
            <a:spLocks noGrp="1"/>
          </p:cNvSpPr>
          <p:nvPr/>
        </p:nvSpPr>
        <p:spPr>
          <a:xfrm>
            <a:off x="8497649" y="6128844"/>
            <a:ext cx="63500" cy="63500"/>
          </a:xfrm>
          <a:custGeom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BC7850"/>
          </a:solidFill>
          <a:ln w="12700">
            <a:solidFill>
              <a:srgbClr val="BC7850"/>
            </a:solidFill>
            <a:prstDash val="solid"/>
          </a:ln>
        </p:spPr>
      </p:sp>
      <p:sp>
        <p:nvSpPr>
          <p:cNvPr id="241" name="figure05 plot object 240">
            <a:extLst>
              <a:ext uri="{FF2B5EF4-FFF2-40B4-BE49-F238E27FC236}">
                <ns2:creationId id="{A884CEDE-EEDD-4426-9A23-874E42C2177A}"/>
              </a:ext>
            </a:extLst>
          </p:cNvPr>
          <p:cNvSpPr>
            <a:spLocks noGrp="1"/>
          </p:cNvSpPr>
          <p:nvPr/>
        </p:nvSpPr>
        <p:spPr>
          <a:xfrm>
            <a:off x="8911745" y="6057080"/>
            <a:ext cx="63500" cy="63500"/>
          </a:xfrm>
          <a:custGeom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BC7850"/>
          </a:solidFill>
          <a:ln w="12700">
            <a:solidFill>
              <a:srgbClr val="BC7850"/>
            </a:solidFill>
            <a:prstDash val="solid"/>
          </a:ln>
        </p:spPr>
      </p:sp>
      <p:sp>
        <p:nvSpPr>
          <p:cNvPr id="242" name="figure05 plot object 241">
            <a:extLst>
              <a:ext uri="{FF2B5EF4-FFF2-40B4-BE49-F238E27FC236}">
                <ns2:creationId id="{57898A17-7735-4F28-887E-8B42C1B86C3B}"/>
              </a:ext>
            </a:extLst>
          </p:cNvPr>
          <p:cNvSpPr>
            <a:spLocks noGrp="1"/>
          </p:cNvSpPr>
          <p:nvPr/>
        </p:nvSpPr>
        <p:spPr>
          <a:xfrm>
            <a:off x="9325840" y="5430233"/>
            <a:ext cx="63500" cy="63500"/>
          </a:xfrm>
          <a:custGeom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BC7850"/>
          </a:solidFill>
          <a:ln w="12700">
            <a:solidFill>
              <a:srgbClr val="BC7850"/>
            </a:solidFill>
            <a:prstDash val="solid"/>
          </a:ln>
        </p:spPr>
      </p:sp>
      <p:sp>
        <p:nvSpPr>
          <p:cNvPr id="243" name="figure05 plot object 242">
            <a:extLst>
              <a:ext uri="{FF2B5EF4-FFF2-40B4-BE49-F238E27FC236}">
                <ns2:creationId id="{B0D61DAC-50BB-4AFF-83C2-C2902A6A81D8}"/>
              </a:ext>
            </a:extLst>
          </p:cNvPr>
          <p:cNvSpPr>
            <a:spLocks noGrp="1"/>
          </p:cNvSpPr>
          <p:nvPr/>
        </p:nvSpPr>
        <p:spPr>
          <a:xfrm>
            <a:off x="9739935" y="6114275"/>
            <a:ext cx="63500" cy="63500"/>
          </a:xfrm>
          <a:custGeom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BC7850"/>
          </a:solidFill>
          <a:ln w="12700">
            <a:solidFill>
              <a:srgbClr val="BC7850"/>
            </a:solidFill>
            <a:prstDash val="solid"/>
          </a:ln>
        </p:spPr>
      </p:sp>
      <p:sp>
        <p:nvSpPr>
          <p:cNvPr id="244" name="figure05 plot object 243">
            <a:extLst>
              <a:ext uri="{FF2B5EF4-FFF2-40B4-BE49-F238E27FC236}">
                <ns2:creationId id="{68C7081B-66AA-449A-A0EA-4A4FB444EF7E}"/>
              </a:ext>
            </a:extLst>
          </p:cNvPr>
          <p:cNvSpPr>
            <a:spLocks noGrp="1"/>
          </p:cNvSpPr>
          <p:nvPr/>
        </p:nvSpPr>
        <p:spPr>
          <a:xfrm>
            <a:off x="10154031" y="6107692"/>
            <a:ext cx="63500" cy="63500"/>
          </a:xfrm>
          <a:custGeom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BC7850"/>
          </a:solidFill>
          <a:ln w="12700">
            <a:solidFill>
              <a:srgbClr val="BC7850"/>
            </a:solidFill>
            <a:prstDash val="solid"/>
          </a:ln>
        </p:spPr>
      </p:sp>
      <p:sp>
        <p:nvSpPr>
          <p:cNvPr id="245" name="figure05 plot object 244">
            <a:extLst>
              <a:ext uri="{FF2B5EF4-FFF2-40B4-BE49-F238E27FC236}">
                <ns2:creationId id="{F527FFB3-BFC2-444C-9B93-98FE3C4DC8D4}"/>
              </a:ext>
            </a:extLst>
          </p:cNvPr>
          <p:cNvSpPr>
            <a:spLocks noGrp="1"/>
          </p:cNvSpPr>
          <p:nvPr/>
        </p:nvSpPr>
        <p:spPr>
          <a:xfrm>
            <a:off x="10568126" y="6106849"/>
            <a:ext cx="63500" cy="63500"/>
          </a:xfrm>
          <a:custGeom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BC7850"/>
          </a:solidFill>
          <a:ln w="12700">
            <a:solidFill>
              <a:srgbClr val="BC7850"/>
            </a:solidFill>
            <a:prstDash val="solid"/>
          </a:ln>
        </p:spPr>
      </p:sp>
      <p:sp>
        <p:nvSpPr>
          <p:cNvPr id="246" name="figure05 plot object 245">
            <a:extLst>
              <a:ext uri="{FF2B5EF4-FFF2-40B4-BE49-F238E27FC236}">
                <ns2:creationId id="{588F8679-69A3-4526-8F9C-E0BE902144C4}"/>
              </a:ext>
            </a:extLst>
          </p:cNvPr>
          <p:cNvSpPr>
            <a:spLocks noGrp="1"/>
          </p:cNvSpPr>
          <p:nvPr/>
        </p:nvSpPr>
        <p:spPr>
          <a:xfrm>
            <a:off x="10982221" y="5860827"/>
            <a:ext cx="63500" cy="63500"/>
          </a:xfrm>
          <a:custGeom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BC7850"/>
          </a:solidFill>
          <a:ln w="12700">
            <a:solidFill>
              <a:srgbClr val="BC7850"/>
            </a:solidFill>
            <a:prstDash val="solid"/>
          </a:ln>
        </p:spPr>
      </p:sp>
      <p:sp>
        <p:nvSpPr>
          <p:cNvPr id="247" name="figure05 plot object 246">
            <a:extLst>
              <a:ext uri="{FF2B5EF4-FFF2-40B4-BE49-F238E27FC236}">
                <ns2:creationId id="{7A27B556-20D1-46CD-AAE2-558821A70D43}"/>
              </a:ext>
            </a:extLst>
          </p:cNvPr>
          <p:cNvSpPr>
            <a:spLocks noGrp="1"/>
          </p:cNvSpPr>
          <p:nvPr/>
        </p:nvSpPr>
        <p:spPr>
          <a:xfrm>
            <a:off x="11396317" y="6070878"/>
            <a:ext cx="63500" cy="63500"/>
          </a:xfrm>
          <a:custGeom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BC7850"/>
          </a:solidFill>
          <a:ln w="12700">
            <a:solidFill>
              <a:srgbClr val="BC7850"/>
            </a:solidFill>
            <a:prstDash val="solid"/>
          </a:ln>
        </p:spPr>
      </p:sp>
      <p:sp>
        <p:nvSpPr>
          <p:cNvPr id="248" name="figure05 plot object 247">
            <a:extLst>
              <a:ext uri="{FF2B5EF4-FFF2-40B4-BE49-F238E27FC236}">
                <ns2:creationId id="{79FBC3E5-252C-4406-A97F-94A065DCE46B}"/>
              </a:ext>
            </a:extLst>
          </p:cNvPr>
          <p:cNvSpPr>
            <a:spLocks noGrp="1"/>
          </p:cNvSpPr>
          <p:nvPr/>
        </p:nvSpPr>
        <p:spPr>
          <a:xfrm>
            <a:off x="11810412" y="6112508"/>
            <a:ext cx="63500" cy="63500"/>
          </a:xfrm>
          <a:custGeom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BC7850"/>
          </a:solidFill>
          <a:ln w="12700">
            <a:solidFill>
              <a:srgbClr val="BC7850"/>
            </a:solidFill>
            <a:prstDash val="solid"/>
          </a:ln>
        </p:spPr>
      </p:sp>
      <p:sp>
        <p:nvSpPr>
          <p:cNvPr id="249" name="figure05 plot object 248">
            <a:extLst>
              <a:ext uri="{FF2B5EF4-FFF2-40B4-BE49-F238E27FC236}">
                <ns2:creationId id="{0EBB8E30-4447-4895-B3DC-AE513A49C02E}"/>
              </a:ext>
            </a:extLst>
          </p:cNvPr>
          <p:cNvSpPr>
            <a:spLocks noGrp="1"/>
          </p:cNvSpPr>
          <p:nvPr/>
        </p:nvSpPr>
        <p:spPr>
          <a:xfrm>
            <a:off x="12224507" y="5871886"/>
            <a:ext cx="63500" cy="63500"/>
          </a:xfrm>
          <a:custGeom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BC7850"/>
          </a:solidFill>
          <a:ln w="12700">
            <a:solidFill>
              <a:srgbClr val="BC7850"/>
            </a:solidFill>
            <a:prstDash val="solid"/>
          </a:ln>
        </p:spPr>
      </p:sp>
      <p:sp>
        <p:nvSpPr>
          <p:cNvPr id="250" name="figure05 plot object 249">
            <a:extLst>
              <a:ext uri="{FF2B5EF4-FFF2-40B4-BE49-F238E27FC236}">
                <ns2:creationId id="{E566AB40-4E0E-4739-8208-F25A3D401823}"/>
              </a:ext>
            </a:extLst>
          </p:cNvPr>
          <p:cNvSpPr>
            <a:spLocks noGrp="1"/>
          </p:cNvSpPr>
          <p:nvPr/>
        </p:nvSpPr>
        <p:spPr>
          <a:xfrm>
            <a:off x="7701209" y="5256830"/>
            <a:ext cx="4555049" cy="909142"/>
          </a:xfrm>
          <a:custGeom>
            <a:pathLst>
              <a:path w="4555049" h="909142">
                <a:moveTo>
                  <a:pt x="0" y="286759"/>
                </a:moveTo>
                <a:lnTo>
                  <a:pt x="414095" y="372160"/>
                </a:lnTo>
                <a:lnTo>
                  <a:pt x="828191" y="286759"/>
                </a:lnTo>
                <a:lnTo>
                  <a:pt x="1242286" y="551154"/>
                </a:lnTo>
                <a:lnTo>
                  <a:pt x="1656381" y="909142"/>
                </a:lnTo>
                <a:lnTo>
                  <a:pt x="2070477" y="107765"/>
                </a:lnTo>
                <a:lnTo>
                  <a:pt x="2484572" y="0"/>
                </a:lnTo>
                <a:lnTo>
                  <a:pt x="2898667" y="85402"/>
                </a:lnTo>
                <a:lnTo>
                  <a:pt x="3312763" y="730148"/>
                </a:lnTo>
                <a:lnTo>
                  <a:pt x="3726858" y="551154"/>
                </a:lnTo>
                <a:lnTo>
                  <a:pt x="4140953" y="372160"/>
                </a:lnTo>
                <a:lnTo>
                  <a:pt x="4555049" y="730148"/>
                </a:lnTo>
              </a:path>
            </a:pathLst>
          </a:custGeom>
          <a:noFill/>
          <a:ln w="10160">
            <a:solidFill>
              <a:srgbClr val="637482"/>
            </a:solidFill>
            <a:prstDash val="solid"/>
          </a:ln>
        </p:spPr>
      </p:sp>
      <p:sp>
        <p:nvSpPr>
          <p:cNvPr id="251" name="figure05 plot object 250">
            <a:extLst>
              <a:ext uri="{FF2B5EF4-FFF2-40B4-BE49-F238E27FC236}">
                <ns2:creationId id="{D43055DE-FED2-4629-9933-EAE6E6204B58}"/>
              </a:ext>
            </a:extLst>
          </p:cNvPr>
          <p:cNvSpPr>
            <a:spLocks noGrp="1"/>
          </p:cNvSpPr>
          <p:nvPr/>
        </p:nvSpPr>
        <p:spPr>
          <a:xfrm>
            <a:off x="7675809" y="5518189"/>
            <a:ext cx="50800" cy="50800"/>
          </a:xfrm>
          <a:custGeom>
            <a:pathLst>
              <a:path w="50800" h="50800">
                <a:moveTo>
                  <a:pt x="0" y="50800"/>
                </a:moveTo>
                <a:lnTo>
                  <a:pt x="50800" y="50800"/>
                </a:lnTo>
                <a:lnTo>
                  <a:pt x="508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252" name="figure05 plot object 251">
            <a:extLst>
              <a:ext uri="{FF2B5EF4-FFF2-40B4-BE49-F238E27FC236}">
                <ns2:creationId id="{5C62B074-9615-4DDB-98C5-54CDA666A847}"/>
              </a:ext>
            </a:extLst>
          </p:cNvPr>
          <p:cNvSpPr>
            <a:spLocks noGrp="1"/>
          </p:cNvSpPr>
          <p:nvPr/>
        </p:nvSpPr>
        <p:spPr>
          <a:xfrm>
            <a:off x="8089904" y="5603591"/>
            <a:ext cx="50800" cy="50800"/>
          </a:xfrm>
          <a:custGeom>
            <a:pathLst>
              <a:path w="50800" h="50800">
                <a:moveTo>
                  <a:pt x="0" y="50800"/>
                </a:moveTo>
                <a:lnTo>
                  <a:pt x="50800" y="50800"/>
                </a:lnTo>
                <a:lnTo>
                  <a:pt x="508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253" name="figure05 plot object 252">
            <a:extLst>
              <a:ext uri="{FF2B5EF4-FFF2-40B4-BE49-F238E27FC236}">
                <ns2:creationId id="{EE448C60-5EDA-42E4-B807-7B90F8DD6BE7}"/>
              </a:ext>
            </a:extLst>
          </p:cNvPr>
          <p:cNvSpPr>
            <a:spLocks noGrp="1"/>
          </p:cNvSpPr>
          <p:nvPr/>
        </p:nvSpPr>
        <p:spPr>
          <a:xfrm>
            <a:off x="8503999" y="5518189"/>
            <a:ext cx="50800" cy="50800"/>
          </a:xfrm>
          <a:custGeom>
            <a:pathLst>
              <a:path w="50800" h="50800">
                <a:moveTo>
                  <a:pt x="0" y="50800"/>
                </a:moveTo>
                <a:lnTo>
                  <a:pt x="50800" y="50800"/>
                </a:lnTo>
                <a:lnTo>
                  <a:pt x="508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254" name="figure05 plot object 253">
            <a:extLst>
              <a:ext uri="{FF2B5EF4-FFF2-40B4-BE49-F238E27FC236}">
                <ns2:creationId id="{7E6CBC1F-8CE1-426B-A921-AE05FE8420CC}"/>
              </a:ext>
            </a:extLst>
          </p:cNvPr>
          <p:cNvSpPr>
            <a:spLocks noGrp="1"/>
          </p:cNvSpPr>
          <p:nvPr/>
        </p:nvSpPr>
        <p:spPr>
          <a:xfrm>
            <a:off x="8918095" y="5782585"/>
            <a:ext cx="50800" cy="50800"/>
          </a:xfrm>
          <a:custGeom>
            <a:pathLst>
              <a:path w="50800" h="50800">
                <a:moveTo>
                  <a:pt x="0" y="50800"/>
                </a:moveTo>
                <a:lnTo>
                  <a:pt x="50800" y="50800"/>
                </a:lnTo>
                <a:lnTo>
                  <a:pt x="508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255" name="figure05 plot object 254">
            <a:extLst>
              <a:ext uri="{FF2B5EF4-FFF2-40B4-BE49-F238E27FC236}">
                <ns2:creationId id="{D93F8F56-A6D1-4CC9-8254-379DCA6146EC}"/>
              </a:ext>
            </a:extLst>
          </p:cNvPr>
          <p:cNvSpPr>
            <a:spLocks noGrp="1"/>
          </p:cNvSpPr>
          <p:nvPr/>
        </p:nvSpPr>
        <p:spPr>
          <a:xfrm>
            <a:off x="9332190" y="6140572"/>
            <a:ext cx="50800" cy="50800"/>
          </a:xfrm>
          <a:custGeom>
            <a:pathLst>
              <a:path w="50800" h="50800">
                <a:moveTo>
                  <a:pt x="0" y="50800"/>
                </a:moveTo>
                <a:lnTo>
                  <a:pt x="50800" y="50800"/>
                </a:lnTo>
                <a:lnTo>
                  <a:pt x="508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256" name="figure05 plot object 255">
            <a:extLst>
              <a:ext uri="{FF2B5EF4-FFF2-40B4-BE49-F238E27FC236}">
                <ns2:creationId id="{65715E72-2DB8-4F60-AF24-03E5920D5A38}"/>
              </a:ext>
            </a:extLst>
          </p:cNvPr>
          <p:cNvSpPr>
            <a:spLocks noGrp="1"/>
          </p:cNvSpPr>
          <p:nvPr/>
        </p:nvSpPr>
        <p:spPr>
          <a:xfrm>
            <a:off x="9746285" y="5339195"/>
            <a:ext cx="50800" cy="50800"/>
          </a:xfrm>
          <a:custGeom>
            <a:pathLst>
              <a:path w="50800" h="50800">
                <a:moveTo>
                  <a:pt x="0" y="50800"/>
                </a:moveTo>
                <a:lnTo>
                  <a:pt x="50800" y="50800"/>
                </a:lnTo>
                <a:lnTo>
                  <a:pt x="508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257" name="figure05 plot object 256">
            <a:extLst>
              <a:ext uri="{FF2B5EF4-FFF2-40B4-BE49-F238E27FC236}">
                <ns2:creationId id="{11045E86-6AB0-4D95-B903-0B5305CDF2AD}"/>
              </a:ext>
            </a:extLst>
          </p:cNvPr>
          <p:cNvSpPr>
            <a:spLocks noGrp="1"/>
          </p:cNvSpPr>
          <p:nvPr/>
        </p:nvSpPr>
        <p:spPr>
          <a:xfrm>
            <a:off x="10160381" y="5231430"/>
            <a:ext cx="50800" cy="50800"/>
          </a:xfrm>
          <a:custGeom>
            <a:pathLst>
              <a:path w="50800" h="50800">
                <a:moveTo>
                  <a:pt x="0" y="50800"/>
                </a:moveTo>
                <a:lnTo>
                  <a:pt x="50800" y="50800"/>
                </a:lnTo>
                <a:lnTo>
                  <a:pt x="508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258" name="figure05 plot object 257">
            <a:extLst>
              <a:ext uri="{FF2B5EF4-FFF2-40B4-BE49-F238E27FC236}">
                <ns2:creationId id="{F2FC121E-EA6F-4AF6-80CB-28C246893899}"/>
              </a:ext>
            </a:extLst>
          </p:cNvPr>
          <p:cNvSpPr>
            <a:spLocks noGrp="1"/>
          </p:cNvSpPr>
          <p:nvPr/>
        </p:nvSpPr>
        <p:spPr>
          <a:xfrm>
            <a:off x="10574476" y="5316832"/>
            <a:ext cx="50800" cy="50800"/>
          </a:xfrm>
          <a:custGeom>
            <a:pathLst>
              <a:path w="50800" h="50800">
                <a:moveTo>
                  <a:pt x="0" y="50800"/>
                </a:moveTo>
                <a:lnTo>
                  <a:pt x="50800" y="50800"/>
                </a:lnTo>
                <a:lnTo>
                  <a:pt x="508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259" name="figure05 plot object 258">
            <a:extLst>
              <a:ext uri="{FF2B5EF4-FFF2-40B4-BE49-F238E27FC236}">
                <ns2:creationId id="{D2F8ECB7-4A1C-4097-B36E-4FE718A34F61}"/>
              </a:ext>
            </a:extLst>
          </p:cNvPr>
          <p:cNvSpPr>
            <a:spLocks noGrp="1"/>
          </p:cNvSpPr>
          <p:nvPr/>
        </p:nvSpPr>
        <p:spPr>
          <a:xfrm>
            <a:off x="10988571" y="5961578"/>
            <a:ext cx="50800" cy="50800"/>
          </a:xfrm>
          <a:custGeom>
            <a:pathLst>
              <a:path w="50800" h="50800">
                <a:moveTo>
                  <a:pt x="0" y="50800"/>
                </a:moveTo>
                <a:lnTo>
                  <a:pt x="50800" y="50800"/>
                </a:lnTo>
                <a:lnTo>
                  <a:pt x="508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260" name="figure05 plot object 259">
            <a:extLst>
              <a:ext uri="{FF2B5EF4-FFF2-40B4-BE49-F238E27FC236}">
                <ns2:creationId id="{B736485C-90B3-451A-B1B2-655EC70030A7}"/>
              </a:ext>
            </a:extLst>
          </p:cNvPr>
          <p:cNvSpPr>
            <a:spLocks noGrp="1"/>
          </p:cNvSpPr>
          <p:nvPr/>
        </p:nvSpPr>
        <p:spPr>
          <a:xfrm>
            <a:off x="11402667" y="5782585"/>
            <a:ext cx="50800" cy="50800"/>
          </a:xfrm>
          <a:custGeom>
            <a:pathLst>
              <a:path w="50800" h="50800">
                <a:moveTo>
                  <a:pt x="0" y="50800"/>
                </a:moveTo>
                <a:lnTo>
                  <a:pt x="50800" y="50800"/>
                </a:lnTo>
                <a:lnTo>
                  <a:pt x="508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261" name="figure05 plot object 260">
            <a:extLst>
              <a:ext uri="{FF2B5EF4-FFF2-40B4-BE49-F238E27FC236}">
                <ns2:creationId id="{4848F42E-68A4-46E8-BCF4-63FB679110D2}"/>
              </a:ext>
            </a:extLst>
          </p:cNvPr>
          <p:cNvSpPr>
            <a:spLocks noGrp="1"/>
          </p:cNvSpPr>
          <p:nvPr/>
        </p:nvSpPr>
        <p:spPr>
          <a:xfrm>
            <a:off x="11816762" y="5603591"/>
            <a:ext cx="50800" cy="50800"/>
          </a:xfrm>
          <a:custGeom>
            <a:pathLst>
              <a:path w="50800" h="50800">
                <a:moveTo>
                  <a:pt x="0" y="50800"/>
                </a:moveTo>
                <a:lnTo>
                  <a:pt x="50800" y="50800"/>
                </a:lnTo>
                <a:lnTo>
                  <a:pt x="508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262" name="figure05 plot object 261">
            <a:extLst>
              <a:ext uri="{FF2B5EF4-FFF2-40B4-BE49-F238E27FC236}">
                <ns2:creationId id="{D82EC14B-0A45-4DCB-AEC1-D80C30AFE921}"/>
              </a:ext>
            </a:extLst>
          </p:cNvPr>
          <p:cNvSpPr>
            <a:spLocks noGrp="1"/>
          </p:cNvSpPr>
          <p:nvPr/>
        </p:nvSpPr>
        <p:spPr>
          <a:xfrm>
            <a:off x="12230857" y="5961578"/>
            <a:ext cx="50800" cy="50800"/>
          </a:xfrm>
          <a:custGeom>
            <a:pathLst>
              <a:path w="50800" h="50800">
                <a:moveTo>
                  <a:pt x="0" y="50800"/>
                </a:moveTo>
                <a:lnTo>
                  <a:pt x="50800" y="50800"/>
                </a:lnTo>
                <a:lnTo>
                  <a:pt x="508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263" name="figure05 plot object 262">
            <a:extLst>
              <a:ext uri="{FF2B5EF4-FFF2-40B4-BE49-F238E27FC236}">
                <ns2:creationId id="{2F7AED9F-8C31-46DA-B302-52B68AAC9056}"/>
              </a:ext>
            </a:extLst>
          </p:cNvPr>
          <p:cNvSpPr>
            <a:spLocks noGrp="1"/>
          </p:cNvSpPr>
          <p:nvPr/>
        </p:nvSpPr>
        <p:spPr>
          <a:xfrm>
            <a:off x="12421895" y="6213872"/>
            <a:ext cx="44450" cy="13"/>
          </a:xfrm>
          <a:custGeom>
            <a:pathLst>
              <a:path w="44450" h="13">
                <a:moveTo>
                  <a:pt x="0" y="0"/>
                </a:moveTo>
                <a:lnTo>
                  <a:pt x="44450" y="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264" name="10⁻⁵">
            <a:extLst>
              <a:ext uri="{FF2B5EF4-FFF2-40B4-BE49-F238E27FC236}">
                <ns2:creationId id="{276332FD-8963-47B1-BD37-FB44D77EF959}"/>
              </a:ext>
            </a:extLst>
          </p:cNvPr>
          <p:cNvSpPr>
            <a:spLocks noGrp="1"/>
          </p:cNvSpPr>
          <p:nvPr/>
        </p:nvSpPr>
        <p:spPr>
          <a:xfrm rot="0">
            <a:off x="12510795" y="6097477"/>
            <a:ext cx="43338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10⁻⁵</a:t>
            </a:r>
          </a:p>
        </p:txBody>
      </p:sp>
      <p:sp>
        <p:nvSpPr>
          <p:cNvPr id="265" name="figure05 plot object 264">
            <a:extLst>
              <a:ext uri="{FF2B5EF4-FFF2-40B4-BE49-F238E27FC236}">
                <ns2:creationId id="{C40FA503-9B80-4E8F-A519-BF3ABC830188}"/>
              </a:ext>
            </a:extLst>
          </p:cNvPr>
          <p:cNvSpPr>
            <a:spLocks noGrp="1"/>
          </p:cNvSpPr>
          <p:nvPr/>
        </p:nvSpPr>
        <p:spPr>
          <a:xfrm>
            <a:off x="12421895" y="5855885"/>
            <a:ext cx="44450" cy="13"/>
          </a:xfrm>
          <a:custGeom>
            <a:pathLst>
              <a:path w="44450" h="13">
                <a:moveTo>
                  <a:pt x="0" y="0"/>
                </a:moveTo>
                <a:lnTo>
                  <a:pt x="44450" y="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266" name="10⁻³">
            <a:extLst>
              <a:ext uri="{FF2B5EF4-FFF2-40B4-BE49-F238E27FC236}">
                <ns2:creationId id="{399FF977-B72B-4AF4-A5D4-9B3F4525AB1F}"/>
              </a:ext>
            </a:extLst>
          </p:cNvPr>
          <p:cNvSpPr>
            <a:spLocks noGrp="1"/>
          </p:cNvSpPr>
          <p:nvPr/>
        </p:nvSpPr>
        <p:spPr>
          <a:xfrm rot="0">
            <a:off x="12510795" y="5739489"/>
            <a:ext cx="4349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10⁻³</a:t>
            </a:r>
          </a:p>
        </p:txBody>
      </p:sp>
      <p:sp>
        <p:nvSpPr>
          <p:cNvPr id="267" name="figure05 plot object 266">
            <a:extLst>
              <a:ext uri="{FF2B5EF4-FFF2-40B4-BE49-F238E27FC236}">
                <ns2:creationId id="{DB4F1271-04B7-41D3-9E14-3AD45A56A6EF}"/>
              </a:ext>
            </a:extLst>
          </p:cNvPr>
          <p:cNvSpPr>
            <a:spLocks noGrp="1"/>
          </p:cNvSpPr>
          <p:nvPr/>
        </p:nvSpPr>
        <p:spPr>
          <a:xfrm>
            <a:off x="12421895" y="5318903"/>
            <a:ext cx="44450" cy="13"/>
          </a:xfrm>
          <a:custGeom>
            <a:pathLst>
              <a:path w="44450" h="13">
                <a:moveTo>
                  <a:pt x="0" y="0"/>
                </a:moveTo>
                <a:lnTo>
                  <a:pt x="44450" y="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268" name="10⁰">
            <a:extLst>
              <a:ext uri="{FF2B5EF4-FFF2-40B4-BE49-F238E27FC236}">
                <ns2:creationId id="{60F8632C-DC68-4A83-A8B0-887C8E4473FE}"/>
              </a:ext>
            </a:extLst>
          </p:cNvPr>
          <p:cNvSpPr>
            <a:spLocks noGrp="1"/>
          </p:cNvSpPr>
          <p:nvPr/>
        </p:nvSpPr>
        <p:spPr>
          <a:xfrm rot="0">
            <a:off x="12510795" y="5202508"/>
            <a:ext cx="36512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10⁰</a:t>
            </a:r>
          </a:p>
        </p:txBody>
      </p:sp>
      <p:sp>
        <p:nvSpPr>
          <p:cNvPr id="269" name="Concentration (M)">
            <a:extLst>
              <a:ext uri="{FF2B5EF4-FFF2-40B4-BE49-F238E27FC236}">
                <ns2:creationId id="{B5D9394A-0EBA-4070-B493-C4593B98F2AA}"/>
              </a:ext>
            </a:extLst>
          </p:cNvPr>
          <p:cNvSpPr>
            <a:spLocks noGrp="1"/>
          </p:cNvSpPr>
          <p:nvPr/>
        </p:nvSpPr>
        <p:spPr>
          <a:xfrm rot="-5400000">
            <a:off x="12085203" y="5512232"/>
            <a:ext cx="1824038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6374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637482"/>
                </a:solidFill>
                <a:latin typeface="Times New Roman"/>
                <a:ea typeface="Times New Roman"/>
                <a:cs typeface="Times New Roman"/>
              </a:rPr>
              <a:t>Concentration (M)</a:t>
            </a:r>
          </a:p>
        </p:txBody>
      </p:sp>
      <p:sp>
        <p:nvSpPr>
          <p:cNvPr id="270" name="figure05 plot object 269">
            <a:extLst>
              <a:ext uri="{FF2B5EF4-FFF2-40B4-BE49-F238E27FC236}">
                <ns2:creationId id="{D86EC761-F113-4D84-B0C5-FCB7F2531785}"/>
              </a:ext>
            </a:extLst>
          </p:cNvPr>
          <p:cNvSpPr>
            <a:spLocks noGrp="1"/>
          </p:cNvSpPr>
          <p:nvPr/>
        </p:nvSpPr>
        <p:spPr>
          <a:xfrm>
            <a:off x="7535570" y="5193792"/>
            <a:ext cx="13" cy="1059790"/>
          </a:xfrm>
          <a:custGeom>
            <a:pathLst>
              <a:path w="13" h="1059790">
                <a:moveTo>
                  <a:pt x="0" y="105979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71" name="figure05 plot object 270">
            <a:extLst>
              <a:ext uri="{FF2B5EF4-FFF2-40B4-BE49-F238E27FC236}">
                <ns2:creationId id="{7EB8E3F3-B1A2-487D-9440-3ABF1526ED8D}"/>
              </a:ext>
            </a:extLst>
          </p:cNvPr>
          <p:cNvSpPr>
            <a:spLocks noGrp="1"/>
          </p:cNvSpPr>
          <p:nvPr/>
        </p:nvSpPr>
        <p:spPr>
          <a:xfrm>
            <a:off x="12421895" y="5193792"/>
            <a:ext cx="13" cy="1059790"/>
          </a:xfrm>
          <a:custGeom>
            <a:pathLst>
              <a:path w="13" h="1059790">
                <a:moveTo>
                  <a:pt x="0" y="105979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72" name="figure05 plot object 271">
            <a:extLst>
              <a:ext uri="{FF2B5EF4-FFF2-40B4-BE49-F238E27FC236}">
                <ns2:creationId id="{302A99E3-A852-49CA-9362-352C352D9D7D}"/>
              </a:ext>
            </a:extLst>
          </p:cNvPr>
          <p:cNvSpPr>
            <a:spLocks noGrp="1"/>
          </p:cNvSpPr>
          <p:nvPr/>
        </p:nvSpPr>
        <p:spPr>
          <a:xfrm>
            <a:off x="7535570" y="6253582"/>
            <a:ext cx="4886325" cy="13"/>
          </a:xfrm>
          <a:custGeom>
            <a:pathLst>
              <a:path w="4886325" h="13">
                <a:moveTo>
                  <a:pt x="0" y="0"/>
                </a:moveTo>
                <a:lnTo>
                  <a:pt x="4886325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73" name="figure05 plot object 272">
            <a:extLst>
              <a:ext uri="{FF2B5EF4-FFF2-40B4-BE49-F238E27FC236}">
                <ns2:creationId id="{FA4A0068-0D43-4239-A240-710A777CEF5E}"/>
              </a:ext>
            </a:extLst>
          </p:cNvPr>
          <p:cNvSpPr>
            <a:spLocks noGrp="1"/>
          </p:cNvSpPr>
          <p:nvPr/>
        </p:nvSpPr>
        <p:spPr>
          <a:xfrm>
            <a:off x="7900416" y="8720633"/>
            <a:ext cx="4221785" cy="790499"/>
          </a:xfrm>
          <a:custGeom>
            <a:pathLst>
              <a:path w="4221785" h="790499">
                <a:moveTo>
                  <a:pt x="0" y="790499"/>
                </a:moveTo>
                <a:lnTo>
                  <a:pt x="4221785" y="790499"/>
                </a:lnTo>
                <a:lnTo>
                  <a:pt x="422178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noFill/>
            <a:prstDash val="solid"/>
          </a:ln>
        </p:spPr>
      </p:sp>
      <p:sp>
        <p:nvSpPr>
          <p:cNvPr id="274" name="figure05 plot object 273">
            <a:extLst>
              <a:ext uri="{FF2B5EF4-FFF2-40B4-BE49-F238E27FC236}">
                <ns2:creationId id="{30CA471B-6AFB-4B33-9F7C-9E2C1B046666}"/>
              </a:ext>
            </a:extLst>
          </p:cNvPr>
          <p:cNvSpPr>
            <a:spLocks noGrp="1"/>
          </p:cNvSpPr>
          <p:nvPr/>
        </p:nvSpPr>
        <p:spPr>
          <a:xfrm>
            <a:off x="7900416" y="9511132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275" name="40">
            <a:extLst>
              <a:ext uri="{FF2B5EF4-FFF2-40B4-BE49-F238E27FC236}">
                <ns2:creationId id="{E9ABAAAA-8F31-4273-BE2E-4E0F14FBC323}"/>
              </a:ext>
            </a:extLst>
          </p:cNvPr>
          <p:cNvSpPr>
            <a:spLocks noGrp="1"/>
          </p:cNvSpPr>
          <p:nvPr/>
        </p:nvSpPr>
        <p:spPr>
          <a:xfrm rot="0">
            <a:off x="7798022" y="9592285"/>
            <a:ext cx="30638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40</a:t>
            </a:r>
          </a:p>
        </p:txBody>
      </p:sp>
      <p:sp>
        <p:nvSpPr>
          <p:cNvPr id="276" name="figure05 plot object 275">
            <a:extLst>
              <a:ext uri="{FF2B5EF4-FFF2-40B4-BE49-F238E27FC236}">
                <ns2:creationId id="{7B92BC09-11F3-40D1-A1ED-120A57225421}"/>
              </a:ext>
            </a:extLst>
          </p:cNvPr>
          <p:cNvSpPr>
            <a:spLocks noGrp="1"/>
          </p:cNvSpPr>
          <p:nvPr/>
        </p:nvSpPr>
        <p:spPr>
          <a:xfrm>
            <a:off x="9142117" y="9511132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277" name="50">
            <a:extLst>
              <a:ext uri="{FF2B5EF4-FFF2-40B4-BE49-F238E27FC236}">
                <ns2:creationId id="{E0DD99B2-B157-4AF3-BF4F-C4D230E7810C}"/>
              </a:ext>
            </a:extLst>
          </p:cNvPr>
          <p:cNvSpPr>
            <a:spLocks noGrp="1"/>
          </p:cNvSpPr>
          <p:nvPr/>
        </p:nvSpPr>
        <p:spPr>
          <a:xfrm rot="0">
            <a:off x="9039724" y="9592285"/>
            <a:ext cx="30638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50</a:t>
            </a:r>
          </a:p>
        </p:txBody>
      </p:sp>
      <p:sp>
        <p:nvSpPr>
          <p:cNvPr id="278" name="figure05 plot object 277">
            <a:extLst>
              <a:ext uri="{FF2B5EF4-FFF2-40B4-BE49-F238E27FC236}">
                <ns2:creationId id="{B616C510-864F-4E24-97CA-45663D6765F8}"/>
              </a:ext>
            </a:extLst>
          </p:cNvPr>
          <p:cNvSpPr>
            <a:spLocks noGrp="1"/>
          </p:cNvSpPr>
          <p:nvPr/>
        </p:nvSpPr>
        <p:spPr>
          <a:xfrm>
            <a:off x="10383819" y="9511132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279" name="60">
            <a:extLst>
              <a:ext uri="{FF2B5EF4-FFF2-40B4-BE49-F238E27FC236}">
                <ns2:creationId id="{DE874F51-BB15-4556-BF64-BE5FA048DDD6}"/>
              </a:ext>
            </a:extLst>
          </p:cNvPr>
          <p:cNvSpPr>
            <a:spLocks noGrp="1"/>
          </p:cNvSpPr>
          <p:nvPr/>
        </p:nvSpPr>
        <p:spPr>
          <a:xfrm rot="0">
            <a:off x="10281425" y="9592285"/>
            <a:ext cx="30638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60</a:t>
            </a:r>
          </a:p>
        </p:txBody>
      </p:sp>
      <p:sp>
        <p:nvSpPr>
          <p:cNvPr id="280" name="figure05 plot object 279">
            <a:extLst>
              <a:ext uri="{FF2B5EF4-FFF2-40B4-BE49-F238E27FC236}">
                <ns2:creationId id="{95D2B1AA-0938-4BE8-8363-22CA9A82F4A5}"/>
              </a:ext>
            </a:extLst>
          </p:cNvPr>
          <p:cNvSpPr>
            <a:spLocks noGrp="1"/>
          </p:cNvSpPr>
          <p:nvPr/>
        </p:nvSpPr>
        <p:spPr>
          <a:xfrm>
            <a:off x="11625520" y="9511132"/>
            <a:ext cx="13" cy="50800"/>
          </a:xfrm>
          <a:custGeom>
            <a:pathLst>
              <a:path w="13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281" name="70">
            <a:extLst>
              <a:ext uri="{FF2B5EF4-FFF2-40B4-BE49-F238E27FC236}">
                <ns2:creationId id="{F4129BB1-0E48-4B13-A111-31A529C17430}"/>
              </a:ext>
            </a:extLst>
          </p:cNvPr>
          <p:cNvSpPr>
            <a:spLocks noGrp="1"/>
          </p:cNvSpPr>
          <p:nvPr/>
        </p:nvSpPr>
        <p:spPr>
          <a:xfrm rot="0">
            <a:off x="11523126" y="9592285"/>
            <a:ext cx="30638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70</a:t>
            </a:r>
          </a:p>
        </p:txBody>
      </p:sp>
      <p:sp>
        <p:nvSpPr>
          <p:cNvPr id="282" name="Dissociation (%)">
            <a:extLst>
              <a:ext uri="{FF2B5EF4-FFF2-40B4-BE49-F238E27FC236}">
                <ns2:creationId id="{E80B628E-A08D-40B7-A956-B51E8EA0C921}"/>
              </a:ext>
            </a:extLst>
          </p:cNvPr>
          <p:cNvSpPr>
            <a:spLocks noGrp="1"/>
          </p:cNvSpPr>
          <p:nvPr/>
        </p:nvSpPr>
        <p:spPr>
          <a:xfrm rot="0">
            <a:off x="9240577" y="9821916"/>
            <a:ext cx="1655762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Dissociation (%)</a:t>
            </a:r>
          </a:p>
        </p:txBody>
      </p:sp>
      <p:sp>
        <p:nvSpPr>
          <p:cNvPr id="283" name="figure05 plot object 282">
            <a:extLst>
              <a:ext uri="{FF2B5EF4-FFF2-40B4-BE49-F238E27FC236}">
                <ns2:creationId id="{E0356355-5B9A-4816-9AD2-44928CD4046F}"/>
              </a:ext>
            </a:extLst>
          </p:cNvPr>
          <p:cNvSpPr>
            <a:spLocks noGrp="1"/>
          </p:cNvSpPr>
          <p:nvPr/>
        </p:nvSpPr>
        <p:spPr>
          <a:xfrm>
            <a:off x="7849616" y="9013410"/>
            <a:ext cx="50800" cy="13"/>
          </a:xfrm>
          <a:custGeom>
            <a:pathLst>
              <a:path w="50800" h="13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284" name="Prediction">
            <a:extLst>
              <a:ext uri="{FF2B5EF4-FFF2-40B4-BE49-F238E27FC236}">
                <ns2:creationId id="{9D8B4A00-64D5-4496-8D2B-265CE0A57427}"/>
              </a:ext>
            </a:extLst>
          </p:cNvPr>
          <p:cNvSpPr>
            <a:spLocks noGrp="1"/>
          </p:cNvSpPr>
          <p:nvPr/>
        </p:nvSpPr>
        <p:spPr>
          <a:xfrm rot="0">
            <a:off x="6944741" y="8897015"/>
            <a:ext cx="9302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Prediction</a:t>
            </a:r>
          </a:p>
        </p:txBody>
      </p:sp>
      <p:sp>
        <p:nvSpPr>
          <p:cNvPr id="285" name="figure05 plot object 284">
            <a:extLst>
              <a:ext uri="{FF2B5EF4-FFF2-40B4-BE49-F238E27FC236}">
                <ns2:creationId id="{BFDE8244-1755-4189-BABA-60F88E1E30B1}"/>
              </a:ext>
            </a:extLst>
          </p:cNvPr>
          <p:cNvSpPr>
            <a:spLocks noGrp="1"/>
          </p:cNvSpPr>
          <p:nvPr/>
        </p:nvSpPr>
        <p:spPr>
          <a:xfrm>
            <a:off x="7849616" y="9306187"/>
            <a:ext cx="50800" cy="13"/>
          </a:xfrm>
          <a:custGeom>
            <a:pathLst>
              <a:path w="50800" h="13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286" name="Reference">
            <a:extLst>
              <a:ext uri="{FF2B5EF4-FFF2-40B4-BE49-F238E27FC236}">
                <ns2:creationId id="{1ED8AD59-EB72-4544-8CD9-1B82F376BF74}"/>
              </a:ext>
            </a:extLst>
          </p:cNvPr>
          <p:cNvSpPr>
            <a:spLocks noGrp="1"/>
          </p:cNvSpPr>
          <p:nvPr/>
        </p:nvSpPr>
        <p:spPr>
          <a:xfrm rot="0">
            <a:off x="6952679" y="9189792"/>
            <a:ext cx="92233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Reference</a:t>
            </a:r>
          </a:p>
        </p:txBody>
      </p:sp>
      <p:sp>
        <p:nvSpPr>
          <p:cNvPr id="287" name="figure05 plot object 286">
            <a:extLst>
              <a:ext uri="{FF2B5EF4-FFF2-40B4-BE49-F238E27FC236}">
                <ns2:creationId id="{CDACE88F-4E72-4A4E-937F-DC08748808A8}"/>
              </a:ext>
            </a:extLst>
          </p:cNvPr>
          <p:cNvSpPr>
            <a:spLocks noGrp="1"/>
          </p:cNvSpPr>
          <p:nvPr/>
        </p:nvSpPr>
        <p:spPr>
          <a:xfrm>
            <a:off x="9663632" y="9013410"/>
            <a:ext cx="1142365" cy="13"/>
          </a:xfrm>
          <a:custGeom>
            <a:pathLst>
              <a:path w="1142365" h="13">
                <a:moveTo>
                  <a:pt x="0" y="0"/>
                </a:moveTo>
                <a:lnTo>
                  <a:pt x="1142365" y="0"/>
                </a:lnTo>
              </a:path>
            </a:pathLst>
          </a:custGeom>
          <a:noFill/>
          <a:ln w="13970">
            <a:solidFill>
              <a:srgbClr val="BC7850"/>
            </a:solidFill>
            <a:prstDash val="solid"/>
          </a:ln>
        </p:spPr>
      </p:sp>
      <p:sp>
        <p:nvSpPr>
          <p:cNvPr id="288" name="figure05 plot object 287">
            <a:extLst>
              <a:ext uri="{FF2B5EF4-FFF2-40B4-BE49-F238E27FC236}">
                <ns2:creationId id="{D7B4A243-14F5-4A1D-8B73-396CFFE53A17}"/>
              </a:ext>
            </a:extLst>
          </p:cNvPr>
          <p:cNvSpPr>
            <a:spLocks noGrp="1"/>
          </p:cNvSpPr>
          <p:nvPr/>
        </p:nvSpPr>
        <p:spPr>
          <a:xfrm>
            <a:off x="9663632" y="8962610"/>
            <a:ext cx="13" cy="101600"/>
          </a:xfrm>
          <a:custGeom>
            <a:pathLst>
              <a:path w="13" h="101600">
                <a:moveTo>
                  <a:pt x="0" y="101600"/>
                </a:moveTo>
                <a:lnTo>
                  <a:pt x="0" y="0"/>
                </a:lnTo>
              </a:path>
            </a:pathLst>
          </a:custGeom>
          <a:solidFill>
            <a:srgbClr val="BC7850"/>
          </a:solidFill>
          <a:ln w="12700">
            <a:solidFill>
              <a:srgbClr val="BC7850"/>
            </a:solidFill>
            <a:prstDash val="solid"/>
          </a:ln>
        </p:spPr>
      </p:sp>
      <p:sp>
        <p:nvSpPr>
          <p:cNvPr id="289" name="figure05 plot object 288">
            <a:extLst>
              <a:ext uri="{FF2B5EF4-FFF2-40B4-BE49-F238E27FC236}">
                <ns2:creationId id="{4593EA4E-82BF-42BB-90A3-C7ECF407E58F}"/>
              </a:ext>
            </a:extLst>
          </p:cNvPr>
          <p:cNvSpPr>
            <a:spLocks noGrp="1"/>
          </p:cNvSpPr>
          <p:nvPr/>
        </p:nvSpPr>
        <p:spPr>
          <a:xfrm>
            <a:off x="10805997" y="8962610"/>
            <a:ext cx="13" cy="101600"/>
          </a:xfrm>
          <a:custGeom>
            <a:pathLst>
              <a:path w="13" h="101600">
                <a:moveTo>
                  <a:pt x="0" y="101600"/>
                </a:moveTo>
                <a:lnTo>
                  <a:pt x="0" y="0"/>
                </a:lnTo>
              </a:path>
            </a:pathLst>
          </a:custGeom>
          <a:solidFill>
            <a:srgbClr val="BC7850"/>
          </a:solidFill>
          <a:ln w="12700">
            <a:solidFill>
              <a:srgbClr val="BC7850"/>
            </a:solidFill>
            <a:prstDash val="solid"/>
          </a:ln>
        </p:spPr>
      </p:sp>
      <p:sp>
        <p:nvSpPr>
          <p:cNvPr id="290" name="figure05 plot object 289">
            <a:extLst>
              <a:ext uri="{FF2B5EF4-FFF2-40B4-BE49-F238E27FC236}">
                <ns2:creationId id="{E94D1275-B66B-4AC7-BDB5-7AE0859069EB}"/>
              </a:ext>
            </a:extLst>
          </p:cNvPr>
          <p:cNvSpPr>
            <a:spLocks noGrp="1"/>
          </p:cNvSpPr>
          <p:nvPr/>
        </p:nvSpPr>
        <p:spPr>
          <a:xfrm>
            <a:off x="10086601" y="9261286"/>
            <a:ext cx="89803" cy="89803"/>
          </a:xfrm>
          <a:custGeom>
            <a:pathLst>
              <a:path w="89803" h="89803">
                <a:moveTo>
                  <a:pt x="44901" y="89803"/>
                </a:moveTo>
                <a:lnTo>
                  <a:pt x="89803" y="44901"/>
                </a:lnTo>
                <a:lnTo>
                  <a:pt x="44901" y="0"/>
                </a:lnTo>
                <a:lnTo>
                  <a:pt x="0" y="44901"/>
                </a:lnTo>
                <a:close/>
              </a:path>
            </a:pathLst>
          </a:cu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91" name="figure05 plot object 290">
            <a:extLst>
              <a:ext uri="{FF2B5EF4-FFF2-40B4-BE49-F238E27FC236}">
                <ns2:creationId id="{1E47FD6C-B8D3-4640-9AAD-975AD5B53F9F}"/>
              </a:ext>
            </a:extLst>
          </p:cNvPr>
          <p:cNvSpPr>
            <a:spLocks noGrp="1"/>
          </p:cNvSpPr>
          <p:nvPr/>
        </p:nvSpPr>
        <p:spPr>
          <a:xfrm>
            <a:off x="10196715" y="8975310"/>
            <a:ext cx="76200" cy="76200"/>
          </a:xfrm>
          <a:custGeom>
            <a:pathLst>
              <a:path w="76200" h="76200">
                <a:moveTo>
                  <a:pt x="38100" y="76200"/>
                </a:moveTo>
                <a:cubicBezTo>
                  <a:pt x="48204" y="76200"/>
                  <a:pt x="57896" y="72186"/>
                  <a:pt x="65041" y="65041"/>
                </a:cubicBezTo>
                <a:cubicBezTo>
                  <a:pt x="72186" y="57896"/>
                  <a:pt x="76200" y="48204"/>
                  <a:pt x="76200" y="38100"/>
                </a:cubicBezTo>
                <a:cubicBezTo>
                  <a:pt x="76200" y="27996"/>
                  <a:pt x="72186" y="18304"/>
                  <a:pt x="65041" y="11159"/>
                </a:cubicBezTo>
                <a:cubicBezTo>
                  <a:pt x="57896" y="4014"/>
                  <a:pt x="48204" y="0"/>
                  <a:pt x="38100" y="0"/>
                </a:cubicBezTo>
                <a:cubicBezTo>
                  <a:pt x="27996" y="0"/>
                  <a:pt x="18304" y="4014"/>
                  <a:pt x="11159" y="11159"/>
                </a:cubicBezTo>
                <a:cubicBezTo>
                  <a:pt x="4014" y="18304"/>
                  <a:pt x="0" y="27996"/>
                  <a:pt x="0" y="38100"/>
                </a:cubicBezTo>
                <a:cubicBezTo>
                  <a:pt x="0" y="48204"/>
                  <a:pt x="4014" y="57896"/>
                  <a:pt x="11159" y="65041"/>
                </a:cubicBezTo>
                <a:cubicBezTo>
                  <a:pt x="18304" y="72186"/>
                  <a:pt x="27996" y="76200"/>
                  <a:pt x="38100" y="76200"/>
                </a:cubicBezTo>
                <a:close/>
              </a:path>
            </a:pathLst>
          </a:custGeom>
          <a:solidFill>
            <a:srgbClr val="BC7850"/>
          </a:solidFill>
          <a:ln w="12700">
            <a:solidFill>
              <a:srgbClr val="BC7850"/>
            </a:solidFill>
            <a:prstDash val="solid"/>
          </a:ln>
        </p:spPr>
      </p:sp>
      <p:sp>
        <p:nvSpPr>
          <p:cNvPr id="292" name="figure05 plot object 291">
            <a:extLst>
              <a:ext uri="{FF2B5EF4-FFF2-40B4-BE49-F238E27FC236}">
                <ns2:creationId id="{1F844DD6-EA3A-44DF-991E-997324F50BE2}"/>
              </a:ext>
            </a:extLst>
          </p:cNvPr>
          <p:cNvSpPr>
            <a:spLocks noGrp="1"/>
          </p:cNvSpPr>
          <p:nvPr/>
        </p:nvSpPr>
        <p:spPr>
          <a:xfrm>
            <a:off x="7900416" y="8720633"/>
            <a:ext cx="13" cy="790499"/>
          </a:xfrm>
          <a:custGeom>
            <a:pathLst>
              <a:path w="13" h="790499">
                <a:moveTo>
                  <a:pt x="0" y="790499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93" name="figure05 plot object 292">
            <a:extLst>
              <a:ext uri="{FF2B5EF4-FFF2-40B4-BE49-F238E27FC236}">
                <ns2:creationId id="{76FF8F9C-0710-4D73-92D2-5A5837894D8C}"/>
              </a:ext>
            </a:extLst>
          </p:cNvPr>
          <p:cNvSpPr>
            <a:spLocks noGrp="1"/>
          </p:cNvSpPr>
          <p:nvPr/>
        </p:nvSpPr>
        <p:spPr>
          <a:xfrm>
            <a:off x="7900416" y="9511132"/>
            <a:ext cx="4221785" cy="13"/>
          </a:xfrm>
          <a:custGeom>
            <a:pathLst>
              <a:path w="4221785" h="13">
                <a:moveTo>
                  <a:pt x="0" y="0"/>
                </a:moveTo>
                <a:lnTo>
                  <a:pt x="4221785" y="0"/>
                </a:lnTo>
              </a:path>
            </a:pathLst>
          </a:cu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94" name="58.80% [54.20, 63.40]">
            <a:extLst>
              <a:ext uri="{FF2B5EF4-FFF2-40B4-BE49-F238E27FC236}">
                <ns2:creationId id="{91D20195-2077-4930-82AF-1ED5C3D955A7}"/>
              </a:ext>
            </a:extLst>
          </p:cNvPr>
          <p:cNvSpPr>
            <a:spLocks noGrp="1"/>
          </p:cNvSpPr>
          <p:nvPr/>
        </p:nvSpPr>
        <p:spPr>
          <a:xfrm rot="0">
            <a:off x="9318827" y="8665439"/>
            <a:ext cx="19335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58.80% [54.20, 63.40]</a:t>
            </a:r>
          </a:p>
        </p:txBody>
      </p:sp>
      <p:sp>
        <p:nvSpPr>
          <p:cNvPr id="295" name="57.97%">
            <a:extLst>
              <a:ext uri="{FF2B5EF4-FFF2-40B4-BE49-F238E27FC236}">
                <ns2:creationId id="{DFAE1E0F-A083-4113-9D53-45CAEA78BE8E}"/>
              </a:ext>
            </a:extLst>
          </p:cNvPr>
          <p:cNvSpPr>
            <a:spLocks noGrp="1"/>
          </p:cNvSpPr>
          <p:nvPr/>
        </p:nvSpPr>
        <p:spPr>
          <a:xfrm rot="0">
            <a:off x="10317758" y="9168059"/>
            <a:ext cx="7270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57.97%</a:t>
            </a:r>
          </a:p>
        </p:txBody>
      </p:sp>
      <p:sp>
        <p:nvSpPr>
          <p:cNvPr id="296" name="figure05 plot object 295">
            <a:extLst>
              <a:ext uri="{FF2B5EF4-FFF2-40B4-BE49-F238E27FC236}">
                <ns2:creationId id="{4D219C51-AA8A-4283-AA90-DBE8E1304253}"/>
              </a:ext>
            </a:extLst>
          </p:cNvPr>
          <p:cNvSpPr>
            <a:spLocks noGrp="1"/>
          </p:cNvSpPr>
          <p:nvPr/>
        </p:nvSpPr>
        <p:spPr>
          <a:xfrm>
            <a:off x="342900" y="4359859"/>
            <a:ext cx="13030200" cy="13"/>
          </a:xfrm>
          <a:custGeom>
            <a:pathLst>
              <a:path w="13030200" h="13">
                <a:moveTo>
                  <a:pt x="0" y="0"/>
                </a:moveTo>
                <a:lnTo>
                  <a:pt x="13030200" y="0"/>
                </a:lnTo>
              </a:path>
            </a:pathLst>
          </a:custGeom>
          <a:noFill/>
          <a:ln w="7620">
            <a:solidFill>
              <a:srgbClr val="9AA2A8"/>
            </a:solidFill>
            <a:prstDash val="solid"/>
          </a:ln>
        </p:spPr>
      </p:sp>
      <p:sp>
        <p:nvSpPr>
          <p:cNvPr id="297" name="figure05 plot object 296">
            <a:extLst>
              <a:ext uri="{FF2B5EF4-FFF2-40B4-BE49-F238E27FC236}">
                <ns2:creationId id="{B10E113A-8282-4704-9784-30F3D444E6B7}"/>
              </a:ext>
            </a:extLst>
          </p:cNvPr>
          <p:cNvSpPr>
            <a:spLocks noGrp="1"/>
          </p:cNvSpPr>
          <p:nvPr/>
        </p:nvSpPr>
        <p:spPr>
          <a:xfrm>
            <a:off x="6519215" y="4429354"/>
            <a:ext cx="13" cy="5411876"/>
          </a:xfrm>
          <a:custGeom>
            <a:pathLst>
              <a:path w="13" h="5411876">
                <a:moveTo>
                  <a:pt x="0" y="5411876"/>
                </a:moveTo>
                <a:lnTo>
                  <a:pt x="0" y="0"/>
                </a:lnTo>
              </a:path>
            </a:pathLst>
          </a:custGeom>
          <a:noFill/>
          <a:ln w="7620">
            <a:solidFill>
              <a:srgbClr val="9AA2A8"/>
            </a:solidFill>
            <a:prstDash val="solid"/>
          </a:ln>
        </p:spPr>
      </p:sp>
      <p:sp>
        <p:nvSpPr>
          <p:cNvPr id="298" name="a">
            <a:extLst>
              <a:ext uri="{FF2B5EF4-FFF2-40B4-BE49-F238E27FC236}">
                <ns2:creationId id="{83EC588C-8F25-4E78-A4F7-31F13349E215}"/>
              </a:ext>
            </a:extLst>
          </p:cNvPr>
          <p:cNvSpPr>
            <a:spLocks noGrp="1"/>
          </p:cNvSpPr>
          <p:nvPr/>
        </p:nvSpPr>
        <p:spPr>
          <a:xfrm rot="0">
            <a:off x="525323" y="1431060"/>
            <a:ext cx="2540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99" name="Lowest concentration assayed in each campaign">
            <a:extLst>
              <a:ext uri="{FF2B5EF4-FFF2-40B4-BE49-F238E27FC236}">
                <ns2:creationId id="{92781A80-0EE1-4779-BE38-060B037E17C3}"/>
              </a:ext>
            </a:extLst>
          </p:cNvPr>
          <p:cNvSpPr>
            <a:spLocks noGrp="1"/>
          </p:cNvSpPr>
          <p:nvPr/>
        </p:nvSpPr>
        <p:spPr>
          <a:xfrm rot="0">
            <a:off x="1202893" y="1459432"/>
            <a:ext cx="4770438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Lowest concentration assayed in each campaign</a:t>
            </a:r>
          </a:p>
        </p:txBody>
      </p:sp>
      <p:sp>
        <p:nvSpPr>
          <p:cNvPr id="300" name="Five worlds per information condition; 15 campaigns per model">
            <a:extLst>
              <a:ext uri="{FF2B5EF4-FFF2-40B4-BE49-F238E27FC236}">
                <ns2:creationId id="{B212094F-5EC6-442D-AA27-54D30BB7CF91}"/>
              </a:ext>
            </a:extLst>
          </p:cNvPr>
          <p:cNvSpPr>
            <a:spLocks noGrp="1"/>
          </p:cNvSpPr>
          <p:nvPr/>
        </p:nvSpPr>
        <p:spPr>
          <a:xfrm rot="0">
            <a:off x="1202893" y="1757985"/>
            <a:ext cx="528002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Five worlds per information condition; 15 campaigns per model</a:t>
            </a:r>
          </a:p>
        </p:txBody>
      </p:sp>
      <p:sp>
        <p:nvSpPr>
          <p:cNvPr id="301" name="0 / 15">
            <a:extLst>
              <a:ext uri="{FF2B5EF4-FFF2-40B4-BE49-F238E27FC236}">
                <ns2:creationId id="{96B3D90B-0BCA-451E-9D8E-14ADA3DF47D9}"/>
              </a:ext>
            </a:extLst>
          </p:cNvPr>
          <p:cNvSpPr>
            <a:spLocks noGrp="1"/>
          </p:cNvSpPr>
          <p:nvPr/>
        </p:nvSpPr>
        <p:spPr>
          <a:xfrm rot="0">
            <a:off x="2676771" y="3935066"/>
            <a:ext cx="5651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 / 15</a:t>
            </a:r>
          </a:p>
        </p:txBody>
      </p:sp>
      <p:sp>
        <p:nvSpPr>
          <p:cNvPr id="302" name="0 / 15">
            <a:extLst>
              <a:ext uri="{FF2B5EF4-FFF2-40B4-BE49-F238E27FC236}">
                <ns2:creationId id="{DBA12324-B5AD-4891-8C7D-6AA202808ACE}"/>
              </a:ext>
            </a:extLst>
          </p:cNvPr>
          <p:cNvSpPr>
            <a:spLocks noGrp="1"/>
          </p:cNvSpPr>
          <p:nvPr/>
        </p:nvSpPr>
        <p:spPr>
          <a:xfrm rot="0">
            <a:off x="4915360" y="3935066"/>
            <a:ext cx="5651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 / 15</a:t>
            </a:r>
          </a:p>
        </p:txBody>
      </p:sp>
      <p:sp>
        <p:nvSpPr>
          <p:cNvPr id="303" name="0 / 15">
            <a:extLst>
              <a:ext uri="{FF2B5EF4-FFF2-40B4-BE49-F238E27FC236}">
                <ns2:creationId id="{7BE0C369-B5BA-4F6F-8D65-22C45FA48526}"/>
              </a:ext>
            </a:extLst>
          </p:cNvPr>
          <p:cNvSpPr>
            <a:spLocks noGrp="1"/>
          </p:cNvSpPr>
          <p:nvPr/>
        </p:nvSpPr>
        <p:spPr>
          <a:xfrm rot="0">
            <a:off x="7153948" y="3935066"/>
            <a:ext cx="5651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 / 15</a:t>
            </a:r>
          </a:p>
        </p:txBody>
      </p:sp>
      <p:sp>
        <p:nvSpPr>
          <p:cNvPr id="304" name="0 / 15">
            <a:extLst>
              <a:ext uri="{FF2B5EF4-FFF2-40B4-BE49-F238E27FC236}">
                <ns2:creationId id="{5F296A07-160C-462C-8519-67494DF29A5B}"/>
              </a:ext>
            </a:extLst>
          </p:cNvPr>
          <p:cNvSpPr>
            <a:spLocks noGrp="1"/>
          </p:cNvSpPr>
          <p:nvPr/>
        </p:nvSpPr>
        <p:spPr>
          <a:xfrm rot="0">
            <a:off x="9392536" y="3935066"/>
            <a:ext cx="5651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 / 15</a:t>
            </a:r>
          </a:p>
        </p:txBody>
      </p:sp>
      <p:sp>
        <p:nvSpPr>
          <p:cNvPr id="305" name="11 / 15">
            <a:extLst>
              <a:ext uri="{FF2B5EF4-FFF2-40B4-BE49-F238E27FC236}">
                <ns2:creationId id="{3AADF9C0-BE66-4466-9AB4-18FDB30FB025}"/>
              </a:ext>
            </a:extLst>
          </p:cNvPr>
          <p:cNvSpPr>
            <a:spLocks noGrp="1"/>
          </p:cNvSpPr>
          <p:nvPr/>
        </p:nvSpPr>
        <p:spPr>
          <a:xfrm rot="0">
            <a:off x="11586675" y="3935066"/>
            <a:ext cx="6540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11 / 15</a:t>
            </a:r>
          </a:p>
        </p:txBody>
      </p:sp>
      <p:sp>
        <p:nvSpPr>
          <p:cNvPr id="306" name="≤ 1 mM:">
            <a:extLst>
              <a:ext uri="{FF2B5EF4-FFF2-40B4-BE49-F238E27FC236}">
                <ns2:creationId id="{1C8FC3EB-F7FA-495D-9B92-0814003A762B}"/>
              </a:ext>
            </a:extLst>
          </p:cNvPr>
          <p:cNvSpPr>
            <a:spLocks noGrp="1"/>
          </p:cNvSpPr>
          <p:nvPr/>
        </p:nvSpPr>
        <p:spPr>
          <a:xfrm rot="0">
            <a:off x="1066610" y="3935066"/>
            <a:ext cx="811212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≤ 1 mM:</a:t>
            </a:r>
          </a:p>
        </p:txBody>
      </p:sp>
      <p:sp>
        <p:nvSpPr>
          <p:cNvPr id="307" name="b">
            <a:extLst>
              <a:ext uri="{FF2B5EF4-FFF2-40B4-BE49-F238E27FC236}">
                <ns2:creationId id="{65D979AC-D183-44FB-8003-74970AEB025B}"/>
              </a:ext>
            </a:extLst>
          </p:cNvPr>
          <p:cNvSpPr>
            <a:spLocks noGrp="1"/>
          </p:cNvSpPr>
          <p:nvPr/>
        </p:nvSpPr>
        <p:spPr>
          <a:xfrm rot="0">
            <a:off x="525323" y="4428006"/>
            <a:ext cx="268288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308" name="Local evidence and extrapolation">
            <a:extLst>
              <a:ext uri="{FF2B5EF4-FFF2-40B4-BE49-F238E27FC236}">
                <ns2:creationId id="{C8309AA5-8397-44C8-A412-1349BFBB2AC7}"/>
              </a:ext>
            </a:extLst>
          </p:cNvPr>
          <p:cNvSpPr>
            <a:spLocks noGrp="1"/>
          </p:cNvSpPr>
          <p:nvPr/>
        </p:nvSpPr>
        <p:spPr>
          <a:xfrm rot="0">
            <a:off x="1202893" y="4456807"/>
            <a:ext cx="3343275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Local evidence and extrapolation</a:t>
            </a:r>
          </a:p>
        </p:txBody>
      </p:sp>
      <p:sp>
        <p:nvSpPr>
          <p:cNvPr id="309" name="GPT-5.6 Sol / Opaque">
            <a:extLst>
              <a:ext uri="{FF2B5EF4-FFF2-40B4-BE49-F238E27FC236}">
                <ns2:creationId id="{B6AE36ED-6BF4-4B8A-91D3-4951B6E9A6CE}"/>
              </a:ext>
            </a:extLst>
          </p:cNvPr>
          <p:cNvSpPr>
            <a:spLocks noGrp="1"/>
          </p:cNvSpPr>
          <p:nvPr/>
        </p:nvSpPr>
        <p:spPr>
          <a:xfrm rot="0">
            <a:off x="1202893" y="4754931"/>
            <a:ext cx="18954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GPT-5.6 Sol / Opaque</a:t>
            </a:r>
          </a:p>
        </p:txBody>
      </p:sp>
      <p:sp>
        <p:nvSpPr>
          <p:cNvPr id="310" name="Source observations (World 1)">
            <a:extLst>
              <a:ext uri="{FF2B5EF4-FFF2-40B4-BE49-F238E27FC236}">
                <ns2:creationId id="{7C1AF8A4-0B07-4C0B-BBBA-FBDB46B64673}"/>
              </a:ext>
            </a:extLst>
          </p:cNvPr>
          <p:cNvSpPr>
            <a:spLocks noGrp="1"/>
          </p:cNvSpPr>
          <p:nvPr/>
        </p:nvSpPr>
        <p:spPr>
          <a:xfrm rot="0">
            <a:off x="1202893" y="5093716"/>
            <a:ext cx="27463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Source observations (World 1)</a:t>
            </a:r>
          </a:p>
        </p:txBody>
      </p:sp>
      <p:sp>
        <p:nvSpPr>
          <p:cNvPr id="311" name="c">
            <a:extLst>
              <a:ext uri="{FF2B5EF4-FFF2-40B4-BE49-F238E27FC236}">
                <ns2:creationId id="{4C154629-FAC4-474D-8238-437A6369A250}"/>
              </a:ext>
            </a:extLst>
          </p:cNvPr>
          <p:cNvSpPr>
            <a:spLocks noGrp="1"/>
          </p:cNvSpPr>
          <p:nvPr/>
        </p:nvSpPr>
        <p:spPr>
          <a:xfrm rot="0">
            <a:off x="525323" y="6947178"/>
            <a:ext cx="239712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312" name="Five-world predictions at 13.3 µM">
            <a:extLst>
              <a:ext uri="{FF2B5EF4-FFF2-40B4-BE49-F238E27FC236}">
                <ns2:creationId id="{587DCEEC-CC1B-4846-B5C6-41A84CB52675}"/>
              </a:ext>
            </a:extLst>
          </p:cNvPr>
          <p:cNvSpPr>
            <a:spLocks noGrp="1"/>
          </p:cNvSpPr>
          <p:nvPr/>
        </p:nvSpPr>
        <p:spPr>
          <a:xfrm rot="0">
            <a:off x="1202893" y="6975658"/>
            <a:ext cx="343535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Five-world predictions at 13.3 µM</a:t>
            </a:r>
          </a:p>
        </p:txBody>
      </p:sp>
      <p:sp>
        <p:nvSpPr>
          <p:cNvPr id="313" name="Intervals: original 80% prediction intervals">
            <a:extLst>
              <a:ext uri="{FF2B5EF4-FFF2-40B4-BE49-F238E27FC236}">
                <ns2:creationId id="{9BD2F8D5-D9D5-4AB6-B94B-061C88E2EDEF}"/>
              </a:ext>
            </a:extLst>
          </p:cNvPr>
          <p:cNvSpPr>
            <a:spLocks noGrp="1"/>
          </p:cNvSpPr>
          <p:nvPr/>
        </p:nvSpPr>
        <p:spPr>
          <a:xfrm rot="0">
            <a:off x="1320165" y="9828022"/>
            <a:ext cx="35845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Intervals: original 80% prediction intervals</a:t>
            </a:r>
          </a:p>
        </p:txBody>
      </p:sp>
      <p:sp>
        <p:nvSpPr>
          <p:cNvPr id="314" name="d">
            <a:extLst>
              <a:ext uri="{FF2B5EF4-FFF2-40B4-BE49-F238E27FC236}">
                <ns2:creationId id="{1C2ABB11-5428-4A48-B449-968B7870E5DA}"/>
              </a:ext>
            </a:extLst>
          </p:cNvPr>
          <p:cNvSpPr>
            <a:spLocks noGrp="1"/>
          </p:cNvSpPr>
          <p:nvPr/>
        </p:nvSpPr>
        <p:spPr>
          <a:xfrm rot="0">
            <a:off x="6558305" y="4428006"/>
            <a:ext cx="268288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315" name="Expanded evidence and prediction">
            <a:extLst>
              <a:ext uri="{FF2B5EF4-FFF2-40B4-BE49-F238E27FC236}">
                <ns2:creationId id="{B5B51262-AE6E-4715-AE60-AF0E7037773B}"/>
              </a:ext>
            </a:extLst>
          </p:cNvPr>
          <p:cNvSpPr>
            <a:spLocks noGrp="1"/>
          </p:cNvSpPr>
          <p:nvPr/>
        </p:nvSpPr>
        <p:spPr>
          <a:xfrm rot="0">
            <a:off x="7235876" y="4456807"/>
            <a:ext cx="3482975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Expanded evidence and prediction</a:t>
            </a:r>
          </a:p>
        </p:txBody>
      </p:sp>
      <p:sp>
        <p:nvSpPr>
          <p:cNvPr id="316" name="GPT-6 Astra (World 3, MisIndexed)">
            <a:extLst>
              <a:ext uri="{FF2B5EF4-FFF2-40B4-BE49-F238E27FC236}">
                <ns2:creationId id="{D6E30067-E168-4D99-AEB0-D447E1820E79}"/>
              </a:ext>
            </a:extLst>
          </p:cNvPr>
          <p:cNvSpPr>
            <a:spLocks noGrp="1"/>
          </p:cNvSpPr>
          <p:nvPr/>
        </p:nvSpPr>
        <p:spPr>
          <a:xfrm rot="0">
            <a:off x="7235876" y="4754931"/>
            <a:ext cx="30162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GPT-6 Astra (World 3, MisIndexed)</a:t>
            </a:r>
          </a:p>
        </p:txBody>
      </p:sp>
      <p:sp>
        <p:nvSpPr>
          <p:cNvPr id="317" name="After experiments: public report (K1)">
            <a:extLst>
              <a:ext uri="{FF2B5EF4-FFF2-40B4-BE49-F238E27FC236}">
                <ns2:creationId id="{DE70F746-F70A-436C-A48B-1B61A9489D8D}"/>
              </a:ext>
            </a:extLst>
          </p:cNvPr>
          <p:cNvSpPr>
            <a:spLocks noGrp="1"/>
          </p:cNvSpPr>
          <p:nvPr/>
        </p:nvSpPr>
        <p:spPr>
          <a:xfrm rot="0">
            <a:off x="7235876" y="7360971"/>
            <a:ext cx="338772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After experiments: public report (K1)</a:t>
            </a:r>
          </a:p>
        </p:txBody>
      </p:sp>
      <p:sp>
        <p:nvSpPr>
          <p:cNvPr id="318" name="figure05 plot object 317">
            <a:extLst>
              <a:ext uri="{FF2B5EF4-FFF2-40B4-BE49-F238E27FC236}">
                <ns2:creationId id="{88C24A2F-4A7E-4320-8F61-336A7A819BEA}"/>
              </a:ext>
            </a:extLst>
          </p:cNvPr>
          <p:cNvSpPr>
            <a:spLocks noGrp="1"/>
          </p:cNvSpPr>
          <p:nvPr/>
        </p:nvSpPr>
        <p:spPr>
          <a:xfrm>
            <a:off x="8865133" y="7618711"/>
            <a:ext cx="2701290" cy="489433"/>
          </a:xfrm>
          <a:custGeom>
            <a:pathLst>
              <a:path w="2701290" h="489433">
                <a:moveTo>
                  <a:pt x="0" y="489433"/>
                </a:moveTo>
                <a:lnTo>
                  <a:pt x="2701290" y="489433"/>
                </a:lnTo>
                <a:lnTo>
                  <a:pt x="2701290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2F4"/>
          </a:solidFill>
          <a:ln w="12700">
            <a:noFill/>
            <a:prstDash val="solid"/>
          </a:ln>
        </p:spPr>
      </p:sp>
      <p:sp>
        <p:nvSpPr>
          <p:cNvPr id="319" name="High loading: apparent plateau">
            <a:extLst>
              <a:ext uri="{FF2B5EF4-FFF2-40B4-BE49-F238E27FC236}">
                <ns2:creationId id="{B558967B-8B86-4817-AB95-D0B4934F2E4E}"/>
              </a:ext>
            </a:extLst>
          </p:cNvPr>
          <p:cNvSpPr>
            <a:spLocks noGrp="1"/>
          </p:cNvSpPr>
          <p:nvPr/>
        </p:nvSpPr>
        <p:spPr>
          <a:xfrm rot="0">
            <a:off x="8903741" y="7611472"/>
            <a:ext cx="26035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High loading: apparent plateau</a:t>
            </a:r>
          </a:p>
        </p:txBody>
      </p:sp>
      <p:sp>
        <p:nvSpPr>
          <p:cNvPr id="320" name="Low loading: responsive regime">
            <a:extLst>
              <a:ext uri="{FF2B5EF4-FFF2-40B4-BE49-F238E27FC236}">
                <ns2:creationId id="{6579A861-858B-4F9D-ACCC-97535CC27064}"/>
              </a:ext>
            </a:extLst>
          </p:cNvPr>
          <p:cNvSpPr>
            <a:spLocks noGrp="1"/>
          </p:cNvSpPr>
          <p:nvPr/>
        </p:nvSpPr>
        <p:spPr>
          <a:xfrm rot="0">
            <a:off x="8903741" y="7838745"/>
            <a:ext cx="27178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Low loading: responsive regime</a:t>
            </a:r>
          </a:p>
        </p:txBody>
      </p:sp>
      <p:sp>
        <p:nvSpPr>
          <p:cNvPr id="321" name="Sealed forecast (Q): 13.3 µM">
            <a:extLst>
              <a:ext uri="{FF2B5EF4-FFF2-40B4-BE49-F238E27FC236}">
                <ns2:creationId id="{7A2DE0E3-4171-4A12-A029-F72B19250A96}"/>
              </a:ext>
            </a:extLst>
          </p:cNvPr>
          <p:cNvSpPr>
            <a:spLocks noGrp="1"/>
          </p:cNvSpPr>
          <p:nvPr/>
        </p:nvSpPr>
        <p:spPr>
          <a:xfrm rot="0">
            <a:off x="7235876" y="8194904"/>
            <a:ext cx="258762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Sealed forecast (Q): 13.3 µM</a:t>
            </a:r>
          </a:p>
        </p:txBody>
      </p:sp>
      <p:sp>
        <p:nvSpPr>
          <p:cNvPr id="322" name="Reference">
            <a:extLst>
              <a:ext uri="{FF2B5EF4-FFF2-40B4-BE49-F238E27FC236}">
                <ns2:creationId id="{87E594EB-2B4F-4B06-B2FF-E87618888678}"/>
              </a:ext>
            </a:extLst>
          </p:cNvPr>
          <p:cNvSpPr>
            <a:spLocks noGrp="1"/>
          </p:cNvSpPr>
          <p:nvPr/>
        </p:nvSpPr>
        <p:spPr>
          <a:xfrm rot="0">
            <a:off x="12447956" y="8664080"/>
            <a:ext cx="92233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Reference</a:t>
            </a:r>
          </a:p>
        </p:txBody>
      </p:sp>
      <p:sp>
        <p:nvSpPr>
          <p:cNvPr id="323" name="withheld">
            <a:extLst>
              <a:ext uri="{FF2B5EF4-FFF2-40B4-BE49-F238E27FC236}">
                <ns2:creationId id="{F9CBE975-4B41-4FC7-B5AB-83F855755435}"/>
              </a:ext>
            </a:extLst>
          </p:cNvPr>
          <p:cNvSpPr>
            <a:spLocks noGrp="1"/>
          </p:cNvSpPr>
          <p:nvPr/>
        </p:nvSpPr>
        <p:spPr>
          <a:xfrm rot="0">
            <a:off x="12447956" y="8876862"/>
            <a:ext cx="8064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withheld</a:t>
            </a:r>
          </a:p>
        </p:txBody>
      </p:sp>
      <p:sp>
        <p:nvSpPr>
          <p:cNvPr id="324" name="from agent">
            <a:extLst>
              <a:ext uri="{FF2B5EF4-FFF2-40B4-BE49-F238E27FC236}">
                <ns2:creationId id="{A1679734-BD0E-4226-B2F6-0B06FC609050}"/>
              </a:ext>
            </a:extLst>
          </p:cNvPr>
          <p:cNvSpPr>
            <a:spLocks noGrp="1"/>
          </p:cNvSpPr>
          <p:nvPr/>
        </p:nvSpPr>
        <p:spPr>
          <a:xfrm rot="0">
            <a:off x="12447956" y="9089644"/>
            <a:ext cx="9842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from agent</a:t>
            </a:r>
          </a:p>
        </p:txBody>
      </p:sp>
      <p:sp>
        <p:nvSpPr>
          <p:cNvPr id="325" name="figure05 plot object 324">
            <a:extLst>
              <a:ext uri="{FF2B5EF4-FFF2-40B4-BE49-F238E27FC236}">
                <ns2:creationId id="{BEC19099-B554-4E1A-BE3D-D89E46E83896}"/>
              </a:ext>
            </a:extLst>
          </p:cNvPr>
          <p:cNvSpPr>
            <a:spLocks noGrp="1"/>
          </p:cNvSpPr>
          <p:nvPr/>
        </p:nvSpPr>
        <p:spPr>
          <a:xfrm>
            <a:off x="8834882" y="1539161"/>
            <a:ext cx="172720" cy="142240"/>
          </a:xfrm>
          <a:custGeom>
            <a:pathLst>
              <a:path w="172720" h="142240">
                <a:moveTo>
                  <a:pt x="0" y="142240"/>
                </a:moveTo>
                <a:lnTo>
                  <a:pt x="172720" y="142240"/>
                </a:lnTo>
                <a:lnTo>
                  <a:pt x="172720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326" name="Opaque">
            <a:extLst>
              <a:ext uri="{FF2B5EF4-FFF2-40B4-BE49-F238E27FC236}">
                <ns2:creationId id="{2E6D2448-F5BF-4C06-B3EB-F1E49A256B35}"/>
              </a:ext>
            </a:extLst>
          </p:cNvPr>
          <p:cNvSpPr>
            <a:spLocks noGrp="1"/>
          </p:cNvSpPr>
          <p:nvPr/>
        </p:nvSpPr>
        <p:spPr>
          <a:xfrm rot="0">
            <a:off x="9170162" y="1494457"/>
            <a:ext cx="73183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Opaque</a:t>
            </a:r>
          </a:p>
        </p:txBody>
      </p:sp>
      <p:sp>
        <p:nvSpPr>
          <p:cNvPr id="327" name="figure05 plot object 326">
            <a:extLst>
              <a:ext uri="{FF2B5EF4-FFF2-40B4-BE49-F238E27FC236}">
                <ns2:creationId id="{6C07A3B1-333A-4B45-AA5B-4F58D785D471}"/>
              </a:ext>
            </a:extLst>
          </p:cNvPr>
          <p:cNvSpPr>
            <a:spLocks noGrp="1"/>
          </p:cNvSpPr>
          <p:nvPr/>
        </p:nvSpPr>
        <p:spPr>
          <a:xfrm>
            <a:off x="10167874" y="1539161"/>
            <a:ext cx="172720" cy="142240"/>
          </a:xfrm>
          <a:custGeom>
            <a:pathLst>
              <a:path w="172720" h="142240">
                <a:moveTo>
                  <a:pt x="0" y="142240"/>
                </a:moveTo>
                <a:lnTo>
                  <a:pt x="172720" y="142240"/>
                </a:lnTo>
                <a:lnTo>
                  <a:pt x="1727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2700">
            <a:solidFill>
              <a:srgbClr val="277F8A"/>
            </a:solidFill>
            <a:prstDash val="solid"/>
          </a:ln>
        </p:spPr>
      </p:sp>
      <p:sp>
        <p:nvSpPr>
          <p:cNvPr id="328" name="Aligned">
            <a:extLst>
              <a:ext uri="{FF2B5EF4-FFF2-40B4-BE49-F238E27FC236}">
                <ns2:creationId id="{84BADD72-260A-47A8-8F9E-025334D91094}"/>
              </a:ext>
            </a:extLst>
          </p:cNvPr>
          <p:cNvSpPr>
            <a:spLocks noGrp="1"/>
          </p:cNvSpPr>
          <p:nvPr/>
        </p:nvSpPr>
        <p:spPr>
          <a:xfrm rot="0">
            <a:off x="10503154" y="1494457"/>
            <a:ext cx="754062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Aligned</a:t>
            </a:r>
          </a:p>
        </p:txBody>
      </p:sp>
      <p:sp>
        <p:nvSpPr>
          <p:cNvPr id="329" name="figure05 plot object 328">
            <a:extLst>
              <a:ext uri="{FF2B5EF4-FFF2-40B4-BE49-F238E27FC236}">
                <ns2:creationId id="{906636CC-DCD5-4592-A63D-1682E4C69E16}"/>
              </a:ext>
            </a:extLst>
          </p:cNvPr>
          <p:cNvSpPr>
            <a:spLocks noGrp="1"/>
          </p:cNvSpPr>
          <p:nvPr/>
        </p:nvSpPr>
        <p:spPr>
          <a:xfrm>
            <a:off x="11523567" y="1539161"/>
            <a:ext cx="172720" cy="142240"/>
          </a:xfrm>
          <a:custGeom>
            <a:pathLst>
              <a:path w="172720" h="142240">
                <a:moveTo>
                  <a:pt x="0" y="142240"/>
                </a:moveTo>
                <a:lnTo>
                  <a:pt x="172720" y="142240"/>
                </a:lnTo>
                <a:lnTo>
                  <a:pt x="172720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2700">
            <a:solidFill>
              <a:srgbClr val="BC7850"/>
            </a:solidFill>
            <a:prstDash val="solid"/>
          </a:ln>
        </p:spPr>
      </p:sp>
      <p:sp>
        <p:nvSpPr>
          <p:cNvPr id="330" name="MisIndexed">
            <a:extLst>
              <a:ext uri="{FF2B5EF4-FFF2-40B4-BE49-F238E27FC236}">
                <ns2:creationId id="{5CC6D770-6E58-4456-BB60-EEAE902F00E6}"/>
              </a:ext>
            </a:extLst>
          </p:cNvPr>
          <p:cNvSpPr>
            <a:spLocks noGrp="1"/>
          </p:cNvSpPr>
          <p:nvPr/>
        </p:nvSpPr>
        <p:spPr>
          <a:xfrm rot="0">
            <a:off x="11858847" y="1494457"/>
            <a:ext cx="106838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MisIndexed</a:t>
            </a:r>
          </a:p>
        </p:txBody>
      </p:sp>
      <p:sp>
        <p:nvSpPr>
          <p:cNvPr id="331" name="figure05 plot object 330">
            <a:extLst>
              <a:ext uri="{FF2B5EF4-FFF2-40B4-BE49-F238E27FC236}">
                <ns2:creationId id="{0DB24D60-DA73-4A32-94EA-CC3A4F7E8BE2}"/>
              </a:ext>
            </a:extLst>
          </p:cNvPr>
          <p:cNvSpPr>
            <a:spLocks noGrp="1"/>
          </p:cNvSpPr>
          <p:nvPr/>
        </p:nvSpPr>
        <p:spPr>
          <a:xfrm>
            <a:off x="2572861" y="7349093"/>
            <a:ext cx="76200" cy="76200"/>
          </a:xfrm>
          <a:custGeom>
            <a:pathLst>
              <a:path w="76200" h="76200">
                <a:moveTo>
                  <a:pt x="38100" y="76200"/>
                </a:moveTo>
                <a:cubicBezTo>
                  <a:pt x="48204" y="76200"/>
                  <a:pt x="57896" y="72186"/>
                  <a:pt x="65041" y="65041"/>
                </a:cubicBezTo>
                <a:cubicBezTo>
                  <a:pt x="72186" y="57896"/>
                  <a:pt x="76200" y="48204"/>
                  <a:pt x="76200" y="38100"/>
                </a:cubicBezTo>
                <a:cubicBezTo>
                  <a:pt x="76200" y="27996"/>
                  <a:pt x="72186" y="18304"/>
                  <a:pt x="65041" y="11159"/>
                </a:cubicBezTo>
                <a:cubicBezTo>
                  <a:pt x="57896" y="4014"/>
                  <a:pt x="48204" y="0"/>
                  <a:pt x="38100" y="0"/>
                </a:cubicBezTo>
                <a:cubicBezTo>
                  <a:pt x="27996" y="0"/>
                  <a:pt x="18304" y="4014"/>
                  <a:pt x="11159" y="11159"/>
                </a:cubicBezTo>
                <a:cubicBezTo>
                  <a:pt x="4014" y="18304"/>
                  <a:pt x="0" y="27996"/>
                  <a:pt x="0" y="38100"/>
                </a:cubicBezTo>
                <a:cubicBezTo>
                  <a:pt x="0" y="48204"/>
                  <a:pt x="4014" y="57896"/>
                  <a:pt x="11159" y="65041"/>
                </a:cubicBezTo>
                <a:cubicBezTo>
                  <a:pt x="18304" y="72186"/>
                  <a:pt x="27996" y="76200"/>
                  <a:pt x="38100" y="76200"/>
                </a:cubicBezTo>
                <a:close/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332" name="Prediction">
            <a:extLst>
              <a:ext uri="{FF2B5EF4-FFF2-40B4-BE49-F238E27FC236}">
                <ns2:creationId id="{D7286EED-25B3-4138-99F3-963EE96F9B52}"/>
              </a:ext>
            </a:extLst>
          </p:cNvPr>
          <p:cNvSpPr>
            <a:spLocks noGrp="1"/>
          </p:cNvSpPr>
          <p:nvPr/>
        </p:nvSpPr>
        <p:spPr>
          <a:xfrm rot="0">
            <a:off x="2864961" y="7271369"/>
            <a:ext cx="93027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Prediction</a:t>
            </a:r>
          </a:p>
        </p:txBody>
      </p:sp>
      <p:sp>
        <p:nvSpPr>
          <p:cNvPr id="333" name="figure05 plot object 332">
            <a:extLst>
              <a:ext uri="{FF2B5EF4-FFF2-40B4-BE49-F238E27FC236}">
                <ns2:creationId id="{88868B27-A93E-4FF6-AD02-1BF9108D9A59}"/>
              </a:ext>
            </a:extLst>
          </p:cNvPr>
          <p:cNvSpPr>
            <a:spLocks noGrp="1"/>
          </p:cNvSpPr>
          <p:nvPr/>
        </p:nvSpPr>
        <p:spPr>
          <a:xfrm>
            <a:off x="4052695" y="7333312"/>
            <a:ext cx="107763" cy="107763"/>
          </a:xfrm>
          <a:custGeom>
            <a:pathLst>
              <a:path w="107763" h="107763">
                <a:moveTo>
                  <a:pt x="53882" y="107763"/>
                </a:moveTo>
                <a:lnTo>
                  <a:pt x="107763" y="53882"/>
                </a:lnTo>
                <a:lnTo>
                  <a:pt x="53882" y="0"/>
                </a:lnTo>
                <a:lnTo>
                  <a:pt x="0" y="53882"/>
                </a:lnTo>
                <a:close/>
              </a:path>
            </a:pathLst>
          </a:cu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34" name="Reference">
            <a:extLst>
              <a:ext uri="{FF2B5EF4-FFF2-40B4-BE49-F238E27FC236}">
                <ns2:creationId id="{E16C01F6-9811-42E1-B44C-9D87EDF6D5DE}"/>
              </a:ext>
            </a:extLst>
          </p:cNvPr>
          <p:cNvSpPr>
            <a:spLocks noGrp="1"/>
          </p:cNvSpPr>
          <p:nvPr/>
        </p:nvSpPr>
        <p:spPr>
          <a:xfrm rot="0">
            <a:off x="4360577" y="7271369"/>
            <a:ext cx="92233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Reference</a:t>
            </a:r>
          </a:p>
        </p:txBody>
      </p:sp>
      <p:sp>
        <p:nvSpPr>
          <p:cNvPr id="335" name="figure05 plot object 334">
            <a:extLst>
              <a:ext uri="{FF2B5EF4-FFF2-40B4-BE49-F238E27FC236}">
                <ns2:creationId id="{09E0204A-8C4B-45FA-BE79-B031465F3BF5}"/>
              </a:ext>
            </a:extLst>
          </p:cNvPr>
          <p:cNvSpPr>
            <a:spLocks noGrp="1"/>
          </p:cNvSpPr>
          <p:nvPr/>
        </p:nvSpPr>
        <p:spPr>
          <a:xfrm>
            <a:off x="8460172" y="6978914"/>
            <a:ext cx="243840" cy="13"/>
          </a:xfrm>
          <a:custGeom>
            <a:pathLst>
              <a:path w="243840" h="13">
                <a:moveTo>
                  <a:pt x="0" y="0"/>
                </a:moveTo>
                <a:lnTo>
                  <a:pt x="121920" y="0"/>
                </a:lnTo>
                <a:lnTo>
                  <a:pt x="243840" y="0"/>
                </a:lnTo>
              </a:path>
            </a:pathLst>
          </a:custGeom>
          <a:noFill/>
          <a:ln w="12700">
            <a:solidFill>
              <a:srgbClr val="BC7850"/>
            </a:solidFill>
            <a:prstDash val="solid"/>
          </a:ln>
        </p:spPr>
      </p:sp>
      <p:sp>
        <p:nvSpPr>
          <p:cNvPr id="336" name="figure05 plot object 335">
            <a:extLst>
              <a:ext uri="{FF2B5EF4-FFF2-40B4-BE49-F238E27FC236}">
                <ns2:creationId id="{2D16E700-B8FF-4903-B380-1E9309394FB4}"/>
              </a:ext>
            </a:extLst>
          </p:cNvPr>
          <p:cNvSpPr>
            <a:spLocks noGrp="1"/>
          </p:cNvSpPr>
          <p:nvPr/>
        </p:nvSpPr>
        <p:spPr>
          <a:xfrm>
            <a:off x="8543992" y="6940814"/>
            <a:ext cx="76200" cy="76200"/>
          </a:xfrm>
          <a:custGeom>
            <a:pathLst>
              <a:path w="76200" h="76200">
                <a:moveTo>
                  <a:pt x="38100" y="76200"/>
                </a:moveTo>
                <a:cubicBezTo>
                  <a:pt x="48204" y="76200"/>
                  <a:pt x="57896" y="72186"/>
                  <a:pt x="65041" y="65041"/>
                </a:cubicBezTo>
                <a:cubicBezTo>
                  <a:pt x="72186" y="57896"/>
                  <a:pt x="76200" y="48204"/>
                  <a:pt x="76200" y="38100"/>
                </a:cubicBezTo>
                <a:cubicBezTo>
                  <a:pt x="76200" y="27996"/>
                  <a:pt x="72186" y="18304"/>
                  <a:pt x="65041" y="11159"/>
                </a:cubicBezTo>
                <a:cubicBezTo>
                  <a:pt x="57896" y="4014"/>
                  <a:pt x="48204" y="0"/>
                  <a:pt x="38100" y="0"/>
                </a:cubicBezTo>
                <a:cubicBezTo>
                  <a:pt x="27996" y="0"/>
                  <a:pt x="18304" y="4014"/>
                  <a:pt x="11159" y="11159"/>
                </a:cubicBezTo>
                <a:cubicBezTo>
                  <a:pt x="4014" y="18304"/>
                  <a:pt x="0" y="27996"/>
                  <a:pt x="0" y="38100"/>
                </a:cubicBezTo>
                <a:cubicBezTo>
                  <a:pt x="0" y="48204"/>
                  <a:pt x="4014" y="57896"/>
                  <a:pt x="11159" y="65041"/>
                </a:cubicBezTo>
                <a:cubicBezTo>
                  <a:pt x="18304" y="72186"/>
                  <a:pt x="27996" y="76200"/>
                  <a:pt x="38100" y="76200"/>
                </a:cubicBezTo>
                <a:close/>
              </a:path>
            </a:pathLst>
          </a:custGeom>
          <a:solidFill>
            <a:srgbClr val="BC7850"/>
          </a:solidFill>
          <a:ln w="12700">
            <a:solidFill>
              <a:srgbClr val="BC7850"/>
            </a:solidFill>
            <a:prstDash val="solid"/>
          </a:ln>
        </p:spPr>
      </p:sp>
      <p:sp>
        <p:nvSpPr>
          <p:cNvPr id="337" name="Dissociation">
            <a:extLst>
              <a:ext uri="{FF2B5EF4-FFF2-40B4-BE49-F238E27FC236}">
                <ns2:creationId id="{DBFD4683-F448-46D1-ADBB-942624C867A5}"/>
              </a:ext>
            </a:extLst>
          </p:cNvPr>
          <p:cNvSpPr>
            <a:spLocks noGrp="1"/>
          </p:cNvSpPr>
          <p:nvPr/>
        </p:nvSpPr>
        <p:spPr>
          <a:xfrm rot="0">
            <a:off x="8866572" y="6863090"/>
            <a:ext cx="1112838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Dissociation</a:t>
            </a:r>
          </a:p>
        </p:txBody>
      </p:sp>
      <p:sp>
        <p:nvSpPr>
          <p:cNvPr id="338" name="figure05 plot object 337">
            <a:extLst>
              <a:ext uri="{FF2B5EF4-FFF2-40B4-BE49-F238E27FC236}">
                <ns2:creationId id="{2E001E2A-722D-49EA-867A-A76B2C25D7F4}"/>
              </a:ext>
            </a:extLst>
          </p:cNvPr>
          <p:cNvSpPr>
            <a:spLocks noGrp="1"/>
          </p:cNvSpPr>
          <p:nvPr/>
        </p:nvSpPr>
        <p:spPr>
          <a:xfrm>
            <a:off x="10187308" y="6978914"/>
            <a:ext cx="243840" cy="13"/>
          </a:xfrm>
          <a:custGeom>
            <a:pathLst>
              <a:path w="243840" h="13">
                <a:moveTo>
                  <a:pt x="0" y="0"/>
                </a:moveTo>
                <a:lnTo>
                  <a:pt x="121920" y="0"/>
                </a:lnTo>
                <a:lnTo>
                  <a:pt x="243840" y="0"/>
                </a:lnTo>
              </a:path>
            </a:pathLst>
          </a:custGeom>
          <a:noFill/>
          <a:ln w="12700">
            <a:solidFill>
              <a:srgbClr val="637482"/>
            </a:solidFill>
            <a:prstDash val="solid"/>
          </a:ln>
        </p:spPr>
      </p:sp>
      <p:sp>
        <p:nvSpPr>
          <p:cNvPr id="339" name="figure05 plot object 338">
            <a:extLst>
              <a:ext uri="{FF2B5EF4-FFF2-40B4-BE49-F238E27FC236}">
                <ns2:creationId id="{B415FF9A-4A14-4C3F-BEE8-DC02F2B6BC8D}"/>
              </a:ext>
            </a:extLst>
          </p:cNvPr>
          <p:cNvSpPr>
            <a:spLocks noGrp="1"/>
          </p:cNvSpPr>
          <p:nvPr/>
        </p:nvSpPr>
        <p:spPr>
          <a:xfrm>
            <a:off x="10271128" y="6940814"/>
            <a:ext cx="76200" cy="76200"/>
          </a:xfrm>
          <a:custGeom>
            <a:pathLst>
              <a:path w="76200" h="76200">
                <a:moveTo>
                  <a:pt x="0" y="76200"/>
                </a:moveTo>
                <a:lnTo>
                  <a:pt x="76200" y="76200"/>
                </a:lnTo>
                <a:lnTo>
                  <a:pt x="76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2700">
            <a:solidFill>
              <a:srgbClr val="637482"/>
            </a:solidFill>
            <a:prstDash val="solid"/>
          </a:ln>
        </p:spPr>
      </p:sp>
      <p:sp>
        <p:nvSpPr>
          <p:cNvPr id="340" name="Concentration">
            <a:extLst>
              <a:ext uri="{FF2B5EF4-FFF2-40B4-BE49-F238E27FC236}">
                <ns2:creationId id="{05E1D72A-EBC1-455F-8F0F-41ED62E0C945}"/>
              </a:ext>
            </a:extLst>
          </p:cNvPr>
          <p:cNvSpPr>
            <a:spLocks noGrp="1"/>
          </p:cNvSpPr>
          <p:nvPr/>
        </p:nvSpPr>
        <p:spPr>
          <a:xfrm rot="0">
            <a:off x="10593708" y="6863090"/>
            <a:ext cx="1243013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Concentration</a:t>
            </a:r>
          </a:p>
        </p:txBody>
      </p:sp>
      <p:pic>
        <p:nvPicPr>
          <p:cNvPr id="682" name=""/>
          <p:cNvPicPr>
            <a:picLocks noChangeAspect="1"/>
          </p:cNvPicPr>
          <p:nvPr/>
        </p:nvPicPr>
        <p:blipFill>
          <a:blip r:embed="rId22"/>
          <a:srcRect l="52865" t="71191" r="37370" b="21484"/>
          <a:stretch>
            <a:fillRect/>
          </a:stretch>
        </p:blipFill>
        <p:spPr>
          <a:xfrm>
            <a:off x="7235876" y="7678217"/>
            <a:ext cx="1146658" cy="573329"/>
          </a:xfrm>
          <a:prstGeom prst="rect">
            <a:avLst/>
          </a:prstGeom>
        </p:spPr>
      </p:pic>
    </p:spTree>
    <p:extLst>
      <p:ext uri="{BB962C8B-B14F-4D97-AF65-F5344CB8AC3E}">
        <ns4:creationId val="15111292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7226</ns0:Words>
  <ns0:Application>WPS 演示</ns0:Application>
  <ns0:PresentationFormat>Converted Presentation</ns0:PresentationFormat>
  <ns0:Paragraphs>1269</ns0:Paragraphs>
  <ns0:Slides>9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7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7</ns1:i4>
      </ns1:variant>
    </ns1:vector>
  </ns0:HeadingPairs>
  <ns0:TitlesOfParts>
    <ns1:vector size="15" baseType="lpstr">
      <ns1:lpstr>Arial</ns1:lpstr>
      <ns1:lpstr>宋体</ns1:lpstr>
      <ns1:lpstr>Wingdings</ns1:lpstr>
      <ns1:lpstr>Times New Roman</ns1:lpstr>
      <ns1:lpstr>Times New Roman</ns1:lpstr>
      <ns1:lpstr>微软雅黑</ns1:lpstr>
      <ns1:lpstr>Arial Unicode MS</ns1:lpstr>
      <ns1:lpstr>ChatGPT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邱江杰(2025311052)</cp:lastModifiedBy>
  <cp:revision>9</cp:revision>
  <dcterms:created xsi:type="dcterms:W3CDTF">2026-09-26T08:15:00Z</dcterms:created>
  <dcterms:modified xsi:type="dcterms:W3CDTF">2026-09-26T10:52:32Z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D2E98FC89FAC4FDA8ED28F321230427C_12</vt:lpwstr>
  </property>
  <property fmtid="{D5CDD505-2E9C-101B-9397-08002B2CF9AE}" pid="3" name="KSOProductBuildVer">
    <vt:lpwstr>2052-12.1.0.28022</vt:lpwstr>
  </property>
</Properties>
</file>