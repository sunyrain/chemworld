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59" r:id="rId6"/>
    <p:sldId id="260" r:id="rId7"/>
    <p:sldId id="261" r:id="rId8"/>
    <p:sldId id="262" r:id="rId9"/>
    <p:sldId id="270" r:id="rId10"/>
  </p:sldIdLst>
  <p:sldSz cx="13716000" cy="11430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Times New Roman" panose="02020603050405020304"/>
        <a:ea typeface="Times New Roman" panose="02020603050405020304"/>
        <a:cs typeface="Times New Roman" panose="02020603050405020304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Times New Roman" panose="02020603050405020304"/>
        <a:ea typeface="Times New Roman" panose="02020603050405020304"/>
        <a:cs typeface="Times New Roman" panose="02020603050405020304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Times New Roman" panose="02020603050405020304"/>
        <a:ea typeface="Times New Roman" panose="02020603050405020304"/>
        <a:cs typeface="Times New Roman" panose="02020603050405020304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Times New Roman" panose="02020603050405020304"/>
        <a:ea typeface="Times New Roman" panose="02020603050405020304"/>
        <a:cs typeface="Times New Roman" panose="02020603050405020304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Times New Roman" panose="02020603050405020304"/>
        <a:ea typeface="Times New Roman" panose="02020603050405020304"/>
        <a:cs typeface="Times New Roman" panose="02020603050405020304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Times New Roman" panose="02020603050405020304"/>
        <a:ea typeface="Times New Roman" panose="02020603050405020304"/>
        <a:cs typeface="Times New Roman" panose="02020603050405020304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Times New Roman" panose="02020603050405020304"/>
        <a:ea typeface="Times New Roman" panose="02020603050405020304"/>
        <a:cs typeface="Times New Roman" panose="02020603050405020304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Times New Roman" panose="02020603050405020304"/>
        <a:ea typeface="Times New Roman" panose="02020603050405020304"/>
        <a:cs typeface="Times New Roman" panose="02020603050405020304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Times New Roman" panose="02020603050405020304"/>
        <a:ea typeface="Times New Roman" panose="02020603050405020304"/>
        <a:cs typeface="Times New Roman" panose="020206030504050203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1. Controlled experimental worlds. Source: FIgure1_2.pptx.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2. Complete twelve-batch research session. Source: output/pptx/chemworld-figure2-typography.pptx.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3. Goals, research paths and predictions. Source: D:\Projects\ChemWorld\paper\figures\venue-results\figure03-goals-paths-forecasts.svg.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4. Six outcomes under larger research envelopes. Source: output/pptx/chemworld-figures-final.pptx.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5. Source: retained EQ_AUTONOMOUS_PROCESS.json and STORY_WORLD_ANALYSIS.json, work-ii-evidence-closeout-20260921. All 180 source assays, 60 world-query references, 30 world-level errors and 20 original forecasts/reference values are retained. Panels a/b show sample SD across five reused worlds, not confidence intervals. Panel c shows the pooled source response range. Concentration grouping is post hoc. Rebuild: paper/tools/render_figure05_readable.py and update_figure05_collection.py.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6. Crystallization prediction and calibration. Source: D:\Projects\ChemWorld\paper\figures\venue-results\figure06-crystal-generalization.svg.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S4. Sealed predictions and subsequent reflection. Source: output/pptx/chemworld-figures-final.pptx.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1pPr>
      <a:lvl2pPr marL="457200" algn="l">
        <a:buNone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2pPr>
      <a:lvl3pPr marL="914400" algn="l">
        <a:buNone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3pPr>
      <a:lvl4pPr marL="1371600" algn="l">
        <a:buNone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4pPr>
      <a:lvl5pPr marL="1828800" algn="l">
        <a:buNone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5pPr>
      <a:lvl6pPr marL="2286000" algn="l">
        <a:buNone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6pPr>
      <a:lvl7pPr marL="2743200" algn="l">
        <a:buNone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7pPr>
      <a:lvl8pPr marL="3200400" algn="l">
        <a:buNone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8pPr>
      <a:lvl9pPr marL="3657600" algn="l">
        <a:buNone/>
        <a:defRPr sz="1800">
          <a:solidFill>
            <a:schemeClr val="tx1"/>
          </a:solidFill>
          <a:latin typeface="Times New Roman" panose="02020603050405020304"/>
          <a:ea typeface="Times New Roman" panose="02020603050405020304"/>
          <a:cs typeface="Times New Roman" panose="020206030504050203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4" Type="http://schemas.openxmlformats.org/officeDocument/2006/relationships/notesSlide" Target="../notesSlides/notesSlide1.xml"/><Relationship Id="rId53" Type="http://schemas.openxmlformats.org/officeDocument/2006/relationships/slideLayout" Target="../slideLayouts/slideLayout1.xml"/><Relationship Id="rId52" Type="http://schemas.openxmlformats.org/officeDocument/2006/relationships/image" Target="../media/image52.png"/><Relationship Id="rId51" Type="http://schemas.openxmlformats.org/officeDocument/2006/relationships/image" Target="../media/image51.png"/><Relationship Id="rId50" Type="http://schemas.openxmlformats.org/officeDocument/2006/relationships/image" Target="../media/image50.png"/><Relationship Id="rId5" Type="http://schemas.openxmlformats.org/officeDocument/2006/relationships/image" Target="../media/image5.png"/><Relationship Id="rId49" Type="http://schemas.openxmlformats.org/officeDocument/2006/relationships/image" Target="../media/image49.png"/><Relationship Id="rId48" Type="http://schemas.openxmlformats.org/officeDocument/2006/relationships/image" Target="../media/image48.png"/><Relationship Id="rId47" Type="http://schemas.openxmlformats.org/officeDocument/2006/relationships/image" Target="../media/image47.png"/><Relationship Id="rId46" Type="http://schemas.openxmlformats.org/officeDocument/2006/relationships/image" Target="../media/image46.png"/><Relationship Id="rId45" Type="http://schemas.openxmlformats.org/officeDocument/2006/relationships/image" Target="../media/image45.png"/><Relationship Id="rId44" Type="http://schemas.openxmlformats.org/officeDocument/2006/relationships/image" Target="../media/image44.png"/><Relationship Id="rId43" Type="http://schemas.openxmlformats.org/officeDocument/2006/relationships/image" Target="../media/image43.png"/><Relationship Id="rId42" Type="http://schemas.openxmlformats.org/officeDocument/2006/relationships/image" Target="../media/image42.png"/><Relationship Id="rId41" Type="http://schemas.openxmlformats.org/officeDocument/2006/relationships/image" Target="../media/image41.png"/><Relationship Id="rId40" Type="http://schemas.openxmlformats.org/officeDocument/2006/relationships/image" Target="../media/image40.png"/><Relationship Id="rId4" Type="http://schemas.openxmlformats.org/officeDocument/2006/relationships/image" Target="../media/image4.png"/><Relationship Id="rId39" Type="http://schemas.openxmlformats.org/officeDocument/2006/relationships/image" Target="../media/image39.png"/><Relationship Id="rId38" Type="http://schemas.openxmlformats.org/officeDocument/2006/relationships/image" Target="../media/image38.png"/><Relationship Id="rId37" Type="http://schemas.openxmlformats.org/officeDocument/2006/relationships/image" Target="../media/image37.png"/><Relationship Id="rId36" Type="http://schemas.openxmlformats.org/officeDocument/2006/relationships/image" Target="../media/image36.png"/><Relationship Id="rId35" Type="http://schemas.openxmlformats.org/officeDocument/2006/relationships/image" Target="../media/image35.png"/><Relationship Id="rId34" Type="http://schemas.openxmlformats.org/officeDocument/2006/relationships/image" Target="../media/image34.png"/><Relationship Id="rId33" Type="http://schemas.openxmlformats.org/officeDocument/2006/relationships/image" Target="../media/image33.png"/><Relationship Id="rId32" Type="http://schemas.openxmlformats.org/officeDocument/2006/relationships/image" Target="../media/image32.png"/><Relationship Id="rId31" Type="http://schemas.openxmlformats.org/officeDocument/2006/relationships/image" Target="../media/image31.png"/><Relationship Id="rId30" Type="http://schemas.openxmlformats.org/officeDocument/2006/relationships/image" Target="../media/image30.pn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png"/><Relationship Id="rId27" Type="http://schemas.openxmlformats.org/officeDocument/2006/relationships/image" Target="../media/image27.png"/><Relationship Id="rId26" Type="http://schemas.openxmlformats.org/officeDocument/2006/relationships/image" Target="../media/image26.png"/><Relationship Id="rId25" Type="http://schemas.openxmlformats.org/officeDocument/2006/relationships/image" Target="../media/image25.png"/><Relationship Id="rId24" Type="http://schemas.openxmlformats.org/officeDocument/2006/relationships/image" Target="../media/image24.png"/><Relationship Id="rId23" Type="http://schemas.openxmlformats.org/officeDocument/2006/relationships/image" Target="../media/image23.png"/><Relationship Id="rId22" Type="http://schemas.openxmlformats.org/officeDocument/2006/relationships/image" Target="../media/image22.png"/><Relationship Id="rId21" Type="http://schemas.openxmlformats.org/officeDocument/2006/relationships/image" Target="../media/image21.png"/><Relationship Id="rId20" Type="http://schemas.openxmlformats.org/officeDocument/2006/relationships/image" Target="../media/image20.png"/><Relationship Id="rId2" Type="http://schemas.openxmlformats.org/officeDocument/2006/relationships/image" Target="../media/image2.png"/><Relationship Id="rId19" Type="http://schemas.openxmlformats.org/officeDocument/2006/relationships/image" Target="../media/image19.png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61.png"/><Relationship Id="rId8" Type="http://schemas.openxmlformats.org/officeDocument/2006/relationships/image" Target="../media/image60.png"/><Relationship Id="rId7" Type="http://schemas.openxmlformats.org/officeDocument/2006/relationships/image" Target="../media/image59.png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63.png"/><Relationship Id="rId10" Type="http://schemas.openxmlformats.org/officeDocument/2006/relationships/image" Target="../media/image62.png"/><Relationship Id="rId1" Type="http://schemas.openxmlformats.org/officeDocument/2006/relationships/image" Target="../media/image5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2" name="矩形 181"/>
          <p:cNvSpPr>
            <a:spLocks noGrp="1"/>
          </p:cNvSpPr>
          <p:nvPr/>
        </p:nvSpPr>
        <p:spPr>
          <a:xfrm>
            <a:off x="495935" y="990600"/>
            <a:ext cx="269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2000" b="1" i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00000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</a:t>
            </a:r>
            <a:endParaRPr sz="2000" b="1" i="0">
              <a:solidFill>
                <a:srgbClr val="00000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793115" y="1197610"/>
            <a:ext cx="3833495" cy="1160780"/>
          </a:xfrm>
          <a:prstGeom prst="rect">
            <a:avLst/>
          </a:prstGeom>
          <a:solidFill>
            <a:srgbClr val="F5FAFE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4788535" y="1197610"/>
            <a:ext cx="4121150" cy="1160780"/>
          </a:xfrm>
          <a:prstGeom prst="rect">
            <a:avLst/>
          </a:prstGeom>
          <a:solidFill>
            <a:srgbClr val="F5FAFE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9071610" y="1197610"/>
            <a:ext cx="4103370" cy="1160780"/>
          </a:xfrm>
          <a:prstGeom prst="rect">
            <a:avLst/>
          </a:prstGeom>
          <a:solidFill>
            <a:srgbClr val="F5FAFE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66775" y="1224915"/>
            <a:ext cx="2159635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800" b="1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Static benchmarks</a:t>
            </a:r>
            <a:endParaRPr sz="1800" b="1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241" name="图片 18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820" y="1539875"/>
            <a:ext cx="486410" cy="621030"/>
          </a:xfrm>
          <a:prstGeom prst="rect">
            <a:avLst/>
          </a:prstGeom>
        </p:spPr>
      </p:pic>
      <p:pic>
        <p:nvPicPr>
          <p:cNvPr id="242" name="图片 18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8120" y="1518920"/>
            <a:ext cx="647700" cy="689610"/>
          </a:xfrm>
          <a:prstGeom prst="rect">
            <a:avLst/>
          </a:prstGeom>
        </p:spPr>
      </p:pic>
      <p:sp>
        <p:nvSpPr>
          <p:cNvPr id="8" name="右箭头 7"/>
          <p:cNvSpPr>
            <a:spLocks noGrp="1"/>
          </p:cNvSpPr>
          <p:nvPr/>
        </p:nvSpPr>
        <p:spPr>
          <a:xfrm>
            <a:off x="2187575" y="1800225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927735" y="2160270"/>
            <a:ext cx="1304925" cy="20701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Fixed dataset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290570" y="1584325"/>
            <a:ext cx="1668780" cy="45910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/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No persistent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experimental state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46320" y="1224915"/>
            <a:ext cx="2159635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800" b="1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Real laboratories</a:t>
            </a:r>
            <a:endParaRPr sz="1800" b="1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248" name="图片 196"/>
          <p:cNvPicPr>
            <a:picLocks noChangeAspect="1"/>
          </p:cNvPicPr>
          <p:nvPr/>
        </p:nvPicPr>
        <p:blipFill>
          <a:blip r:embed="rId3"/>
          <a:srcRect l="11619"/>
          <a:stretch>
            <a:fillRect/>
          </a:stretch>
        </p:blipFill>
        <p:spPr>
          <a:xfrm>
            <a:off x="6850380" y="1477010"/>
            <a:ext cx="556895" cy="610235"/>
          </a:xfrm>
          <a:prstGeom prst="rect">
            <a:avLst/>
          </a:prstGeom>
        </p:spPr>
      </p:pic>
      <p:sp>
        <p:nvSpPr>
          <p:cNvPr id="17" name="矩形 16"/>
          <p:cNvSpPr>
            <a:spLocks noGrp="1"/>
          </p:cNvSpPr>
          <p:nvPr/>
        </p:nvSpPr>
        <p:spPr>
          <a:xfrm>
            <a:off x="7466330" y="1628775"/>
            <a:ext cx="1370965" cy="4406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/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Hidden laws and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unmatched worlds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174480" y="1224915"/>
            <a:ext cx="3239770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800" b="1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Single-endpoint evaluation</a:t>
            </a:r>
            <a:endParaRPr sz="1800" b="1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1366500" y="1598930"/>
            <a:ext cx="1800860" cy="49466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/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Task success ≠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scientific generalization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495935" y="2502535"/>
            <a:ext cx="269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2000" b="1" i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00000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</a:t>
            </a:r>
            <a:endParaRPr sz="2000" b="1" i="0">
              <a:solidFill>
                <a:srgbClr val="00000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93115" y="2585720"/>
            <a:ext cx="12382500" cy="3104515"/>
          </a:xfrm>
          <a:prstGeom prst="rect">
            <a:avLst/>
          </a:prstGeom>
          <a:solidFill>
            <a:srgbClr val="FFFF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36625" y="2565400"/>
            <a:ext cx="2110105" cy="51308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2600" b="1" i="1">
                <a:solidFill>
                  <a:srgbClr val="FF5A1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800" b="1" i="1">
                <a:solidFill>
                  <a:srgbClr val="FF5A1F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Chem</a:t>
            </a:r>
            <a:r>
              <a:rPr sz="2800">
                <a:solidFill>
                  <a:srgbClr val="173F72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World</a:t>
            </a:r>
            <a:endParaRPr sz="2800" b="1" i="1">
              <a:solidFill>
                <a:srgbClr val="173F72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  <a:sym typeface="+mn-ea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1728470" y="2691130"/>
            <a:ext cx="1124585" cy="38671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2600" b="1" i="1">
                <a:solidFill>
                  <a:srgbClr val="173F7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endParaRPr sz="2600" b="1" i="1">
              <a:solidFill>
                <a:srgbClr val="173F72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39165" y="2994025"/>
            <a:ext cx="2682240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 programmable chemical world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for autonomous scientific discovery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257" name="图片 2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515" y="3498215"/>
            <a:ext cx="593725" cy="593725"/>
          </a:xfrm>
          <a:prstGeom prst="rect">
            <a:avLst/>
          </a:prstGeom>
        </p:spPr>
      </p:pic>
      <p:sp>
        <p:nvSpPr>
          <p:cNvPr id="29" name="矩形 28"/>
          <p:cNvSpPr>
            <a:spLocks noGrp="1"/>
          </p:cNvSpPr>
          <p:nvPr/>
        </p:nvSpPr>
        <p:spPr>
          <a:xfrm>
            <a:off x="1584960" y="3588385"/>
            <a:ext cx="1151890" cy="414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Controllable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hidden laws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259" name="图片 2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660" y="4137025"/>
            <a:ext cx="560705" cy="513080"/>
          </a:xfrm>
          <a:prstGeom prst="rect">
            <a:avLst/>
          </a:prstGeom>
        </p:spPr>
      </p:pic>
      <p:sp>
        <p:nvSpPr>
          <p:cNvPr id="31" name="矩形 30"/>
          <p:cNvSpPr>
            <a:spLocks noGrp="1"/>
          </p:cNvSpPr>
          <p:nvPr/>
        </p:nvSpPr>
        <p:spPr>
          <a:xfrm>
            <a:off x="1584960" y="4218305"/>
            <a:ext cx="1204595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Virtual instruments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and resources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261" name="图片 2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185" y="4758055"/>
            <a:ext cx="541020" cy="621030"/>
          </a:xfrm>
          <a:prstGeom prst="rect">
            <a:avLst/>
          </a:prstGeom>
        </p:spPr>
      </p:pic>
      <p:sp>
        <p:nvSpPr>
          <p:cNvPr id="33" name="矩形 32"/>
          <p:cNvSpPr>
            <a:spLocks noGrp="1"/>
          </p:cNvSpPr>
          <p:nvPr/>
        </p:nvSpPr>
        <p:spPr>
          <a:xfrm>
            <a:off x="1584960" y="4884420"/>
            <a:ext cx="1124585" cy="414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Persistent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physical state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4" name="直接连接符 33"/>
          <p:cNvSpPr>
            <a:spLocks noGrp="1"/>
          </p:cNvSpPr>
          <p:nvPr/>
        </p:nvSpPr>
        <p:spPr>
          <a:xfrm>
            <a:off x="2682875" y="3498215"/>
            <a:ext cx="53975" cy="0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35" name="直接连接符 34"/>
          <p:cNvSpPr>
            <a:spLocks noGrp="1"/>
          </p:cNvSpPr>
          <p:nvPr/>
        </p:nvSpPr>
        <p:spPr>
          <a:xfrm>
            <a:off x="2736850" y="3498215"/>
            <a:ext cx="0" cy="1835785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36" name="直接连接符 35"/>
          <p:cNvSpPr>
            <a:spLocks noGrp="1"/>
          </p:cNvSpPr>
          <p:nvPr/>
        </p:nvSpPr>
        <p:spPr>
          <a:xfrm>
            <a:off x="2682875" y="5334000"/>
            <a:ext cx="53975" cy="0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3397885" y="2826385"/>
            <a:ext cx="6069965" cy="40195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800" b="1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 </a:t>
            </a:r>
            <a:r>
              <a:rPr lang="en-US"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</a:t>
            </a: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epresentative </a:t>
            </a:r>
            <a:r>
              <a:rPr lang="en-US"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</a:t>
            </a: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utonomous </a:t>
            </a:r>
            <a:r>
              <a:rPr lang="en-US"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</a:t>
            </a: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ampaign in ChemWorld</a:t>
            </a:r>
            <a:endParaRPr sz="1800" b="1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1" name="梯形 70"/>
          <p:cNvSpPr>
            <a:spLocks noGrp="1"/>
          </p:cNvSpPr>
          <p:nvPr/>
        </p:nvSpPr>
        <p:spPr>
          <a:xfrm>
            <a:off x="2907665" y="4824095"/>
            <a:ext cx="6767195" cy="775335"/>
          </a:xfrm>
          <a:prstGeom prst="trapezoid">
            <a:avLst/>
          </a:prstGeom>
          <a:solidFill>
            <a:srgbClr val="F8FCFF"/>
          </a:solidFill>
          <a:ln w="11430">
            <a:noFill/>
            <a:prstDash val="solid"/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4697730" y="5417820"/>
            <a:ext cx="1350010" cy="25654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r">
              <a:buNone/>
              <a:defRPr sz="1200" b="1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Persistent state</a:t>
            </a:r>
            <a:endParaRPr sz="1600" b="1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3" name="矩形 72"/>
          <p:cNvSpPr>
            <a:spLocks noGrp="1"/>
          </p:cNvSpPr>
          <p:nvPr/>
        </p:nvSpPr>
        <p:spPr>
          <a:xfrm>
            <a:off x="6147435" y="5426710"/>
            <a:ext cx="3346450" cy="2260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000" b="0" i="0">
                <a:solidFill>
                  <a:srgbClr val="334155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334155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(updated after every experiment)</a:t>
            </a:r>
            <a:endParaRPr sz="1400" b="0" i="0">
              <a:solidFill>
                <a:srgbClr val="334155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01" name="图片 25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3565" y="4779645"/>
            <a:ext cx="755650" cy="578485"/>
          </a:xfrm>
          <a:prstGeom prst="rect">
            <a:avLst/>
          </a:prstGeom>
        </p:spPr>
      </p:pic>
      <p:sp>
        <p:nvSpPr>
          <p:cNvPr id="75" name="矩形 74"/>
          <p:cNvSpPr>
            <a:spLocks noGrp="1"/>
          </p:cNvSpPr>
          <p:nvPr/>
        </p:nvSpPr>
        <p:spPr>
          <a:xfrm>
            <a:off x="3833495" y="4955540"/>
            <a:ext cx="1045210" cy="23495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Composition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7" name="矩形 76"/>
          <p:cNvSpPr>
            <a:spLocks noGrp="1"/>
          </p:cNvSpPr>
          <p:nvPr/>
        </p:nvSpPr>
        <p:spPr>
          <a:xfrm>
            <a:off x="5400040" y="4984750"/>
            <a:ext cx="494665" cy="2260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l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Phase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9" name="矩形 78"/>
          <p:cNvSpPr>
            <a:spLocks noGrp="1"/>
          </p:cNvSpPr>
          <p:nvPr/>
        </p:nvSpPr>
        <p:spPr>
          <a:xfrm>
            <a:off x="6664325" y="4860925"/>
            <a:ext cx="1080135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Thermal 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history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1" name="矩形 80"/>
          <p:cNvSpPr>
            <a:spLocks noGrp="1"/>
          </p:cNvSpPr>
          <p:nvPr/>
        </p:nvSpPr>
        <p:spPr>
          <a:xfrm>
            <a:off x="8630285" y="4865370"/>
            <a:ext cx="882015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ctr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Remaining 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material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2" name="圆角矩形 81"/>
          <p:cNvSpPr>
            <a:spLocks noGrp="1"/>
          </p:cNvSpPr>
          <p:nvPr/>
        </p:nvSpPr>
        <p:spPr>
          <a:xfrm>
            <a:off x="9881870" y="2691130"/>
            <a:ext cx="3176270" cy="1232535"/>
          </a:xfrm>
          <a:prstGeom prst="roundRect">
            <a:avLst>
              <a:gd name="adj" fmla="val 4380"/>
            </a:avLst>
          </a:prstGeom>
          <a:solidFill>
            <a:srgbClr val="F8FCFF"/>
          </a:solidFill>
          <a:ln w="11430">
            <a:noFill/>
            <a:prstDash val="solid"/>
          </a:ln>
        </p:spPr>
      </p:sp>
      <p:sp>
        <p:nvSpPr>
          <p:cNvPr id="83" name="矩形 82"/>
          <p:cNvSpPr>
            <a:spLocks noGrp="1"/>
          </p:cNvSpPr>
          <p:nvPr/>
        </p:nvSpPr>
        <p:spPr>
          <a:xfrm>
            <a:off x="9935845" y="2754630"/>
            <a:ext cx="224980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400" b="0" i="0">
                <a:solidFill>
                  <a:srgbClr val="114AE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 i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Operational validation</a:t>
            </a:r>
            <a:endParaRPr sz="1400" b="1" i="0">
              <a:solidFill>
                <a:schemeClr val="tx2">
                  <a:lumMod val="75000"/>
                  <a:lumOff val="25000"/>
                </a:schemeClr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11" name="图片 26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69525" y="2961640"/>
            <a:ext cx="638810" cy="638810"/>
          </a:xfrm>
          <a:prstGeom prst="rect">
            <a:avLst/>
          </a:prstGeom>
        </p:spPr>
      </p:pic>
      <p:pic>
        <p:nvPicPr>
          <p:cNvPr id="313" name="图片 26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69345" y="2943225"/>
            <a:ext cx="481965" cy="629920"/>
          </a:xfrm>
          <a:prstGeom prst="rect">
            <a:avLst/>
          </a:prstGeom>
        </p:spPr>
      </p:pic>
      <p:pic>
        <p:nvPicPr>
          <p:cNvPr id="315" name="图片 26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54230" y="2916555"/>
            <a:ext cx="654685" cy="683895"/>
          </a:xfrm>
          <a:prstGeom prst="rect">
            <a:avLst/>
          </a:prstGeom>
        </p:spPr>
      </p:pic>
      <p:sp>
        <p:nvSpPr>
          <p:cNvPr id="89" name="矩形 88"/>
          <p:cNvSpPr>
            <a:spLocks noGrp="1"/>
          </p:cNvSpPr>
          <p:nvPr/>
        </p:nvSpPr>
        <p:spPr>
          <a:xfrm>
            <a:off x="9894570" y="3627120"/>
            <a:ext cx="1234440" cy="3784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Sealed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recommendation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0" name="矩形 89"/>
          <p:cNvSpPr>
            <a:spLocks noGrp="1"/>
          </p:cNvSpPr>
          <p:nvPr/>
        </p:nvSpPr>
        <p:spPr>
          <a:xfrm>
            <a:off x="11061700" y="3627120"/>
            <a:ext cx="919480" cy="3784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Independent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retest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1" name="矩形 90"/>
          <p:cNvSpPr>
            <a:spLocks noGrp="1"/>
          </p:cNvSpPr>
          <p:nvPr/>
        </p:nvSpPr>
        <p:spPr>
          <a:xfrm>
            <a:off x="12118975" y="3627120"/>
            <a:ext cx="986155" cy="3784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Operational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achievement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2" name="圆角矩形 91"/>
          <p:cNvSpPr>
            <a:spLocks noGrp="1"/>
          </p:cNvSpPr>
          <p:nvPr/>
        </p:nvSpPr>
        <p:spPr>
          <a:xfrm>
            <a:off x="9881870" y="4041140"/>
            <a:ext cx="3176270" cy="1379855"/>
          </a:xfrm>
          <a:prstGeom prst="roundRect">
            <a:avLst>
              <a:gd name="adj" fmla="val 3636"/>
            </a:avLst>
          </a:prstGeom>
          <a:solidFill>
            <a:srgbClr val="FFFCF7"/>
          </a:solidFill>
          <a:ln w="11430">
            <a:noFill/>
            <a:prstDash val="solid"/>
          </a:ln>
        </p:spPr>
      </p:sp>
      <p:sp>
        <p:nvSpPr>
          <p:cNvPr id="93" name="矩形 92"/>
          <p:cNvSpPr>
            <a:spLocks noGrp="1"/>
          </p:cNvSpPr>
          <p:nvPr/>
        </p:nvSpPr>
        <p:spPr>
          <a:xfrm>
            <a:off x="9935845" y="4095115"/>
            <a:ext cx="3232150" cy="26098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4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Scientific understanding and prediction</a:t>
            </a:r>
            <a:endParaRPr sz="1400" b="1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21" name="图片 27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08870" y="4329430"/>
            <a:ext cx="501015" cy="593725"/>
          </a:xfrm>
          <a:prstGeom prst="rect">
            <a:avLst/>
          </a:prstGeom>
        </p:spPr>
      </p:pic>
      <p:sp>
        <p:nvSpPr>
          <p:cNvPr id="95" name="矩形 94"/>
          <p:cNvSpPr>
            <a:spLocks noGrp="1"/>
          </p:cNvSpPr>
          <p:nvPr/>
        </p:nvSpPr>
        <p:spPr>
          <a:xfrm>
            <a:off x="10484485" y="4500245"/>
            <a:ext cx="215900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800" b="1" i="0">
                <a:solidFill>
                  <a:srgbClr val="173F7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73F72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+</a:t>
            </a:r>
            <a:endParaRPr sz="1800" b="1" i="0">
              <a:solidFill>
                <a:srgbClr val="173F72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23" name="图片 27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19740" y="4358005"/>
            <a:ext cx="602615" cy="527050"/>
          </a:xfrm>
          <a:prstGeom prst="rect">
            <a:avLst/>
          </a:prstGeom>
        </p:spPr>
      </p:pic>
      <p:sp>
        <p:nvSpPr>
          <p:cNvPr id="97" name="矩形 96"/>
          <p:cNvSpPr>
            <a:spLocks noGrp="1"/>
          </p:cNvSpPr>
          <p:nvPr/>
        </p:nvSpPr>
        <p:spPr>
          <a:xfrm>
            <a:off x="11168380" y="4500245"/>
            <a:ext cx="215900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800" b="1" i="0">
                <a:solidFill>
                  <a:srgbClr val="173F7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73F72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+</a:t>
            </a:r>
            <a:endParaRPr sz="1800" b="1" i="0">
              <a:solidFill>
                <a:srgbClr val="173F72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25" name="图片 27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06810" y="4319905"/>
            <a:ext cx="568960" cy="602615"/>
          </a:xfrm>
          <a:prstGeom prst="rect">
            <a:avLst/>
          </a:prstGeom>
        </p:spPr>
      </p:pic>
      <p:pic>
        <p:nvPicPr>
          <p:cNvPr id="327" name="图片 28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996420" y="4342130"/>
            <a:ext cx="989965" cy="567690"/>
          </a:xfrm>
          <a:prstGeom prst="rect">
            <a:avLst/>
          </a:prstGeom>
        </p:spPr>
      </p:pic>
      <p:sp>
        <p:nvSpPr>
          <p:cNvPr id="101" name="矩形 100"/>
          <p:cNvSpPr>
            <a:spLocks noGrp="1"/>
          </p:cNvSpPr>
          <p:nvPr/>
        </p:nvSpPr>
        <p:spPr>
          <a:xfrm>
            <a:off x="9917430" y="4959350"/>
            <a:ext cx="770255" cy="57594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Scientific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account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(K1)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2" name="矩形 101"/>
          <p:cNvSpPr>
            <a:spLocks noGrp="1"/>
          </p:cNvSpPr>
          <p:nvPr/>
        </p:nvSpPr>
        <p:spPr>
          <a:xfrm>
            <a:off x="10610215" y="4959350"/>
            <a:ext cx="672465" cy="57594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Unseen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conditions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(Q)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3" name="矩形 102"/>
          <p:cNvSpPr>
            <a:spLocks noGrp="1"/>
          </p:cNvSpPr>
          <p:nvPr/>
        </p:nvSpPr>
        <p:spPr>
          <a:xfrm>
            <a:off x="11276330" y="4959350"/>
            <a:ext cx="672465" cy="57594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Evidence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review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(K2)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4" name="矩形 103"/>
          <p:cNvSpPr>
            <a:spLocks noGrp="1"/>
          </p:cNvSpPr>
          <p:nvPr/>
        </p:nvSpPr>
        <p:spPr>
          <a:xfrm>
            <a:off x="11970385" y="4959350"/>
            <a:ext cx="1043940" cy="4406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/>
          <a:lstStyle/>
          <a:p>
            <a:pPr algn="ctr">
              <a:buNone/>
              <a:defRPr sz="8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Prediction    Uncertainty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5" name="直接连接符 104"/>
          <p:cNvSpPr>
            <a:spLocks noGrp="1"/>
          </p:cNvSpPr>
          <p:nvPr/>
        </p:nvSpPr>
        <p:spPr>
          <a:xfrm>
            <a:off x="9593580" y="4095115"/>
            <a:ext cx="107950" cy="0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106" name="直接连接符 105"/>
          <p:cNvSpPr>
            <a:spLocks noGrp="1"/>
          </p:cNvSpPr>
          <p:nvPr/>
        </p:nvSpPr>
        <p:spPr>
          <a:xfrm>
            <a:off x="9701530" y="3294380"/>
            <a:ext cx="0" cy="1619885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sp>
        <p:nvSpPr>
          <p:cNvPr id="109" name="矩形 108"/>
          <p:cNvSpPr>
            <a:spLocks noGrp="1"/>
          </p:cNvSpPr>
          <p:nvPr/>
        </p:nvSpPr>
        <p:spPr>
          <a:xfrm>
            <a:off x="793115" y="5859145"/>
            <a:ext cx="3941445" cy="1232535"/>
          </a:xfrm>
          <a:prstGeom prst="rect">
            <a:avLst/>
          </a:prstGeom>
          <a:solidFill>
            <a:srgbClr val="F8FC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10" name="矩形 109"/>
          <p:cNvSpPr>
            <a:spLocks noGrp="1"/>
          </p:cNvSpPr>
          <p:nvPr/>
        </p:nvSpPr>
        <p:spPr>
          <a:xfrm>
            <a:off x="4878070" y="5859145"/>
            <a:ext cx="3941445" cy="1232535"/>
          </a:xfrm>
          <a:prstGeom prst="rect">
            <a:avLst/>
          </a:prstGeom>
          <a:solidFill>
            <a:srgbClr val="F8FC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11" name="矩形 110"/>
          <p:cNvSpPr>
            <a:spLocks noGrp="1"/>
          </p:cNvSpPr>
          <p:nvPr/>
        </p:nvSpPr>
        <p:spPr>
          <a:xfrm>
            <a:off x="8963660" y="5859145"/>
            <a:ext cx="4211320" cy="1232535"/>
          </a:xfrm>
          <a:prstGeom prst="rect">
            <a:avLst/>
          </a:prstGeom>
          <a:solidFill>
            <a:srgbClr val="F8FC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12" name="矩形 111"/>
          <p:cNvSpPr>
            <a:spLocks noGrp="1"/>
          </p:cNvSpPr>
          <p:nvPr/>
        </p:nvSpPr>
        <p:spPr>
          <a:xfrm>
            <a:off x="866775" y="5871210"/>
            <a:ext cx="224980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600" b="1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Controllability</a:t>
            </a:r>
            <a:endParaRPr sz="1600" b="1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40" name="图片 29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1710" y="6066155"/>
            <a:ext cx="720090" cy="737870"/>
          </a:xfrm>
          <a:prstGeom prst="rect">
            <a:avLst/>
          </a:prstGeom>
        </p:spPr>
      </p:pic>
      <p:sp>
        <p:nvSpPr>
          <p:cNvPr id="114" name="矩形 113"/>
          <p:cNvSpPr>
            <a:spLocks noGrp="1"/>
          </p:cNvSpPr>
          <p:nvPr/>
        </p:nvSpPr>
        <p:spPr>
          <a:xfrm>
            <a:off x="1602740" y="6285865"/>
            <a:ext cx="1124585" cy="40513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Hidden laws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(physical world)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5" name="直接连接符 114"/>
          <p:cNvSpPr>
            <a:spLocks noGrp="1"/>
          </p:cNvSpPr>
          <p:nvPr/>
        </p:nvSpPr>
        <p:spPr>
          <a:xfrm>
            <a:off x="2754630" y="6083935"/>
            <a:ext cx="0" cy="711200"/>
          </a:xfrm>
          <a:prstGeom prst="line">
            <a:avLst/>
          </a:prstGeom>
          <a:noFill/>
          <a:ln w="9525">
            <a:solidFill>
              <a:srgbClr val="8EA4BC"/>
            </a:solidFill>
            <a:prstDash val="dash"/>
          </a:ln>
        </p:spPr>
      </p:sp>
      <p:pic>
        <p:nvPicPr>
          <p:cNvPr id="343" name="图片 296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781300" y="6122670"/>
            <a:ext cx="607695" cy="678815"/>
          </a:xfrm>
          <a:prstGeom prst="rect">
            <a:avLst/>
          </a:prstGeom>
        </p:spPr>
      </p:pic>
      <p:sp>
        <p:nvSpPr>
          <p:cNvPr id="117" name="矩形 116"/>
          <p:cNvSpPr>
            <a:spLocks noGrp="1"/>
          </p:cNvSpPr>
          <p:nvPr/>
        </p:nvSpPr>
        <p:spPr>
          <a:xfrm>
            <a:off x="3447415" y="6259195"/>
            <a:ext cx="1232535" cy="40513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Public information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2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(agent view)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8" name="矩形 117"/>
          <p:cNvSpPr>
            <a:spLocks noGrp="1"/>
          </p:cNvSpPr>
          <p:nvPr/>
        </p:nvSpPr>
        <p:spPr>
          <a:xfrm>
            <a:off x="680085" y="6849110"/>
            <a:ext cx="4166235" cy="2260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M</a:t>
            </a:r>
            <a:r>
              <a:rPr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anipulate</a:t>
            </a:r>
            <a:r>
              <a:rPr 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p</a:t>
            </a: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hysics and information independently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9" name="矩形 118"/>
          <p:cNvSpPr>
            <a:spLocks noGrp="1"/>
          </p:cNvSpPr>
          <p:nvPr/>
        </p:nvSpPr>
        <p:spPr>
          <a:xfrm>
            <a:off x="4941570" y="5871210"/>
            <a:ext cx="224980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600" b="1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Traceability</a:t>
            </a:r>
            <a:endParaRPr sz="1600" b="1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48" name="图片 30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45450" y="6123305"/>
            <a:ext cx="725170" cy="639445"/>
          </a:xfrm>
          <a:prstGeom prst="rect">
            <a:avLst/>
          </a:prstGeom>
        </p:spPr>
      </p:pic>
      <p:sp>
        <p:nvSpPr>
          <p:cNvPr id="122" name="矩形 121"/>
          <p:cNvSpPr>
            <a:spLocks noGrp="1"/>
          </p:cNvSpPr>
          <p:nvPr/>
        </p:nvSpPr>
        <p:spPr>
          <a:xfrm>
            <a:off x="4863465" y="6854190"/>
            <a:ext cx="3956050" cy="2374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Full research histories can be replayed and audited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3" name="矩形 122"/>
          <p:cNvSpPr>
            <a:spLocks noGrp="1"/>
          </p:cNvSpPr>
          <p:nvPr/>
        </p:nvSpPr>
        <p:spPr>
          <a:xfrm>
            <a:off x="9034780" y="5871210"/>
            <a:ext cx="2249805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600" b="1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Separability</a:t>
            </a:r>
            <a:endParaRPr sz="1600" b="1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51" name="图片 304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43720" y="6015990"/>
            <a:ext cx="506730" cy="666750"/>
          </a:xfrm>
          <a:prstGeom prst="rect">
            <a:avLst/>
          </a:prstGeom>
        </p:spPr>
      </p:pic>
      <p:pic>
        <p:nvPicPr>
          <p:cNvPr id="352" name="图片 305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633075" y="5970905"/>
            <a:ext cx="629920" cy="717550"/>
          </a:xfrm>
          <a:prstGeom prst="rect">
            <a:avLst/>
          </a:prstGeom>
        </p:spPr>
      </p:pic>
      <p:pic>
        <p:nvPicPr>
          <p:cNvPr id="353" name="图片 306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34495" y="6015990"/>
            <a:ext cx="944880" cy="628650"/>
          </a:xfrm>
          <a:prstGeom prst="rect">
            <a:avLst/>
          </a:prstGeom>
        </p:spPr>
      </p:pic>
      <p:sp>
        <p:nvSpPr>
          <p:cNvPr id="127" name="直接连接符 126"/>
          <p:cNvSpPr>
            <a:spLocks noGrp="1"/>
          </p:cNvSpPr>
          <p:nvPr/>
        </p:nvSpPr>
        <p:spPr>
          <a:xfrm>
            <a:off x="10331450" y="6075045"/>
            <a:ext cx="0" cy="675005"/>
          </a:xfrm>
          <a:prstGeom prst="line">
            <a:avLst/>
          </a:prstGeom>
          <a:noFill/>
          <a:ln w="9525">
            <a:solidFill>
              <a:srgbClr val="8EA4BC"/>
            </a:solidFill>
            <a:prstDash val="dash"/>
          </a:ln>
        </p:spPr>
      </p:sp>
      <p:sp>
        <p:nvSpPr>
          <p:cNvPr id="128" name="直接连接符 127"/>
          <p:cNvSpPr>
            <a:spLocks noGrp="1"/>
          </p:cNvSpPr>
          <p:nvPr/>
        </p:nvSpPr>
        <p:spPr>
          <a:xfrm>
            <a:off x="11609070" y="6075045"/>
            <a:ext cx="0" cy="675005"/>
          </a:xfrm>
          <a:prstGeom prst="line">
            <a:avLst/>
          </a:prstGeom>
          <a:noFill/>
          <a:ln w="9525">
            <a:solidFill>
              <a:srgbClr val="8EA4BC"/>
            </a:solidFill>
            <a:prstDash val="dash"/>
          </a:ln>
        </p:spPr>
      </p:sp>
      <p:sp>
        <p:nvSpPr>
          <p:cNvPr id="129" name="矩形 128"/>
          <p:cNvSpPr>
            <a:spLocks noGrp="1"/>
          </p:cNvSpPr>
          <p:nvPr/>
        </p:nvSpPr>
        <p:spPr>
          <a:xfrm>
            <a:off x="9197975" y="6558915"/>
            <a:ext cx="989965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Operation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(what was done)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0" name="矩形 129"/>
          <p:cNvSpPr>
            <a:spLocks noGrp="1"/>
          </p:cNvSpPr>
          <p:nvPr/>
        </p:nvSpPr>
        <p:spPr>
          <a:xfrm>
            <a:off x="10439400" y="6561455"/>
            <a:ext cx="1007745" cy="37782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Prediction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(what will happen)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1" name="矩形 130"/>
          <p:cNvSpPr>
            <a:spLocks noGrp="1"/>
          </p:cNvSpPr>
          <p:nvPr/>
        </p:nvSpPr>
        <p:spPr>
          <a:xfrm>
            <a:off x="11735435" y="6561455"/>
            <a:ext cx="1124585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Uncertainty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0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(how certain)</a:t>
            </a:r>
            <a:endParaRPr sz="10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2" name="矩形 131"/>
          <p:cNvSpPr>
            <a:spLocks noGrp="1"/>
          </p:cNvSpPr>
          <p:nvPr/>
        </p:nvSpPr>
        <p:spPr>
          <a:xfrm>
            <a:off x="8918575" y="6890385"/>
            <a:ext cx="418655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Operation, prediction and uncertainty are evaluated separately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3" name="矩形 132"/>
          <p:cNvSpPr>
            <a:spLocks noGrp="1"/>
          </p:cNvSpPr>
          <p:nvPr/>
        </p:nvSpPr>
        <p:spPr>
          <a:xfrm>
            <a:off x="495935" y="7253605"/>
            <a:ext cx="269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2000" b="1" i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00000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</a:t>
            </a:r>
            <a:endParaRPr sz="2000" b="1" i="0">
              <a:solidFill>
                <a:srgbClr val="00000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4" name="矩形 133"/>
          <p:cNvSpPr>
            <a:spLocks noGrp="1"/>
          </p:cNvSpPr>
          <p:nvPr/>
        </p:nvSpPr>
        <p:spPr>
          <a:xfrm>
            <a:off x="793115" y="7280910"/>
            <a:ext cx="6101080" cy="2294890"/>
          </a:xfrm>
          <a:prstGeom prst="rect">
            <a:avLst/>
          </a:prstGeom>
          <a:solidFill>
            <a:srgbClr val="FFFF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35" name="矩形 134"/>
          <p:cNvSpPr>
            <a:spLocks noGrp="1"/>
          </p:cNvSpPr>
          <p:nvPr/>
        </p:nvSpPr>
        <p:spPr>
          <a:xfrm>
            <a:off x="7056120" y="7280910"/>
            <a:ext cx="6118860" cy="2294890"/>
          </a:xfrm>
          <a:prstGeom prst="rect">
            <a:avLst/>
          </a:prstGeom>
          <a:solidFill>
            <a:srgbClr val="FFFFFF"/>
          </a:solidFill>
          <a:ln w="11430">
            <a:solidFill>
              <a:srgbClr val="496B8F"/>
            </a:solidFill>
            <a:prstDash val="solid"/>
          </a:ln>
        </p:spPr>
      </p:sp>
      <p:sp>
        <p:nvSpPr>
          <p:cNvPr id="136" name="矩形 135"/>
          <p:cNvSpPr>
            <a:spLocks noGrp="1"/>
          </p:cNvSpPr>
          <p:nvPr/>
        </p:nvSpPr>
        <p:spPr>
          <a:xfrm>
            <a:off x="927735" y="7352665"/>
            <a:ext cx="2519680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800" b="1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Controlled study design</a:t>
            </a:r>
            <a:endParaRPr sz="1800" b="1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7" name="矩形 136"/>
          <p:cNvSpPr>
            <a:spLocks noGrp="1"/>
          </p:cNvSpPr>
          <p:nvPr/>
        </p:nvSpPr>
        <p:spPr>
          <a:xfrm>
            <a:off x="890270" y="7730490"/>
            <a:ext cx="1169670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Opaque information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8" name="矩形 137"/>
          <p:cNvSpPr>
            <a:spLocks noGrp="1"/>
          </p:cNvSpPr>
          <p:nvPr/>
        </p:nvSpPr>
        <p:spPr>
          <a:xfrm>
            <a:off x="2096135" y="7730490"/>
            <a:ext cx="1169670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Aligned information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9" name="矩形 138"/>
          <p:cNvSpPr>
            <a:spLocks noGrp="1"/>
          </p:cNvSpPr>
          <p:nvPr/>
        </p:nvSpPr>
        <p:spPr>
          <a:xfrm>
            <a:off x="3265805" y="7730490"/>
            <a:ext cx="1304925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Mismatched information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0" name="矩形 139"/>
          <p:cNvSpPr>
            <a:spLocks noGrp="1"/>
          </p:cNvSpPr>
          <p:nvPr/>
        </p:nvSpPr>
        <p:spPr>
          <a:xfrm>
            <a:off x="5004435" y="7658735"/>
            <a:ext cx="1313815" cy="1981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Research envelope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68" name="图片 321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25220" y="8245475"/>
            <a:ext cx="702945" cy="683895"/>
          </a:xfrm>
          <a:prstGeom prst="rect">
            <a:avLst/>
          </a:prstGeom>
        </p:spPr>
      </p:pic>
      <p:pic>
        <p:nvPicPr>
          <p:cNvPr id="369" name="图片 322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322830" y="8260715"/>
            <a:ext cx="755650" cy="653415"/>
          </a:xfrm>
          <a:prstGeom prst="rect">
            <a:avLst/>
          </a:prstGeom>
        </p:spPr>
      </p:pic>
      <p:pic>
        <p:nvPicPr>
          <p:cNvPr id="370" name="图片 323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10280" y="8251190"/>
            <a:ext cx="755650" cy="672465"/>
          </a:xfrm>
          <a:prstGeom prst="rect">
            <a:avLst/>
          </a:prstGeom>
        </p:spPr>
      </p:pic>
      <p:sp>
        <p:nvSpPr>
          <p:cNvPr id="150" name="直接连接符 149"/>
          <p:cNvSpPr>
            <a:spLocks noGrp="1"/>
          </p:cNvSpPr>
          <p:nvPr/>
        </p:nvSpPr>
        <p:spPr>
          <a:xfrm>
            <a:off x="1139825" y="9119870"/>
            <a:ext cx="0" cy="90170"/>
          </a:xfrm>
          <a:prstGeom prst="line">
            <a:avLst/>
          </a:prstGeom>
          <a:noFill/>
          <a:ln w="11430">
            <a:solidFill>
              <a:srgbClr val="6A83B2"/>
            </a:solidFill>
            <a:prstDash val="solid"/>
          </a:ln>
        </p:spPr>
      </p:sp>
      <p:sp>
        <p:nvSpPr>
          <p:cNvPr id="151" name="直接连接符 150"/>
          <p:cNvSpPr>
            <a:spLocks noGrp="1"/>
          </p:cNvSpPr>
          <p:nvPr/>
        </p:nvSpPr>
        <p:spPr>
          <a:xfrm>
            <a:off x="1139825" y="9210040"/>
            <a:ext cx="3059430" cy="0"/>
          </a:xfrm>
          <a:prstGeom prst="line">
            <a:avLst/>
          </a:prstGeom>
          <a:noFill/>
          <a:ln w="11430">
            <a:solidFill>
              <a:srgbClr val="6A83B2"/>
            </a:solidFill>
            <a:prstDash val="solid"/>
          </a:ln>
        </p:spPr>
      </p:sp>
      <p:sp>
        <p:nvSpPr>
          <p:cNvPr id="152" name="直接连接符 151"/>
          <p:cNvSpPr>
            <a:spLocks noGrp="1"/>
          </p:cNvSpPr>
          <p:nvPr/>
        </p:nvSpPr>
        <p:spPr>
          <a:xfrm>
            <a:off x="4199255" y="9119870"/>
            <a:ext cx="0" cy="90170"/>
          </a:xfrm>
          <a:prstGeom prst="line">
            <a:avLst/>
          </a:prstGeom>
          <a:noFill/>
          <a:ln w="11430">
            <a:solidFill>
              <a:srgbClr val="6A83B2"/>
            </a:solidFill>
            <a:prstDash val="solid"/>
          </a:ln>
        </p:spPr>
      </p:sp>
      <p:sp>
        <p:nvSpPr>
          <p:cNvPr id="153" name="矩形 152"/>
          <p:cNvSpPr>
            <a:spLocks noGrp="1"/>
          </p:cNvSpPr>
          <p:nvPr/>
        </p:nvSpPr>
        <p:spPr>
          <a:xfrm>
            <a:off x="1395730" y="9280525"/>
            <a:ext cx="2519680" cy="2260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Same world, different information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4" name="直接连接符 153"/>
          <p:cNvSpPr>
            <a:spLocks noGrp="1"/>
          </p:cNvSpPr>
          <p:nvPr/>
        </p:nvSpPr>
        <p:spPr>
          <a:xfrm>
            <a:off x="4635500" y="7604760"/>
            <a:ext cx="0" cy="1898650"/>
          </a:xfrm>
          <a:prstGeom prst="line">
            <a:avLst/>
          </a:prstGeom>
          <a:noFill/>
          <a:ln w="9525">
            <a:solidFill>
              <a:srgbClr val="8EA4BC"/>
            </a:solidFill>
            <a:prstDash val="dash"/>
          </a:ln>
        </p:spPr>
      </p:sp>
      <p:pic>
        <p:nvPicPr>
          <p:cNvPr id="382" name="图片 335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680585" y="8108950"/>
            <a:ext cx="882015" cy="710565"/>
          </a:xfrm>
          <a:prstGeom prst="rect">
            <a:avLst/>
          </a:prstGeom>
        </p:spPr>
      </p:pic>
      <p:pic>
        <p:nvPicPr>
          <p:cNvPr id="383" name="图片 336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615305" y="7865745"/>
            <a:ext cx="1153160" cy="1016635"/>
          </a:xfrm>
          <a:prstGeom prst="rect">
            <a:avLst/>
          </a:prstGeom>
        </p:spPr>
      </p:pic>
      <p:sp>
        <p:nvSpPr>
          <p:cNvPr id="157" name="矩形 156"/>
          <p:cNvSpPr>
            <a:spLocks noGrp="1"/>
          </p:cNvSpPr>
          <p:nvPr/>
        </p:nvSpPr>
        <p:spPr>
          <a:xfrm>
            <a:off x="4841875" y="8873490"/>
            <a:ext cx="629920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batches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8" name="矩形 157"/>
          <p:cNvSpPr>
            <a:spLocks noGrp="1"/>
          </p:cNvSpPr>
          <p:nvPr/>
        </p:nvSpPr>
        <p:spPr>
          <a:xfrm>
            <a:off x="5993765" y="8873490"/>
            <a:ext cx="629920" cy="4394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batches</a:t>
            </a:r>
            <a:endParaRPr sz="14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9" name="矩形 158"/>
          <p:cNvSpPr>
            <a:spLocks noGrp="1"/>
          </p:cNvSpPr>
          <p:nvPr/>
        </p:nvSpPr>
        <p:spPr>
          <a:xfrm>
            <a:off x="7209155" y="7352665"/>
            <a:ext cx="1710055" cy="28702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l">
              <a:buNone/>
              <a:defRPr sz="1800" b="1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Study scope</a:t>
            </a:r>
            <a:endParaRPr sz="1800" b="1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0" name="矩形 159"/>
          <p:cNvSpPr>
            <a:spLocks noGrp="1"/>
          </p:cNvSpPr>
          <p:nvPr/>
        </p:nvSpPr>
        <p:spPr>
          <a:xfrm>
            <a:off x="9034145" y="7361555"/>
            <a:ext cx="3970020" cy="25209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r">
              <a:buNone/>
              <a:defRPr sz="100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1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240</a:t>
            </a:r>
            <a:r>
              <a:rPr sz="120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 autonomous campaigns  </a:t>
            </a:r>
            <a:r>
              <a:rPr lang="en-US" sz="120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&amp;</a:t>
            </a:r>
            <a:r>
              <a:rPr sz="120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  </a:t>
            </a:r>
            <a:r>
              <a:rPr sz="1200" b="1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6</a:t>
            </a:r>
            <a:r>
              <a:rPr sz="120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 chemical system families</a:t>
            </a:r>
            <a:endParaRPr sz="120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2" name="直接连接符 161"/>
          <p:cNvSpPr>
            <a:spLocks noGrp="1"/>
          </p:cNvSpPr>
          <p:nvPr/>
        </p:nvSpPr>
        <p:spPr>
          <a:xfrm>
            <a:off x="8383270" y="7715885"/>
            <a:ext cx="0" cy="1754505"/>
          </a:xfrm>
          <a:prstGeom prst="line">
            <a:avLst/>
          </a:prstGeom>
          <a:noFill/>
          <a:ln w="9525">
            <a:solidFill>
              <a:srgbClr val="C7D4E1"/>
            </a:solidFill>
            <a:prstDash val="dash"/>
          </a:ln>
        </p:spPr>
      </p:sp>
      <p:sp>
        <p:nvSpPr>
          <p:cNvPr id="163" name="直接连接符 162"/>
          <p:cNvSpPr>
            <a:spLocks noGrp="1"/>
          </p:cNvSpPr>
          <p:nvPr/>
        </p:nvSpPr>
        <p:spPr>
          <a:xfrm>
            <a:off x="9598025" y="7715885"/>
            <a:ext cx="0" cy="1754505"/>
          </a:xfrm>
          <a:prstGeom prst="line">
            <a:avLst/>
          </a:prstGeom>
          <a:noFill/>
          <a:ln w="9525">
            <a:solidFill>
              <a:srgbClr val="C7D4E1"/>
            </a:solidFill>
            <a:prstDash val="dash"/>
          </a:ln>
        </p:spPr>
      </p:sp>
      <p:sp>
        <p:nvSpPr>
          <p:cNvPr id="164" name="直接连接符 163"/>
          <p:cNvSpPr>
            <a:spLocks noGrp="1"/>
          </p:cNvSpPr>
          <p:nvPr/>
        </p:nvSpPr>
        <p:spPr>
          <a:xfrm>
            <a:off x="7294245" y="8525510"/>
            <a:ext cx="3545205" cy="0"/>
          </a:xfrm>
          <a:prstGeom prst="line">
            <a:avLst/>
          </a:prstGeom>
          <a:noFill/>
          <a:ln w="9525">
            <a:solidFill>
              <a:srgbClr val="C7D4E1"/>
            </a:solidFill>
            <a:prstDash val="dash"/>
          </a:ln>
        </p:spPr>
      </p:sp>
      <p:pic>
        <p:nvPicPr>
          <p:cNvPr id="392" name="图片 345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419975" y="7691120"/>
            <a:ext cx="755650" cy="562610"/>
          </a:xfrm>
          <a:prstGeom prst="rect">
            <a:avLst/>
          </a:prstGeom>
        </p:spPr>
      </p:pic>
      <p:pic>
        <p:nvPicPr>
          <p:cNvPr id="393" name="图片 346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872220" y="7664450"/>
            <a:ext cx="356870" cy="638810"/>
          </a:xfrm>
          <a:prstGeom prst="rect">
            <a:avLst/>
          </a:prstGeom>
        </p:spPr>
      </p:pic>
      <p:pic>
        <p:nvPicPr>
          <p:cNvPr id="394" name="图片 347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967595" y="7625715"/>
            <a:ext cx="547370" cy="711200"/>
          </a:xfrm>
          <a:prstGeom prst="rect">
            <a:avLst/>
          </a:prstGeom>
        </p:spPr>
      </p:pic>
      <p:sp>
        <p:nvSpPr>
          <p:cNvPr id="168" name="矩形 167"/>
          <p:cNvSpPr>
            <a:spLocks noGrp="1"/>
          </p:cNvSpPr>
          <p:nvPr/>
        </p:nvSpPr>
        <p:spPr>
          <a:xfrm>
            <a:off x="7210425" y="8255635"/>
            <a:ext cx="1193800" cy="21590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Electrochemistry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9" name="矩形 168"/>
          <p:cNvSpPr>
            <a:spLocks noGrp="1"/>
          </p:cNvSpPr>
          <p:nvPr/>
        </p:nvSpPr>
        <p:spPr>
          <a:xfrm>
            <a:off x="8599170" y="8255635"/>
            <a:ext cx="908685" cy="243205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Partitioning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0" name="矩形 169"/>
          <p:cNvSpPr>
            <a:spLocks noGrp="1"/>
          </p:cNvSpPr>
          <p:nvPr/>
        </p:nvSpPr>
        <p:spPr>
          <a:xfrm>
            <a:off x="9678670" y="8255635"/>
            <a:ext cx="1097915" cy="37846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Reaction / thermal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98" name="图片 351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374890" y="8517890"/>
            <a:ext cx="863600" cy="708025"/>
          </a:xfrm>
          <a:prstGeom prst="rect">
            <a:avLst/>
          </a:prstGeom>
        </p:spPr>
      </p:pic>
      <p:pic>
        <p:nvPicPr>
          <p:cNvPr id="399" name="图片 352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594090" y="8516620"/>
            <a:ext cx="859155" cy="706755"/>
          </a:xfrm>
          <a:prstGeom prst="rect">
            <a:avLst/>
          </a:prstGeom>
        </p:spPr>
      </p:pic>
      <p:pic>
        <p:nvPicPr>
          <p:cNvPr id="400" name="图片 353"/>
          <p:cNvPicPr>
            <a:picLocks noChangeAspect="1"/>
          </p:cNvPicPr>
          <p:nvPr/>
        </p:nvPicPr>
        <p:blipFill>
          <a:blip r:embed="rId31"/>
          <a:srcRect t="25000" r="46341" b="21739"/>
          <a:stretch>
            <a:fillRect/>
          </a:stretch>
        </p:blipFill>
        <p:spPr>
          <a:xfrm>
            <a:off x="10101580" y="8605520"/>
            <a:ext cx="291465" cy="648970"/>
          </a:xfrm>
          <a:prstGeom prst="rect">
            <a:avLst/>
          </a:prstGeom>
        </p:spPr>
      </p:pic>
      <p:sp>
        <p:nvSpPr>
          <p:cNvPr id="174" name="矩形 173"/>
          <p:cNvSpPr>
            <a:spLocks noGrp="1"/>
          </p:cNvSpPr>
          <p:nvPr/>
        </p:nvSpPr>
        <p:spPr>
          <a:xfrm>
            <a:off x="7374890" y="9254490"/>
            <a:ext cx="863600" cy="2247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Equilibrium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5" name="矩形 174"/>
          <p:cNvSpPr>
            <a:spLocks noGrp="1"/>
          </p:cNvSpPr>
          <p:nvPr/>
        </p:nvSpPr>
        <p:spPr>
          <a:xfrm>
            <a:off x="8517890" y="9254490"/>
            <a:ext cx="1080135" cy="2247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Crystallization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6" name="矩形 175"/>
          <p:cNvSpPr>
            <a:spLocks noGrp="1"/>
          </p:cNvSpPr>
          <p:nvPr/>
        </p:nvSpPr>
        <p:spPr>
          <a:xfrm>
            <a:off x="9850755" y="9278620"/>
            <a:ext cx="899795" cy="22479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11182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Purification</a:t>
            </a:r>
            <a:endParaRPr sz="1200" b="0" i="0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7" name="直接连接符 176"/>
          <p:cNvSpPr>
            <a:spLocks noGrp="1"/>
          </p:cNvSpPr>
          <p:nvPr/>
        </p:nvSpPr>
        <p:spPr>
          <a:xfrm>
            <a:off x="10965815" y="7661910"/>
            <a:ext cx="0" cy="1853565"/>
          </a:xfrm>
          <a:prstGeom prst="line">
            <a:avLst/>
          </a:prstGeom>
          <a:noFill/>
          <a:ln w="9525">
            <a:solidFill>
              <a:srgbClr val="C7D4E1"/>
            </a:solidFill>
            <a:prstDash val="dash"/>
          </a:ln>
        </p:spPr>
      </p:sp>
      <p:sp>
        <p:nvSpPr>
          <p:cNvPr id="179" name="矩形 178"/>
          <p:cNvSpPr>
            <a:spLocks noGrp="1"/>
          </p:cNvSpPr>
          <p:nvPr/>
        </p:nvSpPr>
        <p:spPr>
          <a:xfrm>
            <a:off x="11411585" y="7658735"/>
            <a:ext cx="1286510" cy="405130"/>
          </a:xfrm>
          <a:prstGeom prst="rect">
            <a:avLst/>
          </a:prstGeom>
          <a:noFill/>
          <a:ln w="0">
            <a:noFill/>
          </a:ln>
        </p:spPr>
        <p:txBody>
          <a:bodyPr wrap="square" lIns="9525" tIns="0" rIns="9525" bIns="0" anchor="t">
            <a:noAutofit/>
          </a:bodyPr>
          <a:lstStyle/>
          <a:p>
            <a:pPr algn="ctr">
              <a:buNone/>
              <a:defRPr sz="1000" b="0" i="0">
                <a:solidFill>
                  <a:srgbClr val="47556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000" b="0" i="0">
                <a:solidFill>
                  <a:srgbClr val="475569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Does the learned</a:t>
            </a:r>
            <a:endParaRPr sz="1000" b="0" i="0">
              <a:solidFill>
                <a:srgbClr val="475569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buNone/>
              <a:defRPr sz="1000" b="0" i="0">
                <a:solidFill>
                  <a:srgbClr val="47556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000" b="0" i="0">
                <a:solidFill>
                  <a:srgbClr val="475569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relationship still apply?</a:t>
            </a:r>
            <a:endParaRPr sz="1000" b="0" i="0">
              <a:solidFill>
                <a:srgbClr val="475569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407" name="图片 360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285220" y="8044180"/>
            <a:ext cx="1557020" cy="884555"/>
          </a:xfrm>
          <a:prstGeom prst="rect">
            <a:avLst/>
          </a:prstGeom>
        </p:spPr>
      </p:pic>
      <p:pic>
        <p:nvPicPr>
          <p:cNvPr id="408" name="图片 361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123295" y="8961755"/>
            <a:ext cx="1844675" cy="436245"/>
          </a:xfrm>
          <a:prstGeom prst="rect">
            <a:avLst/>
          </a:prstGeom>
        </p:spPr>
      </p:pic>
      <p:pic>
        <p:nvPicPr>
          <p:cNvPr id="409" name="图片 5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941570" y="1543685"/>
            <a:ext cx="658495" cy="774065"/>
          </a:xfrm>
          <a:prstGeom prst="rect">
            <a:avLst/>
          </a:prstGeom>
        </p:spPr>
      </p:pic>
      <p:pic>
        <p:nvPicPr>
          <p:cNvPr id="410" name="图片 6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394960" y="1476375"/>
            <a:ext cx="707390" cy="841375"/>
          </a:xfrm>
          <a:prstGeom prst="rect">
            <a:avLst/>
          </a:prstGeom>
        </p:spPr>
      </p:pic>
      <p:pic>
        <p:nvPicPr>
          <p:cNvPr id="411" name="图片 8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306560" y="1456055"/>
            <a:ext cx="737870" cy="902970"/>
          </a:xfrm>
          <a:prstGeom prst="rect">
            <a:avLst/>
          </a:prstGeom>
        </p:spPr>
      </p:pic>
      <p:sp>
        <p:nvSpPr>
          <p:cNvPr id="13" name="文本框 12"/>
          <p:cNvSpPr>
            <a:spLocks noGrp="1"/>
          </p:cNvSpPr>
          <p:nvPr/>
        </p:nvSpPr>
        <p:spPr>
          <a:xfrm>
            <a:off x="9351010" y="1626235"/>
            <a:ext cx="639445" cy="2870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score</a:t>
            </a:r>
            <a:endParaRPr sz="1200" b="1">
              <a:solidFill>
                <a:srgbClr val="11182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" name="右箭头 14"/>
          <p:cNvSpPr>
            <a:spLocks noGrp="1"/>
          </p:cNvSpPr>
          <p:nvPr/>
        </p:nvSpPr>
        <p:spPr>
          <a:xfrm>
            <a:off x="10123170" y="182372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pic>
        <p:nvPicPr>
          <p:cNvPr id="414" name="图片 15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510790" y="1391920"/>
            <a:ext cx="775335" cy="903605"/>
          </a:xfrm>
          <a:prstGeom prst="rect">
            <a:avLst/>
          </a:prstGeom>
        </p:spPr>
      </p:pic>
      <p:pic>
        <p:nvPicPr>
          <p:cNvPr id="415" name="图片 20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474325" y="1454785"/>
            <a:ext cx="775335" cy="903605"/>
          </a:xfrm>
          <a:prstGeom prst="rect">
            <a:avLst/>
          </a:prstGeom>
        </p:spPr>
      </p:pic>
      <p:pic>
        <p:nvPicPr>
          <p:cNvPr id="6" name="图片 328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219825" y="1584325"/>
            <a:ext cx="674370" cy="711200"/>
          </a:xfrm>
          <a:prstGeom prst="rect">
            <a:avLst/>
          </a:prstGeom>
        </p:spPr>
      </p:pic>
      <p:grpSp>
        <p:nvGrpSpPr>
          <p:cNvPr id="9" name="组合 8"/>
          <p:cNvGrpSpPr/>
          <p:nvPr/>
        </p:nvGrpSpPr>
        <p:grpSpPr>
          <a:xfrm rot="0">
            <a:off x="2830195" y="3465195"/>
            <a:ext cx="6844373" cy="1352131"/>
            <a:chOff x="4185" y="4200"/>
            <a:chExt cx="11409" cy="2254"/>
          </a:xfrm>
        </p:grpSpPr>
        <p:pic>
          <p:nvPicPr>
            <p:cNvPr id="268" name="图片 219"/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4336" y="4645"/>
              <a:ext cx="928" cy="1020"/>
            </a:xfrm>
            <a:prstGeom prst="rect">
              <a:avLst/>
            </a:prstGeom>
          </p:spPr>
        </p:pic>
        <p:pic>
          <p:nvPicPr>
            <p:cNvPr id="269" name="图片 220"/>
            <p:cNvPicPr>
              <a:picLocks noChangeAspect="1"/>
            </p:cNvPicPr>
            <p:nvPr/>
          </p:nvPicPr>
          <p:blipFill>
            <a:blip r:embed="rId40"/>
            <a:stretch>
              <a:fillRect/>
            </a:stretch>
          </p:blipFill>
          <p:spPr>
            <a:xfrm>
              <a:off x="5752" y="4508"/>
              <a:ext cx="1080" cy="1190"/>
            </a:xfrm>
            <a:prstGeom prst="rect">
              <a:avLst/>
            </a:prstGeom>
          </p:spPr>
        </p:pic>
        <p:pic>
          <p:nvPicPr>
            <p:cNvPr id="271" name="图片 222"/>
            <p:cNvPicPr>
              <a:picLocks noChangeAspect="1"/>
            </p:cNvPicPr>
            <p:nvPr/>
          </p:nvPicPr>
          <p:blipFill>
            <a:blip r:embed="rId41"/>
            <a:stretch>
              <a:fillRect/>
            </a:stretch>
          </p:blipFill>
          <p:spPr>
            <a:xfrm>
              <a:off x="9639" y="4200"/>
              <a:ext cx="1057" cy="1560"/>
            </a:xfrm>
            <a:prstGeom prst="rect">
              <a:avLst/>
            </a:prstGeom>
          </p:spPr>
        </p:pic>
        <p:pic>
          <p:nvPicPr>
            <p:cNvPr id="272" name="图片 223"/>
            <p:cNvPicPr>
              <a:picLocks noChangeAspect="1"/>
            </p:cNvPicPr>
            <p:nvPr/>
          </p:nvPicPr>
          <p:blipFill>
            <a:blip r:embed="rId42"/>
            <a:stretch>
              <a:fillRect/>
            </a:stretch>
          </p:blipFill>
          <p:spPr>
            <a:xfrm>
              <a:off x="11229" y="4543"/>
              <a:ext cx="1380" cy="1131"/>
            </a:xfrm>
            <a:prstGeom prst="rect">
              <a:avLst/>
            </a:prstGeom>
          </p:spPr>
        </p:pic>
        <p:pic>
          <p:nvPicPr>
            <p:cNvPr id="273" name="图片 224"/>
            <p:cNvPicPr>
              <a:picLocks noChangeAspect="1"/>
            </p:cNvPicPr>
            <p:nvPr/>
          </p:nvPicPr>
          <p:blipFill>
            <a:blip r:embed="rId43"/>
            <a:stretch>
              <a:fillRect/>
            </a:stretch>
          </p:blipFill>
          <p:spPr>
            <a:xfrm>
              <a:off x="13050" y="4653"/>
              <a:ext cx="900" cy="920"/>
            </a:xfrm>
            <a:prstGeom prst="rect">
              <a:avLst/>
            </a:prstGeom>
          </p:spPr>
        </p:pic>
        <p:pic>
          <p:nvPicPr>
            <p:cNvPr id="274" name="图片 225"/>
            <p:cNvPicPr>
              <a:picLocks noChangeAspect="1"/>
            </p:cNvPicPr>
            <p:nvPr/>
          </p:nvPicPr>
          <p:blipFill>
            <a:blip r:embed="rId44"/>
            <a:stretch>
              <a:fillRect/>
            </a:stretch>
          </p:blipFill>
          <p:spPr>
            <a:xfrm>
              <a:off x="14409" y="4645"/>
              <a:ext cx="884" cy="1005"/>
            </a:xfrm>
            <a:prstGeom prst="rect">
              <a:avLst/>
            </a:prstGeom>
          </p:spPr>
        </p:pic>
        <p:sp>
          <p:nvSpPr>
            <p:cNvPr id="52" name="矩形 51"/>
            <p:cNvSpPr>
              <a:spLocks noGrp="1"/>
            </p:cNvSpPr>
            <p:nvPr/>
          </p:nvSpPr>
          <p:spPr>
            <a:xfrm>
              <a:off x="4185" y="5665"/>
              <a:ext cx="1230" cy="6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20603050405020304"/>
                  <a:cs typeface="Times New Roman" panose="02020603050405020304" charset="0"/>
                </a:rPr>
                <a:t>Scientific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endParaRPr>
            </a:p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20603050405020304"/>
                  <a:cs typeface="Times New Roman" panose="02020603050405020304" charset="0"/>
                </a:rPr>
                <a:t>question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endParaRPr>
            </a:p>
          </p:txBody>
        </p:sp>
        <p:sp>
          <p:nvSpPr>
            <p:cNvPr id="53" name="矩形 52"/>
            <p:cNvSpPr>
              <a:spLocks noGrp="1"/>
            </p:cNvSpPr>
            <p:nvPr/>
          </p:nvSpPr>
          <p:spPr>
            <a:xfrm>
              <a:off x="5707" y="5764"/>
              <a:ext cx="1125" cy="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20603050405020304"/>
                  <a:cs typeface="Times New Roman" panose="02020603050405020304" charset="0"/>
                </a:rPr>
                <a:t>Agent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endParaRPr>
            </a:p>
          </p:txBody>
        </p:sp>
        <p:sp>
          <p:nvSpPr>
            <p:cNvPr id="54" name="矩形 53"/>
            <p:cNvSpPr>
              <a:spLocks noGrp="1"/>
            </p:cNvSpPr>
            <p:nvPr/>
          </p:nvSpPr>
          <p:spPr>
            <a:xfrm>
              <a:off x="7155" y="5764"/>
              <a:ext cx="2175" cy="3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20603050405020304"/>
                  <a:cs typeface="Times New Roman" panose="02020603050405020304" charset="0"/>
                </a:rPr>
                <a:t>Choose conditions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endParaRPr>
            </a:p>
          </p:txBody>
        </p:sp>
        <p:sp>
          <p:nvSpPr>
            <p:cNvPr id="56" name="矩形 55"/>
            <p:cNvSpPr>
              <a:spLocks noGrp="1"/>
            </p:cNvSpPr>
            <p:nvPr/>
          </p:nvSpPr>
          <p:spPr>
            <a:xfrm>
              <a:off x="9265" y="5765"/>
              <a:ext cx="1965" cy="689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20603050405020304"/>
                  <a:cs typeface="Times New Roman" panose="02020603050405020304" charset="0"/>
                </a:rPr>
                <a:t>Reaction /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endParaRPr>
            </a:p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20603050405020304"/>
                  <a:cs typeface="Times New Roman" panose="02020603050405020304" charset="0"/>
                </a:rPr>
                <a:t>thermal process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endParaRPr>
            </a:p>
          </p:txBody>
        </p:sp>
        <p:sp>
          <p:nvSpPr>
            <p:cNvPr id="57" name="矩形 56"/>
            <p:cNvSpPr>
              <a:spLocks noGrp="1"/>
            </p:cNvSpPr>
            <p:nvPr/>
          </p:nvSpPr>
          <p:spPr>
            <a:xfrm>
              <a:off x="11145" y="5764"/>
              <a:ext cx="1545" cy="3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20603050405020304"/>
                  <a:cs typeface="Times New Roman" panose="02020603050405020304" charset="0"/>
                </a:rPr>
                <a:t>Measurement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endParaRPr>
            </a:p>
          </p:txBody>
        </p:sp>
        <p:sp>
          <p:nvSpPr>
            <p:cNvPr id="59" name="矩形 58"/>
            <p:cNvSpPr>
              <a:spLocks noGrp="1"/>
            </p:cNvSpPr>
            <p:nvPr/>
          </p:nvSpPr>
          <p:spPr>
            <a:xfrm>
              <a:off x="12878" y="5775"/>
              <a:ext cx="1289" cy="349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20603050405020304"/>
                  <a:cs typeface="Times New Roman" panose="02020603050405020304" charset="0"/>
                </a:rPr>
                <a:t>Adaptation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endParaRPr>
            </a:p>
          </p:txBody>
        </p:sp>
        <p:sp>
          <p:nvSpPr>
            <p:cNvPr id="60" name="矩形 59"/>
            <p:cNvSpPr>
              <a:spLocks noGrp="1"/>
            </p:cNvSpPr>
            <p:nvPr/>
          </p:nvSpPr>
          <p:spPr>
            <a:xfrm>
              <a:off x="14050" y="5760"/>
              <a:ext cx="1544" cy="63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9525" tIns="0" rIns="9525" bIns="0" anchor="t">
              <a:noAutofit/>
            </a:bodyPr>
            <a:lstStyle/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20603050405020304"/>
                  <a:cs typeface="Times New Roman" panose="02020603050405020304" charset="0"/>
                </a:rPr>
                <a:t>Evidence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endParaRPr>
            </a:p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r>
                <a:rPr sz="1200" b="0" i="0">
                  <a:solidFill>
                    <a:srgbClr val="111827"/>
                  </a:solidFill>
                  <a:latin typeface="Times New Roman" panose="02020603050405020304" charset="0"/>
                  <a:ea typeface="Times New Roman" panose="02020603050405020304"/>
                  <a:cs typeface="Times New Roman" panose="02020603050405020304" charset="0"/>
                </a:rPr>
                <a:t>accumulation</a:t>
              </a: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endParaRPr>
            </a:p>
            <a:p>
              <a:pPr algn="ctr">
                <a:buNone/>
                <a:defRPr sz="1000" b="0" i="0">
                  <a:solidFill>
                    <a:srgbClr val="111827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defRPr>
              </a:pPr>
              <a:endParaRPr sz="1200" b="0" i="0">
                <a:solidFill>
                  <a:srgbClr val="11182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endParaRPr>
            </a:p>
          </p:txBody>
        </p:sp>
        <p:cxnSp>
          <p:nvCxnSpPr>
            <p:cNvPr id="7" name="曲线连接符 6"/>
            <p:cNvCxnSpPr>
              <a:stCxn id="274" idx="0"/>
              <a:endCxn id="269" idx="0"/>
            </p:cNvCxnSpPr>
            <p:nvPr/>
          </p:nvCxnSpPr>
          <p:spPr>
            <a:xfrm rot="16200000" flipV="1">
              <a:off x="10503" y="297"/>
              <a:ext cx="137" cy="8559"/>
            </a:xfrm>
            <a:prstGeom prst="curvedConnector3">
              <a:avLst>
                <a:gd name="adj1" fmla="val 373723"/>
              </a:avLst>
            </a:prstGeom>
            <a:ln w="254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14" name="右箭头 13"/>
          <p:cNvSpPr>
            <a:spLocks noGrp="1"/>
          </p:cNvSpPr>
          <p:nvPr/>
        </p:nvSpPr>
        <p:spPr>
          <a:xfrm>
            <a:off x="3500120" y="404114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19" name="右箭头 18"/>
          <p:cNvSpPr>
            <a:spLocks noGrp="1"/>
          </p:cNvSpPr>
          <p:nvPr/>
        </p:nvSpPr>
        <p:spPr>
          <a:xfrm>
            <a:off x="4418330" y="404114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20" name="右箭头 19"/>
          <p:cNvSpPr>
            <a:spLocks noGrp="1"/>
          </p:cNvSpPr>
          <p:nvPr/>
        </p:nvSpPr>
        <p:spPr>
          <a:xfrm>
            <a:off x="5876925" y="404114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21" name="右箭头 20"/>
          <p:cNvSpPr>
            <a:spLocks noGrp="1"/>
          </p:cNvSpPr>
          <p:nvPr/>
        </p:nvSpPr>
        <p:spPr>
          <a:xfrm>
            <a:off x="6736080" y="404114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28" name="右箭头 27"/>
          <p:cNvSpPr>
            <a:spLocks noGrp="1"/>
          </p:cNvSpPr>
          <p:nvPr/>
        </p:nvSpPr>
        <p:spPr>
          <a:xfrm>
            <a:off x="7853680" y="401447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30" name="右箭头 29"/>
          <p:cNvSpPr>
            <a:spLocks noGrp="1"/>
          </p:cNvSpPr>
          <p:nvPr/>
        </p:nvSpPr>
        <p:spPr>
          <a:xfrm>
            <a:off x="8711565" y="401447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32" name="直接连接符 31"/>
          <p:cNvSpPr>
            <a:spLocks noGrp="1"/>
          </p:cNvSpPr>
          <p:nvPr/>
        </p:nvSpPr>
        <p:spPr>
          <a:xfrm>
            <a:off x="2727325" y="4191000"/>
            <a:ext cx="53975" cy="0"/>
          </a:xfrm>
          <a:prstGeom prst="line">
            <a:avLst/>
          </a:prstGeom>
          <a:noFill/>
          <a:ln w="11430">
            <a:solidFill>
              <a:srgbClr val="173F72"/>
            </a:solidFill>
            <a:prstDash val="solid"/>
          </a:ln>
        </p:spPr>
      </p:sp>
      <p:cxnSp>
        <p:nvCxnSpPr>
          <p:cNvPr id="41" name="直接箭头连接符 40"/>
          <p:cNvCxnSpPr/>
          <p:nvPr/>
        </p:nvCxnSpPr>
        <p:spPr>
          <a:xfrm>
            <a:off x="9701530" y="3294380"/>
            <a:ext cx="194310" cy="0"/>
          </a:xfrm>
          <a:prstGeom prst="straightConnector1">
            <a:avLst/>
          </a:prstGeom>
          <a:noFill/>
          <a:ln w="11430">
            <a:solidFill>
              <a:srgbClr val="173F72"/>
            </a:solidFill>
            <a:prstDash val="solid"/>
            <a:tailEnd type="triangle"/>
          </a:ln>
        </p:spPr>
      </p:cxnSp>
      <p:cxnSp>
        <p:nvCxnSpPr>
          <p:cNvPr id="42" name="直接箭头连接符 41"/>
          <p:cNvCxnSpPr/>
          <p:nvPr/>
        </p:nvCxnSpPr>
        <p:spPr>
          <a:xfrm>
            <a:off x="9701530" y="4909820"/>
            <a:ext cx="194310" cy="0"/>
          </a:xfrm>
          <a:prstGeom prst="straightConnector1">
            <a:avLst/>
          </a:prstGeom>
          <a:noFill/>
          <a:ln w="11430">
            <a:solidFill>
              <a:srgbClr val="173F72"/>
            </a:solidFill>
            <a:prstDash val="solid"/>
            <a:tailEnd type="triangle"/>
          </a:ln>
        </p:spPr>
      </p:cxnSp>
      <p:cxnSp>
        <p:nvCxnSpPr>
          <p:cNvPr id="43" name="直接箭头连接符 42"/>
          <p:cNvCxnSpPr/>
          <p:nvPr/>
        </p:nvCxnSpPr>
        <p:spPr>
          <a:xfrm>
            <a:off x="1455420" y="8943975"/>
            <a:ext cx="0" cy="168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5" name="直接箭头连接符 44"/>
          <p:cNvCxnSpPr/>
          <p:nvPr/>
        </p:nvCxnSpPr>
        <p:spPr>
          <a:xfrm>
            <a:off x="2709545" y="8943975"/>
            <a:ext cx="0" cy="168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/>
          <p:nvPr/>
        </p:nvCxnSpPr>
        <p:spPr>
          <a:xfrm>
            <a:off x="3879215" y="8943975"/>
            <a:ext cx="0" cy="168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/>
        </p:nvCxnSpPr>
        <p:spPr>
          <a:xfrm>
            <a:off x="2682875" y="9210040"/>
            <a:ext cx="0" cy="70485"/>
          </a:xfrm>
          <a:prstGeom prst="line">
            <a:avLst/>
          </a:prstGeom>
          <a:noFill/>
          <a:ln w="11430">
            <a:solidFill>
              <a:srgbClr val="6A83B2"/>
            </a:solidFill>
            <a:prstDash val="solid"/>
          </a:ln>
        </p:spPr>
      </p:cxnSp>
      <p:sp>
        <p:nvSpPr>
          <p:cNvPr id="74" name="右箭头 73"/>
          <p:cNvSpPr>
            <a:spLocks noGrp="1"/>
          </p:cNvSpPr>
          <p:nvPr/>
        </p:nvSpPr>
        <p:spPr>
          <a:xfrm>
            <a:off x="10808335" y="319151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sp>
        <p:nvSpPr>
          <p:cNvPr id="76" name="右箭头 75"/>
          <p:cNvSpPr>
            <a:spLocks noGrp="1"/>
          </p:cNvSpPr>
          <p:nvPr/>
        </p:nvSpPr>
        <p:spPr>
          <a:xfrm>
            <a:off x="11824335" y="3191510"/>
            <a:ext cx="269875" cy="153035"/>
          </a:xfrm>
          <a:prstGeom prst="rightArrow">
            <a:avLst>
              <a:gd name="adj1" fmla="val 37500"/>
              <a:gd name="adj2" fmla="val 72083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0"/>
          </a:gradFill>
          <a:ln w="0">
            <a:noFill/>
          </a:ln>
        </p:spPr>
      </p:sp>
      <p:cxnSp>
        <p:nvCxnSpPr>
          <p:cNvPr id="80" name="直接箭头连接符 79"/>
          <p:cNvCxnSpPr/>
          <p:nvPr/>
        </p:nvCxnSpPr>
        <p:spPr>
          <a:xfrm>
            <a:off x="10411460" y="8898890"/>
            <a:ext cx="1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4" name="文本框 83"/>
          <p:cNvSpPr txBox="1"/>
          <p:nvPr/>
        </p:nvSpPr>
        <p:spPr>
          <a:xfrm>
            <a:off x="5238115" y="3148330"/>
            <a:ext cx="2388870" cy="349885"/>
          </a:xfrm>
          <a:prstGeom prst="rect">
            <a:avLst/>
          </a:prstGeom>
        </p:spPr>
        <p:txBody>
          <a:bodyPr>
            <a:noAutofit/>
          </a:bodyPr>
          <a:p>
            <a:pPr marL="0" indent="0" algn="ctr"/>
            <a:r>
              <a:rPr lang="en-US" altLang="zh-CN" sz="1400" i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Evidence-guided iteration</a:t>
            </a:r>
            <a:endParaRPr lang="en-US" altLang="zh-CN" sz="1400" i="0">
              <a:solidFill>
                <a:srgbClr val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81" name="图片 180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680585" y="3623310"/>
            <a:ext cx="1168400" cy="876935"/>
          </a:xfrm>
          <a:prstGeom prst="rect">
            <a:avLst/>
          </a:prstGeom>
        </p:spPr>
      </p:pic>
      <p:grpSp>
        <p:nvGrpSpPr>
          <p:cNvPr id="194" name="组合 193"/>
          <p:cNvGrpSpPr/>
          <p:nvPr/>
        </p:nvGrpSpPr>
        <p:grpSpPr>
          <a:xfrm rot="0">
            <a:off x="5021580" y="6176010"/>
            <a:ext cx="2955290" cy="578485"/>
            <a:chOff x="7799" y="8869"/>
            <a:chExt cx="4926" cy="964"/>
          </a:xfrm>
        </p:grpSpPr>
        <p:pic>
          <p:nvPicPr>
            <p:cNvPr id="184" name="图片 183"/>
            <p:cNvPicPr>
              <a:picLocks noChangeAspect="1"/>
            </p:cNvPicPr>
            <p:nvPr/>
          </p:nvPicPr>
          <p:blipFill>
            <a:blip r:embed="rId46"/>
            <a:stretch>
              <a:fillRect/>
            </a:stretch>
          </p:blipFill>
          <p:spPr>
            <a:xfrm>
              <a:off x="7799" y="8897"/>
              <a:ext cx="935" cy="935"/>
            </a:xfrm>
            <a:prstGeom prst="rect">
              <a:avLst/>
            </a:prstGeom>
          </p:spPr>
        </p:pic>
        <p:pic>
          <p:nvPicPr>
            <p:cNvPr id="185" name="图片 184"/>
            <p:cNvPicPr>
              <a:picLocks noChangeAspect="1"/>
            </p:cNvPicPr>
            <p:nvPr/>
          </p:nvPicPr>
          <p:blipFill>
            <a:blip r:embed="rId47"/>
            <a:stretch>
              <a:fillRect/>
            </a:stretch>
          </p:blipFill>
          <p:spPr>
            <a:xfrm>
              <a:off x="9121" y="8897"/>
              <a:ext cx="937" cy="937"/>
            </a:xfrm>
            <a:prstGeom prst="rect">
              <a:avLst/>
            </a:prstGeom>
          </p:spPr>
        </p:pic>
        <p:pic>
          <p:nvPicPr>
            <p:cNvPr id="189" name="图片 188"/>
            <p:cNvPicPr>
              <a:picLocks noChangeAspect="1"/>
            </p:cNvPicPr>
            <p:nvPr/>
          </p:nvPicPr>
          <p:blipFill>
            <a:blip r:embed="rId48"/>
            <a:stretch>
              <a:fillRect/>
            </a:stretch>
          </p:blipFill>
          <p:spPr>
            <a:xfrm>
              <a:off x="10445" y="8869"/>
              <a:ext cx="965" cy="965"/>
            </a:xfrm>
            <a:prstGeom prst="rect">
              <a:avLst/>
            </a:prstGeom>
          </p:spPr>
        </p:pic>
        <p:pic>
          <p:nvPicPr>
            <p:cNvPr id="190" name="图片 189"/>
            <p:cNvPicPr>
              <a:picLocks noChangeAspect="1"/>
            </p:cNvPicPr>
            <p:nvPr/>
          </p:nvPicPr>
          <p:blipFill>
            <a:blip r:embed="rId49"/>
            <a:stretch>
              <a:fillRect/>
            </a:stretch>
          </p:blipFill>
          <p:spPr>
            <a:xfrm>
              <a:off x="11797" y="8897"/>
              <a:ext cx="929" cy="929"/>
            </a:xfrm>
            <a:prstGeom prst="rect">
              <a:avLst/>
            </a:prstGeom>
          </p:spPr>
        </p:pic>
        <p:cxnSp>
          <p:nvCxnSpPr>
            <p:cNvPr id="191" name="直接箭头连接符 190"/>
            <p:cNvCxnSpPr/>
            <p:nvPr/>
          </p:nvCxnSpPr>
          <p:spPr>
            <a:xfrm>
              <a:off x="8789" y="9365"/>
              <a:ext cx="3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2" name="直接箭头连接符 191"/>
            <p:cNvCxnSpPr/>
            <p:nvPr/>
          </p:nvCxnSpPr>
          <p:spPr>
            <a:xfrm>
              <a:off x="10066" y="9365"/>
              <a:ext cx="3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3" name="直接箭头连接符 192"/>
            <p:cNvCxnSpPr/>
            <p:nvPr/>
          </p:nvCxnSpPr>
          <p:spPr>
            <a:xfrm>
              <a:off x="11445" y="9365"/>
              <a:ext cx="32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98" name="图片 197"/>
          <p:cNvPicPr>
            <a:picLocks noChangeAspect="1"/>
          </p:cNvPicPr>
          <p:nvPr/>
        </p:nvPicPr>
        <p:blipFill>
          <a:blip r:embed="rId50"/>
          <a:srcRect l="26364" t="12566" r="24545" b="15821"/>
          <a:stretch>
            <a:fillRect/>
          </a:stretch>
        </p:blipFill>
        <p:spPr>
          <a:xfrm>
            <a:off x="4885690" y="4824730"/>
            <a:ext cx="431800" cy="504825"/>
          </a:xfrm>
          <a:prstGeom prst="rect">
            <a:avLst/>
          </a:prstGeom>
        </p:spPr>
      </p:pic>
      <p:pic>
        <p:nvPicPr>
          <p:cNvPr id="200" name="图片 199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7680325" y="4744085"/>
            <a:ext cx="936625" cy="624205"/>
          </a:xfrm>
          <a:prstGeom prst="rect">
            <a:avLst/>
          </a:prstGeom>
        </p:spPr>
      </p:pic>
      <p:pic>
        <p:nvPicPr>
          <p:cNvPr id="201" name="图片 200"/>
          <p:cNvPicPr/>
          <p:nvPr/>
        </p:nvPicPr>
        <p:blipFill>
          <a:blip r:embed="rId52"/>
          <a:srcRect l="12309" t="12033" r="6741" b="11789"/>
          <a:stretch>
            <a:fillRect/>
          </a:stretch>
        </p:blipFill>
        <p:spPr>
          <a:xfrm>
            <a:off x="6069965" y="4782820"/>
            <a:ext cx="864235" cy="57594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4" name="矩形 233"/>
          <p:cNvSpPr>
            <a:spLocks noGrp="1"/>
          </p:cNvSpPr>
          <p:nvPr/>
        </p:nvSpPr>
        <p:spPr>
          <a:xfrm>
            <a:off x="406400" y="1064260"/>
            <a:ext cx="12903835" cy="3321050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42290" y="1127125"/>
            <a:ext cx="316865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11182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>
                <a:solidFill>
                  <a:srgbClr val="11182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</a:t>
            </a:r>
            <a:endParaRPr sz="2000" b="1">
              <a:solidFill>
                <a:srgbClr val="11182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49325" y="1127125"/>
            <a:ext cx="12125325" cy="353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Twelve-batch history: fines and recovery</a:t>
            </a:r>
            <a:endParaRPr sz="18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87375" y="2267585"/>
            <a:ext cx="1194435" cy="307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Fines (%)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96570" y="3190240"/>
            <a:ext cx="1303020" cy="26225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Recovery (%)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" name="直接连接符 6"/>
          <p:cNvSpPr>
            <a:spLocks noGrp="1"/>
          </p:cNvSpPr>
          <p:nvPr/>
        </p:nvSpPr>
        <p:spPr>
          <a:xfrm>
            <a:off x="1835785" y="1851025"/>
            <a:ext cx="635" cy="859790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8" name="直接连接符 7"/>
          <p:cNvSpPr>
            <a:spLocks noGrp="1"/>
          </p:cNvSpPr>
          <p:nvPr/>
        </p:nvSpPr>
        <p:spPr>
          <a:xfrm>
            <a:off x="1835785" y="2710815"/>
            <a:ext cx="10741025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9" name="直接连接符 8"/>
          <p:cNvSpPr>
            <a:spLocks noGrp="1"/>
          </p:cNvSpPr>
          <p:nvPr/>
        </p:nvSpPr>
        <p:spPr>
          <a:xfrm>
            <a:off x="1835785" y="2919095"/>
            <a:ext cx="635" cy="89598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0" name="直接连接符 9"/>
          <p:cNvSpPr>
            <a:spLocks noGrp="1"/>
          </p:cNvSpPr>
          <p:nvPr/>
        </p:nvSpPr>
        <p:spPr>
          <a:xfrm>
            <a:off x="1835785" y="3815080"/>
            <a:ext cx="10741025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1781810" y="2710815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383665" y="2597785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" name="直接连接符 12"/>
          <p:cNvSpPr>
            <a:spLocks noGrp="1"/>
          </p:cNvSpPr>
          <p:nvPr/>
        </p:nvSpPr>
        <p:spPr>
          <a:xfrm>
            <a:off x="1781810" y="2297430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383665" y="2184400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50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" name="直接连接符 14"/>
          <p:cNvSpPr>
            <a:spLocks noGrp="1"/>
          </p:cNvSpPr>
          <p:nvPr/>
        </p:nvSpPr>
        <p:spPr>
          <a:xfrm>
            <a:off x="1781810" y="1883410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383665" y="1770380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100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" name="直接连接符 16"/>
          <p:cNvSpPr>
            <a:spLocks noGrp="1"/>
          </p:cNvSpPr>
          <p:nvPr/>
        </p:nvSpPr>
        <p:spPr>
          <a:xfrm>
            <a:off x="1781810" y="3815080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383665" y="3702050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9" name="直接连接符 18"/>
          <p:cNvSpPr>
            <a:spLocks noGrp="1"/>
          </p:cNvSpPr>
          <p:nvPr/>
        </p:nvSpPr>
        <p:spPr>
          <a:xfrm>
            <a:off x="1781810" y="3515995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383665" y="3402965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25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1" name="直接连接符 20"/>
          <p:cNvSpPr>
            <a:spLocks noGrp="1"/>
          </p:cNvSpPr>
          <p:nvPr/>
        </p:nvSpPr>
        <p:spPr>
          <a:xfrm>
            <a:off x="1781810" y="3217545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1383665" y="3104515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50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3" name="直接连接符 22"/>
          <p:cNvSpPr>
            <a:spLocks noGrp="1"/>
          </p:cNvSpPr>
          <p:nvPr/>
        </p:nvSpPr>
        <p:spPr>
          <a:xfrm>
            <a:off x="1781810" y="2919095"/>
            <a:ext cx="54610" cy="63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383665" y="2806065"/>
            <a:ext cx="3530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75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5" name="直接连接符 24"/>
          <p:cNvSpPr>
            <a:spLocks noGrp="1"/>
          </p:cNvSpPr>
          <p:nvPr/>
        </p:nvSpPr>
        <p:spPr>
          <a:xfrm>
            <a:off x="1835785" y="2297430"/>
            <a:ext cx="10732135" cy="635"/>
          </a:xfrm>
          <a:prstGeom prst="line">
            <a:avLst/>
          </a:prstGeom>
          <a:noFill/>
          <a:ln w="14288">
            <a:solidFill>
              <a:srgbClr val="88A9BA"/>
            </a:solidFill>
            <a:prstDash val="dash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2202815" y="2226310"/>
            <a:ext cx="2416175" cy="416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96B78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596B78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Quality limit</a:t>
            </a:r>
            <a:r>
              <a:rPr lang="en-US" sz="1400" b="1">
                <a:solidFill>
                  <a:srgbClr val="596B78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  </a:t>
            </a:r>
            <a:r>
              <a:rPr sz="1400" b="1">
                <a:solidFill>
                  <a:srgbClr val="596B78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(≤ 50%)</a:t>
            </a:r>
            <a:endParaRPr sz="1400" b="1">
              <a:solidFill>
                <a:srgbClr val="596B78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7" name="直接连接符 26"/>
          <p:cNvSpPr>
            <a:spLocks noGrp="1"/>
          </p:cNvSpPr>
          <p:nvPr/>
        </p:nvSpPr>
        <p:spPr>
          <a:xfrm flipV="1">
            <a:off x="2297430" y="1883410"/>
            <a:ext cx="891540" cy="2540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28" name="直接连接符 27"/>
          <p:cNvSpPr>
            <a:spLocks noGrp="1"/>
          </p:cNvSpPr>
          <p:nvPr/>
        </p:nvSpPr>
        <p:spPr>
          <a:xfrm>
            <a:off x="2297430" y="3359150"/>
            <a:ext cx="891540" cy="185420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29" name="直接连接符 28"/>
          <p:cNvSpPr>
            <a:spLocks noGrp="1"/>
          </p:cNvSpPr>
          <p:nvPr/>
        </p:nvSpPr>
        <p:spPr>
          <a:xfrm>
            <a:off x="3188970" y="1883410"/>
            <a:ext cx="891540" cy="444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0" name="直接连接符 29"/>
          <p:cNvSpPr>
            <a:spLocks noGrp="1"/>
          </p:cNvSpPr>
          <p:nvPr/>
        </p:nvSpPr>
        <p:spPr>
          <a:xfrm>
            <a:off x="3188970" y="3544570"/>
            <a:ext cx="891540" cy="2540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1" name="直接连接符 30"/>
          <p:cNvSpPr>
            <a:spLocks noGrp="1"/>
          </p:cNvSpPr>
          <p:nvPr/>
        </p:nvSpPr>
        <p:spPr>
          <a:xfrm flipV="1">
            <a:off x="4081145" y="1883410"/>
            <a:ext cx="891540" cy="444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2" name="直接连接符 31"/>
          <p:cNvSpPr>
            <a:spLocks noGrp="1"/>
          </p:cNvSpPr>
          <p:nvPr/>
        </p:nvSpPr>
        <p:spPr>
          <a:xfrm flipV="1">
            <a:off x="4081145" y="3518535"/>
            <a:ext cx="891540" cy="2857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3" name="直接连接符 32"/>
          <p:cNvSpPr>
            <a:spLocks noGrp="1"/>
          </p:cNvSpPr>
          <p:nvPr/>
        </p:nvSpPr>
        <p:spPr>
          <a:xfrm>
            <a:off x="4972685" y="1883410"/>
            <a:ext cx="891540" cy="57658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4" name="直接连接符 33"/>
          <p:cNvSpPr>
            <a:spLocks noGrp="1"/>
          </p:cNvSpPr>
          <p:nvPr/>
        </p:nvSpPr>
        <p:spPr>
          <a:xfrm flipV="1">
            <a:off x="4972685" y="3336925"/>
            <a:ext cx="891540" cy="18161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5" name="直接连接符 34"/>
          <p:cNvSpPr>
            <a:spLocks noGrp="1"/>
          </p:cNvSpPr>
          <p:nvPr/>
        </p:nvSpPr>
        <p:spPr>
          <a:xfrm>
            <a:off x="5864225" y="2459990"/>
            <a:ext cx="891540" cy="762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6" name="直接连接符 35"/>
          <p:cNvSpPr>
            <a:spLocks noGrp="1"/>
          </p:cNvSpPr>
          <p:nvPr/>
        </p:nvSpPr>
        <p:spPr>
          <a:xfrm flipV="1">
            <a:off x="5864225" y="3303905"/>
            <a:ext cx="891540" cy="3302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7" name="直接连接符 36"/>
          <p:cNvSpPr>
            <a:spLocks noGrp="1"/>
          </p:cNvSpPr>
          <p:nvPr/>
        </p:nvSpPr>
        <p:spPr>
          <a:xfrm>
            <a:off x="6755765" y="2467610"/>
            <a:ext cx="891540" cy="3365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8" name="直接连接符 37"/>
          <p:cNvSpPr>
            <a:spLocks noGrp="1"/>
          </p:cNvSpPr>
          <p:nvPr/>
        </p:nvSpPr>
        <p:spPr>
          <a:xfrm flipV="1">
            <a:off x="6755765" y="3277235"/>
            <a:ext cx="891540" cy="2667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9" name="直接连接符 38"/>
          <p:cNvSpPr>
            <a:spLocks noGrp="1"/>
          </p:cNvSpPr>
          <p:nvPr/>
        </p:nvSpPr>
        <p:spPr>
          <a:xfrm flipV="1">
            <a:off x="7647940" y="2500630"/>
            <a:ext cx="891540" cy="63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0" name="直接连接符 39"/>
          <p:cNvSpPr>
            <a:spLocks noGrp="1"/>
          </p:cNvSpPr>
          <p:nvPr/>
        </p:nvSpPr>
        <p:spPr>
          <a:xfrm flipV="1">
            <a:off x="7647940" y="3270885"/>
            <a:ext cx="891540" cy="635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1" name="直接连接符 40"/>
          <p:cNvSpPr>
            <a:spLocks noGrp="1"/>
          </p:cNvSpPr>
          <p:nvPr/>
        </p:nvSpPr>
        <p:spPr>
          <a:xfrm flipV="1">
            <a:off x="8539480" y="2488565"/>
            <a:ext cx="891540" cy="1206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2" name="直接连接符 41"/>
          <p:cNvSpPr>
            <a:spLocks noGrp="1"/>
          </p:cNvSpPr>
          <p:nvPr/>
        </p:nvSpPr>
        <p:spPr>
          <a:xfrm>
            <a:off x="8539480" y="3270885"/>
            <a:ext cx="891540" cy="1079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3" name="直接连接符 42"/>
          <p:cNvSpPr>
            <a:spLocks noGrp="1"/>
          </p:cNvSpPr>
          <p:nvPr/>
        </p:nvSpPr>
        <p:spPr>
          <a:xfrm flipV="1">
            <a:off x="9431020" y="2480310"/>
            <a:ext cx="891540" cy="825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4" name="直接连接符 43"/>
          <p:cNvSpPr>
            <a:spLocks noGrp="1"/>
          </p:cNvSpPr>
          <p:nvPr/>
        </p:nvSpPr>
        <p:spPr>
          <a:xfrm flipV="1">
            <a:off x="9431020" y="3280410"/>
            <a:ext cx="891540" cy="127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5" name="直接连接符 44"/>
          <p:cNvSpPr>
            <a:spLocks noGrp="1"/>
          </p:cNvSpPr>
          <p:nvPr/>
        </p:nvSpPr>
        <p:spPr>
          <a:xfrm flipV="1">
            <a:off x="10322560" y="2110105"/>
            <a:ext cx="891540" cy="37020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46" name="直接连接符 45"/>
          <p:cNvSpPr>
            <a:spLocks noGrp="1"/>
          </p:cNvSpPr>
          <p:nvPr/>
        </p:nvSpPr>
        <p:spPr>
          <a:xfrm>
            <a:off x="10322560" y="3280410"/>
            <a:ext cx="891540" cy="1905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47" name="直接连接符 46"/>
          <p:cNvSpPr>
            <a:spLocks noGrp="1"/>
          </p:cNvSpPr>
          <p:nvPr/>
        </p:nvSpPr>
        <p:spPr>
          <a:xfrm>
            <a:off x="11214735" y="2110105"/>
            <a:ext cx="891540" cy="37782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8" name="直接连接符 47"/>
          <p:cNvSpPr>
            <a:spLocks noGrp="1"/>
          </p:cNvSpPr>
          <p:nvPr/>
        </p:nvSpPr>
        <p:spPr>
          <a:xfrm>
            <a:off x="11214735" y="3282315"/>
            <a:ext cx="891540" cy="571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9" name="椭圆 48"/>
          <p:cNvSpPr>
            <a:spLocks noGrp="1"/>
          </p:cNvSpPr>
          <p:nvPr/>
        </p:nvSpPr>
        <p:spPr>
          <a:xfrm>
            <a:off x="2243455" y="183134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0" name="椭圆 49"/>
          <p:cNvSpPr>
            <a:spLocks noGrp="1"/>
          </p:cNvSpPr>
          <p:nvPr/>
        </p:nvSpPr>
        <p:spPr>
          <a:xfrm>
            <a:off x="2243455" y="330454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2016760" y="160083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99.7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2016760" y="3087370"/>
            <a:ext cx="561340" cy="217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38.1</a:t>
            </a:r>
            <a:endParaRPr sz="12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3" name="直接连接符 52"/>
          <p:cNvSpPr>
            <a:spLocks noGrp="1"/>
          </p:cNvSpPr>
          <p:nvPr/>
        </p:nvSpPr>
        <p:spPr>
          <a:xfrm>
            <a:off x="229743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211645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5" name="椭圆 54"/>
          <p:cNvSpPr>
            <a:spLocks noGrp="1"/>
          </p:cNvSpPr>
          <p:nvPr/>
        </p:nvSpPr>
        <p:spPr>
          <a:xfrm>
            <a:off x="3134995" y="182943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6" name="椭圆 55"/>
          <p:cNvSpPr>
            <a:spLocks noGrp="1"/>
          </p:cNvSpPr>
          <p:nvPr/>
        </p:nvSpPr>
        <p:spPr>
          <a:xfrm>
            <a:off x="3134995" y="348996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2908935" y="159829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100.0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2908935" y="326834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22.6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9" name="直接连接符 58"/>
          <p:cNvSpPr>
            <a:spLocks noGrp="1"/>
          </p:cNvSpPr>
          <p:nvPr/>
        </p:nvSpPr>
        <p:spPr>
          <a:xfrm>
            <a:off x="318897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300799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61" name="椭圆 60"/>
          <p:cNvSpPr>
            <a:spLocks noGrp="1"/>
          </p:cNvSpPr>
          <p:nvPr/>
        </p:nvSpPr>
        <p:spPr>
          <a:xfrm>
            <a:off x="4026535" y="183324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2" name="椭圆 61"/>
          <p:cNvSpPr>
            <a:spLocks noGrp="1"/>
          </p:cNvSpPr>
          <p:nvPr/>
        </p:nvSpPr>
        <p:spPr>
          <a:xfrm>
            <a:off x="4026535" y="349250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3" name="矩形 62"/>
          <p:cNvSpPr>
            <a:spLocks noGrp="1"/>
          </p:cNvSpPr>
          <p:nvPr/>
        </p:nvSpPr>
        <p:spPr>
          <a:xfrm>
            <a:off x="3800475" y="160274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99.5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64" name="矩形 63"/>
          <p:cNvSpPr>
            <a:spLocks noGrp="1"/>
          </p:cNvSpPr>
          <p:nvPr/>
        </p:nvSpPr>
        <p:spPr>
          <a:xfrm>
            <a:off x="3800475" y="327088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22.4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65" name="直接连接符 64"/>
          <p:cNvSpPr>
            <a:spLocks noGrp="1"/>
          </p:cNvSpPr>
          <p:nvPr/>
        </p:nvSpPr>
        <p:spPr>
          <a:xfrm>
            <a:off x="408114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390017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3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67" name="椭圆 66"/>
          <p:cNvSpPr>
            <a:spLocks noGrp="1"/>
          </p:cNvSpPr>
          <p:nvPr/>
        </p:nvSpPr>
        <p:spPr>
          <a:xfrm>
            <a:off x="4918075" y="182943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8" name="椭圆 67"/>
          <p:cNvSpPr>
            <a:spLocks noGrp="1"/>
          </p:cNvSpPr>
          <p:nvPr/>
        </p:nvSpPr>
        <p:spPr>
          <a:xfrm>
            <a:off x="4918075" y="346392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4692015" y="159829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100.0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0" name="矩形 69"/>
          <p:cNvSpPr>
            <a:spLocks noGrp="1"/>
          </p:cNvSpPr>
          <p:nvPr/>
        </p:nvSpPr>
        <p:spPr>
          <a:xfrm>
            <a:off x="4692015" y="324231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24.8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1" name="直接连接符 70"/>
          <p:cNvSpPr>
            <a:spLocks noGrp="1"/>
          </p:cNvSpPr>
          <p:nvPr/>
        </p:nvSpPr>
        <p:spPr>
          <a:xfrm>
            <a:off x="497268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479171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3" name="椭圆 72"/>
          <p:cNvSpPr>
            <a:spLocks noGrp="1"/>
          </p:cNvSpPr>
          <p:nvPr/>
        </p:nvSpPr>
        <p:spPr>
          <a:xfrm>
            <a:off x="5810250" y="240601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74" name="椭圆 73"/>
          <p:cNvSpPr>
            <a:spLocks noGrp="1"/>
          </p:cNvSpPr>
          <p:nvPr/>
        </p:nvSpPr>
        <p:spPr>
          <a:xfrm>
            <a:off x="5810250" y="328295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75" name="矩形 74"/>
          <p:cNvSpPr>
            <a:spLocks noGrp="1"/>
          </p:cNvSpPr>
          <p:nvPr/>
        </p:nvSpPr>
        <p:spPr>
          <a:xfrm>
            <a:off x="5583555" y="217487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30.3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6" name="矩形 75"/>
          <p:cNvSpPr>
            <a:spLocks noGrp="1"/>
          </p:cNvSpPr>
          <p:nvPr/>
        </p:nvSpPr>
        <p:spPr>
          <a:xfrm>
            <a:off x="5583555" y="306133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40.0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7" name="直接连接符 76"/>
          <p:cNvSpPr>
            <a:spLocks noGrp="1"/>
          </p:cNvSpPr>
          <p:nvPr/>
        </p:nvSpPr>
        <p:spPr>
          <a:xfrm>
            <a:off x="586422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78" name="矩形 77"/>
          <p:cNvSpPr>
            <a:spLocks noGrp="1"/>
          </p:cNvSpPr>
          <p:nvPr/>
        </p:nvSpPr>
        <p:spPr>
          <a:xfrm>
            <a:off x="568325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5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9" name="椭圆 78"/>
          <p:cNvSpPr>
            <a:spLocks noGrp="1"/>
          </p:cNvSpPr>
          <p:nvPr/>
        </p:nvSpPr>
        <p:spPr>
          <a:xfrm>
            <a:off x="6701790" y="241300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0" name="椭圆 79"/>
          <p:cNvSpPr>
            <a:spLocks noGrp="1"/>
          </p:cNvSpPr>
          <p:nvPr/>
        </p:nvSpPr>
        <p:spPr>
          <a:xfrm>
            <a:off x="6701790" y="324929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1" name="矩形 80"/>
          <p:cNvSpPr>
            <a:spLocks noGrp="1"/>
          </p:cNvSpPr>
          <p:nvPr/>
        </p:nvSpPr>
        <p:spPr>
          <a:xfrm>
            <a:off x="6475730" y="218249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29.4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2" name="矩形 81"/>
          <p:cNvSpPr>
            <a:spLocks noGrp="1"/>
          </p:cNvSpPr>
          <p:nvPr/>
        </p:nvSpPr>
        <p:spPr>
          <a:xfrm>
            <a:off x="6475730" y="302768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42.8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3" name="直接连接符 82"/>
          <p:cNvSpPr>
            <a:spLocks noGrp="1"/>
          </p:cNvSpPr>
          <p:nvPr/>
        </p:nvSpPr>
        <p:spPr>
          <a:xfrm>
            <a:off x="675576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84" name="矩形 83"/>
          <p:cNvSpPr>
            <a:spLocks noGrp="1"/>
          </p:cNvSpPr>
          <p:nvPr/>
        </p:nvSpPr>
        <p:spPr>
          <a:xfrm>
            <a:off x="657479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6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5" name="椭圆 84"/>
          <p:cNvSpPr>
            <a:spLocks noGrp="1"/>
          </p:cNvSpPr>
          <p:nvPr/>
        </p:nvSpPr>
        <p:spPr>
          <a:xfrm>
            <a:off x="7593330" y="244665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6" name="椭圆 85"/>
          <p:cNvSpPr>
            <a:spLocks noGrp="1"/>
          </p:cNvSpPr>
          <p:nvPr/>
        </p:nvSpPr>
        <p:spPr>
          <a:xfrm>
            <a:off x="7593330" y="322262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7" name="矩形 86"/>
          <p:cNvSpPr>
            <a:spLocks noGrp="1"/>
          </p:cNvSpPr>
          <p:nvPr/>
        </p:nvSpPr>
        <p:spPr>
          <a:xfrm>
            <a:off x="7367270" y="221551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25.4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8" name="矩形 87"/>
          <p:cNvSpPr>
            <a:spLocks noGrp="1"/>
          </p:cNvSpPr>
          <p:nvPr/>
        </p:nvSpPr>
        <p:spPr>
          <a:xfrm>
            <a:off x="7367270" y="300101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45.0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9" name="直接连接符 88"/>
          <p:cNvSpPr>
            <a:spLocks noGrp="1"/>
          </p:cNvSpPr>
          <p:nvPr/>
        </p:nvSpPr>
        <p:spPr>
          <a:xfrm>
            <a:off x="764794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90" name="矩形 89"/>
          <p:cNvSpPr>
            <a:spLocks noGrp="1"/>
          </p:cNvSpPr>
          <p:nvPr/>
        </p:nvSpPr>
        <p:spPr>
          <a:xfrm>
            <a:off x="746696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7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1" name="椭圆 90"/>
          <p:cNvSpPr>
            <a:spLocks noGrp="1"/>
          </p:cNvSpPr>
          <p:nvPr/>
        </p:nvSpPr>
        <p:spPr>
          <a:xfrm>
            <a:off x="8484870" y="244602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2" name="椭圆 91"/>
          <p:cNvSpPr>
            <a:spLocks noGrp="1"/>
          </p:cNvSpPr>
          <p:nvPr/>
        </p:nvSpPr>
        <p:spPr>
          <a:xfrm>
            <a:off x="8484870" y="321627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3" name="矩形 92"/>
          <p:cNvSpPr>
            <a:spLocks noGrp="1"/>
          </p:cNvSpPr>
          <p:nvPr/>
        </p:nvSpPr>
        <p:spPr>
          <a:xfrm>
            <a:off x="8258810" y="221551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25.4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4" name="矩形 93"/>
          <p:cNvSpPr>
            <a:spLocks noGrp="1"/>
          </p:cNvSpPr>
          <p:nvPr/>
        </p:nvSpPr>
        <p:spPr>
          <a:xfrm>
            <a:off x="8258810" y="299466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45.5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5" name="直接连接符 94"/>
          <p:cNvSpPr>
            <a:spLocks noGrp="1"/>
          </p:cNvSpPr>
          <p:nvPr/>
        </p:nvSpPr>
        <p:spPr>
          <a:xfrm>
            <a:off x="853948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96" name="矩形 95"/>
          <p:cNvSpPr>
            <a:spLocks noGrp="1"/>
          </p:cNvSpPr>
          <p:nvPr/>
        </p:nvSpPr>
        <p:spPr>
          <a:xfrm>
            <a:off x="835850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8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7" name="椭圆 96"/>
          <p:cNvSpPr>
            <a:spLocks noGrp="1"/>
          </p:cNvSpPr>
          <p:nvPr/>
        </p:nvSpPr>
        <p:spPr>
          <a:xfrm>
            <a:off x="9377045" y="243459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8" name="椭圆 97"/>
          <p:cNvSpPr>
            <a:spLocks noGrp="1"/>
          </p:cNvSpPr>
          <p:nvPr/>
        </p:nvSpPr>
        <p:spPr>
          <a:xfrm>
            <a:off x="9377045" y="322707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9" name="矩形 98"/>
          <p:cNvSpPr>
            <a:spLocks noGrp="1"/>
          </p:cNvSpPr>
          <p:nvPr/>
        </p:nvSpPr>
        <p:spPr>
          <a:xfrm>
            <a:off x="9150350" y="220345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26.9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0" name="矩形 99"/>
          <p:cNvSpPr>
            <a:spLocks noGrp="1"/>
          </p:cNvSpPr>
          <p:nvPr/>
        </p:nvSpPr>
        <p:spPr>
          <a:xfrm>
            <a:off x="9150350" y="300545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44.6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1" name="直接连接符 100"/>
          <p:cNvSpPr>
            <a:spLocks noGrp="1"/>
          </p:cNvSpPr>
          <p:nvPr/>
        </p:nvSpPr>
        <p:spPr>
          <a:xfrm>
            <a:off x="943102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02" name="矩形 101"/>
          <p:cNvSpPr>
            <a:spLocks noGrp="1"/>
          </p:cNvSpPr>
          <p:nvPr/>
        </p:nvSpPr>
        <p:spPr>
          <a:xfrm>
            <a:off x="925004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9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3" name="椭圆 102"/>
          <p:cNvSpPr>
            <a:spLocks noGrp="1"/>
          </p:cNvSpPr>
          <p:nvPr/>
        </p:nvSpPr>
        <p:spPr>
          <a:xfrm>
            <a:off x="10268585" y="242633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04" name="椭圆 103"/>
          <p:cNvSpPr>
            <a:spLocks noGrp="1"/>
          </p:cNvSpPr>
          <p:nvPr/>
        </p:nvSpPr>
        <p:spPr>
          <a:xfrm>
            <a:off x="10268585" y="322580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05" name="矩形 104"/>
          <p:cNvSpPr>
            <a:spLocks noGrp="1"/>
          </p:cNvSpPr>
          <p:nvPr/>
        </p:nvSpPr>
        <p:spPr>
          <a:xfrm>
            <a:off x="10042525" y="219519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27.8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6" name="矩形 105"/>
          <p:cNvSpPr>
            <a:spLocks noGrp="1"/>
          </p:cNvSpPr>
          <p:nvPr/>
        </p:nvSpPr>
        <p:spPr>
          <a:xfrm>
            <a:off x="10042525" y="300418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44.7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7" name="直接连接符 106"/>
          <p:cNvSpPr>
            <a:spLocks noGrp="1"/>
          </p:cNvSpPr>
          <p:nvPr/>
        </p:nvSpPr>
        <p:spPr>
          <a:xfrm>
            <a:off x="10322560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08" name="矩形 107"/>
          <p:cNvSpPr>
            <a:spLocks noGrp="1"/>
          </p:cNvSpPr>
          <p:nvPr/>
        </p:nvSpPr>
        <p:spPr>
          <a:xfrm>
            <a:off x="10141585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10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9" name="椭圆 108"/>
          <p:cNvSpPr>
            <a:spLocks noGrp="1"/>
          </p:cNvSpPr>
          <p:nvPr/>
        </p:nvSpPr>
        <p:spPr>
          <a:xfrm>
            <a:off x="11160125" y="2056130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110" name="椭圆 109"/>
          <p:cNvSpPr>
            <a:spLocks noGrp="1"/>
          </p:cNvSpPr>
          <p:nvPr/>
        </p:nvSpPr>
        <p:spPr>
          <a:xfrm>
            <a:off x="11160125" y="3227705"/>
            <a:ext cx="108585" cy="108585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111" name="矩形 110"/>
          <p:cNvSpPr>
            <a:spLocks noGrp="1"/>
          </p:cNvSpPr>
          <p:nvPr/>
        </p:nvSpPr>
        <p:spPr>
          <a:xfrm>
            <a:off x="10934065" y="182562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11182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72.6</a:t>
            </a:r>
            <a:endParaRPr sz="1400" b="0">
              <a:solidFill>
                <a:srgbClr val="11182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2" name="矩形 111"/>
          <p:cNvSpPr>
            <a:spLocks noGrp="1"/>
          </p:cNvSpPr>
          <p:nvPr/>
        </p:nvSpPr>
        <p:spPr>
          <a:xfrm>
            <a:off x="10934065" y="300609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44.6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3" name="直接连接符 112"/>
          <p:cNvSpPr>
            <a:spLocks noGrp="1"/>
          </p:cNvSpPr>
          <p:nvPr/>
        </p:nvSpPr>
        <p:spPr>
          <a:xfrm>
            <a:off x="1121473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14" name="矩形 113"/>
          <p:cNvSpPr>
            <a:spLocks noGrp="1"/>
          </p:cNvSpPr>
          <p:nvPr/>
        </p:nvSpPr>
        <p:spPr>
          <a:xfrm>
            <a:off x="1103376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11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5" name="椭圆 114"/>
          <p:cNvSpPr>
            <a:spLocks noGrp="1"/>
          </p:cNvSpPr>
          <p:nvPr/>
        </p:nvSpPr>
        <p:spPr>
          <a:xfrm>
            <a:off x="12052300" y="2433955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16" name="椭圆 115"/>
          <p:cNvSpPr>
            <a:spLocks noGrp="1"/>
          </p:cNvSpPr>
          <p:nvPr/>
        </p:nvSpPr>
        <p:spPr>
          <a:xfrm>
            <a:off x="12052300" y="3233420"/>
            <a:ext cx="108585" cy="108585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17" name="矩形 116"/>
          <p:cNvSpPr>
            <a:spLocks noGrp="1"/>
          </p:cNvSpPr>
          <p:nvPr/>
        </p:nvSpPr>
        <p:spPr>
          <a:xfrm>
            <a:off x="11825605" y="2203450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26.9</a:t>
            </a:r>
            <a:endParaRPr sz="1400" b="0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8" name="矩形 117"/>
          <p:cNvSpPr>
            <a:spLocks noGrp="1"/>
          </p:cNvSpPr>
          <p:nvPr/>
        </p:nvSpPr>
        <p:spPr>
          <a:xfrm>
            <a:off x="11825605" y="3011805"/>
            <a:ext cx="56134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44.1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9" name="直接连接符 118"/>
          <p:cNvSpPr>
            <a:spLocks noGrp="1"/>
          </p:cNvSpPr>
          <p:nvPr/>
        </p:nvSpPr>
        <p:spPr>
          <a:xfrm>
            <a:off x="12106275" y="3815080"/>
            <a:ext cx="635" cy="63500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20" name="矩形 119"/>
          <p:cNvSpPr>
            <a:spLocks noGrp="1"/>
          </p:cNvSpPr>
          <p:nvPr/>
        </p:nvSpPr>
        <p:spPr>
          <a:xfrm>
            <a:off x="11925300" y="3896360"/>
            <a:ext cx="361950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1" name="矩形 120"/>
          <p:cNvSpPr>
            <a:spLocks noGrp="1"/>
          </p:cNvSpPr>
          <p:nvPr/>
        </p:nvSpPr>
        <p:spPr>
          <a:xfrm>
            <a:off x="6369685" y="4104640"/>
            <a:ext cx="904875" cy="244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Batch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2" name="矩形 121"/>
          <p:cNvSpPr>
            <a:spLocks noGrp="1"/>
          </p:cNvSpPr>
          <p:nvPr/>
        </p:nvSpPr>
        <p:spPr>
          <a:xfrm>
            <a:off x="5113020" y="1459548"/>
            <a:ext cx="1502410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B5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first feasible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3" name="直接连接符 122"/>
          <p:cNvSpPr>
            <a:spLocks noGrp="1"/>
          </p:cNvSpPr>
          <p:nvPr/>
        </p:nvSpPr>
        <p:spPr>
          <a:xfrm>
            <a:off x="5864225" y="1887220"/>
            <a:ext cx="635" cy="24701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4" name="矩形 123"/>
          <p:cNvSpPr>
            <a:spLocks noGrp="1"/>
          </p:cNvSpPr>
          <p:nvPr/>
        </p:nvSpPr>
        <p:spPr>
          <a:xfrm>
            <a:off x="7951470" y="1459548"/>
            <a:ext cx="1176655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B8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selected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5" name="直接连接符 124"/>
          <p:cNvSpPr>
            <a:spLocks noGrp="1"/>
          </p:cNvSpPr>
          <p:nvPr/>
        </p:nvSpPr>
        <p:spPr>
          <a:xfrm>
            <a:off x="8539480" y="1887220"/>
            <a:ext cx="635" cy="28765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6" name="矩形 125"/>
          <p:cNvSpPr>
            <a:spLocks noGrp="1"/>
          </p:cNvSpPr>
          <p:nvPr/>
        </p:nvSpPr>
        <p:spPr>
          <a:xfrm>
            <a:off x="10563225" y="1138238"/>
            <a:ext cx="1303020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B11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fines 72.6%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7" name="直接连接符 126"/>
          <p:cNvSpPr>
            <a:spLocks noGrp="1"/>
          </p:cNvSpPr>
          <p:nvPr/>
        </p:nvSpPr>
        <p:spPr>
          <a:xfrm>
            <a:off x="11214735" y="1570990"/>
            <a:ext cx="635" cy="21399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8" name="矩形 127"/>
          <p:cNvSpPr>
            <a:spLocks noGrp="1"/>
          </p:cNvSpPr>
          <p:nvPr/>
        </p:nvSpPr>
        <p:spPr>
          <a:xfrm>
            <a:off x="11518265" y="1459548"/>
            <a:ext cx="1176655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B12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repeat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9" name="直接连接符 128"/>
          <p:cNvSpPr>
            <a:spLocks noGrp="1"/>
          </p:cNvSpPr>
          <p:nvPr/>
        </p:nvSpPr>
        <p:spPr>
          <a:xfrm>
            <a:off x="12106275" y="1887220"/>
            <a:ext cx="635" cy="27495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30" name="矩形 129"/>
          <p:cNvSpPr>
            <a:spLocks noGrp="1"/>
          </p:cNvSpPr>
          <p:nvPr/>
        </p:nvSpPr>
        <p:spPr>
          <a:xfrm>
            <a:off x="406400" y="4475480"/>
            <a:ext cx="12903835" cy="2696845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  <p:txBody>
          <a:bodyPr/>
          <a:p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1" name="矩形 130"/>
          <p:cNvSpPr>
            <a:spLocks noGrp="1"/>
          </p:cNvSpPr>
          <p:nvPr/>
        </p:nvSpPr>
        <p:spPr>
          <a:xfrm>
            <a:off x="542290" y="4538980"/>
            <a:ext cx="316865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11182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>
                <a:solidFill>
                  <a:srgbClr val="11182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</a:t>
            </a:r>
            <a:endParaRPr sz="2000" b="1">
              <a:solidFill>
                <a:srgbClr val="11182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2" name="矩形 131"/>
          <p:cNvSpPr>
            <a:spLocks noGrp="1"/>
          </p:cNvSpPr>
          <p:nvPr/>
        </p:nvSpPr>
        <p:spPr>
          <a:xfrm>
            <a:off x="949325" y="4538980"/>
            <a:ext cx="12125325" cy="353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Batch 8 (B8) experiment in full detail</a:t>
            </a:r>
            <a:endParaRPr sz="18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3" name="矩形 132"/>
          <p:cNvSpPr>
            <a:spLocks noGrp="1"/>
          </p:cNvSpPr>
          <p:nvPr/>
        </p:nvSpPr>
        <p:spPr>
          <a:xfrm>
            <a:off x="433705" y="4890770"/>
            <a:ext cx="1411605" cy="652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Charge reagent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+ S2 solvent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+ C1 catalyst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4" name="矩形 133"/>
          <p:cNvSpPr>
            <a:spLocks noGrp="1"/>
          </p:cNvSpPr>
          <p:nvPr/>
        </p:nvSpPr>
        <p:spPr>
          <a:xfrm>
            <a:off x="1845310" y="4890770"/>
            <a:ext cx="1357630" cy="652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Heat toward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355 K for 1 h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at 300 rpm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5" name="矩形 134"/>
          <p:cNvSpPr>
            <a:spLocks noGrp="1"/>
          </p:cNvSpPr>
          <p:nvPr/>
        </p:nvSpPr>
        <p:spPr>
          <a:xfrm>
            <a:off x="3202305" y="4890770"/>
            <a:ext cx="1357630" cy="652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Controlled cool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toward 325 K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for 2 h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6" name="矩形 135"/>
          <p:cNvSpPr>
            <a:spLocks noGrp="1"/>
          </p:cNvSpPr>
          <p:nvPr/>
        </p:nvSpPr>
        <p:spPr>
          <a:xfrm>
            <a:off x="4532630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Add 1 mg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seed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7" name="矩形 136"/>
          <p:cNvSpPr>
            <a:spLocks noGrp="1"/>
          </p:cNvSpPr>
          <p:nvPr/>
        </p:nvSpPr>
        <p:spPr>
          <a:xfrm>
            <a:off x="5727065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Cool toward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250 K for 4 h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8" name="矩形 137"/>
          <p:cNvSpPr>
            <a:spLocks noGrp="1"/>
          </p:cNvSpPr>
          <p:nvPr/>
        </p:nvSpPr>
        <p:spPr>
          <a:xfrm>
            <a:off x="6957695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Hold 4 h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at 100 rpm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9" name="矩形 138"/>
          <p:cNvSpPr>
            <a:spLocks noGrp="1"/>
          </p:cNvSpPr>
          <p:nvPr/>
        </p:nvSpPr>
        <p:spPr>
          <a:xfrm>
            <a:off x="8242300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Particle-size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check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0" name="矩形 139"/>
          <p:cNvSpPr>
            <a:spLocks noGrp="1"/>
          </p:cNvSpPr>
          <p:nvPr/>
        </p:nvSpPr>
        <p:spPr>
          <a:xfrm>
            <a:off x="9436735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Filter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1" name="矩形 140"/>
          <p:cNvSpPr>
            <a:spLocks noGrp="1"/>
          </p:cNvSpPr>
          <p:nvPr/>
        </p:nvSpPr>
        <p:spPr>
          <a:xfrm>
            <a:off x="10622280" y="4936490"/>
            <a:ext cx="135763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Terminate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2" name="矩形 141"/>
          <p:cNvSpPr>
            <a:spLocks noGrp="1"/>
          </p:cNvSpPr>
          <p:nvPr/>
        </p:nvSpPr>
        <p:spPr>
          <a:xfrm>
            <a:off x="11925300" y="4936490"/>
            <a:ext cx="126682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Final assay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76" name="图片 37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0425" y="6050915"/>
            <a:ext cx="557530" cy="749300"/>
          </a:xfrm>
          <a:prstGeom prst="rect">
            <a:avLst/>
          </a:prstGeom>
        </p:spPr>
      </p:pic>
      <p:pic>
        <p:nvPicPr>
          <p:cNvPr id="377" name="图片 37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845" y="5684520"/>
            <a:ext cx="669925" cy="1115695"/>
          </a:xfrm>
          <a:prstGeom prst="rect">
            <a:avLst/>
          </a:prstGeom>
        </p:spPr>
      </p:pic>
      <p:pic>
        <p:nvPicPr>
          <p:cNvPr id="378" name="图片 37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3935" y="5659755"/>
            <a:ext cx="674370" cy="1140460"/>
          </a:xfrm>
          <a:prstGeom prst="rect">
            <a:avLst/>
          </a:prstGeom>
        </p:spPr>
      </p:pic>
      <p:pic>
        <p:nvPicPr>
          <p:cNvPr id="379" name="图片 37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0135" y="5624195"/>
            <a:ext cx="641350" cy="1176655"/>
          </a:xfrm>
          <a:prstGeom prst="rect">
            <a:avLst/>
          </a:prstGeom>
        </p:spPr>
      </p:pic>
      <p:pic>
        <p:nvPicPr>
          <p:cNvPr id="380" name="图片 37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8855" y="5663565"/>
            <a:ext cx="653415" cy="1136650"/>
          </a:xfrm>
          <a:prstGeom prst="rect">
            <a:avLst/>
          </a:prstGeom>
        </p:spPr>
      </p:pic>
      <p:pic>
        <p:nvPicPr>
          <p:cNvPr id="381" name="图片 38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1390" y="5972175"/>
            <a:ext cx="649605" cy="828040"/>
          </a:xfrm>
          <a:prstGeom prst="rect">
            <a:avLst/>
          </a:prstGeom>
        </p:spPr>
      </p:pic>
      <p:pic>
        <p:nvPicPr>
          <p:cNvPr id="382" name="图片 38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9325" y="5961380"/>
            <a:ext cx="703580" cy="603250"/>
          </a:xfrm>
          <a:prstGeom prst="rect">
            <a:avLst/>
          </a:prstGeom>
        </p:spPr>
      </p:pic>
      <p:pic>
        <p:nvPicPr>
          <p:cNvPr id="383" name="图片 38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9485" y="5624195"/>
            <a:ext cx="532130" cy="1176655"/>
          </a:xfrm>
          <a:prstGeom prst="rect">
            <a:avLst/>
          </a:prstGeom>
        </p:spPr>
      </p:pic>
      <p:pic>
        <p:nvPicPr>
          <p:cNvPr id="384" name="图片 38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3280" y="6005830"/>
            <a:ext cx="594995" cy="594995"/>
          </a:xfrm>
          <a:prstGeom prst="rect">
            <a:avLst/>
          </a:prstGeom>
        </p:spPr>
      </p:pic>
      <p:pic>
        <p:nvPicPr>
          <p:cNvPr id="385" name="图片 38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2490" y="5695950"/>
            <a:ext cx="603250" cy="778510"/>
          </a:xfrm>
          <a:prstGeom prst="rect">
            <a:avLst/>
          </a:prstGeom>
        </p:spPr>
      </p:pic>
      <p:sp>
        <p:nvSpPr>
          <p:cNvPr id="153" name="矩形 152"/>
          <p:cNvSpPr>
            <a:spLocks noGrp="1"/>
          </p:cNvSpPr>
          <p:nvPr/>
        </p:nvSpPr>
        <p:spPr>
          <a:xfrm>
            <a:off x="8541385" y="6585268"/>
            <a:ext cx="760095" cy="4394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fines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26.6%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4" name="矩形 153"/>
          <p:cNvSpPr>
            <a:spLocks noGrp="1"/>
          </p:cNvSpPr>
          <p:nvPr/>
        </p:nvSpPr>
        <p:spPr>
          <a:xfrm>
            <a:off x="11925300" y="6510020"/>
            <a:ext cx="1375410" cy="6527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recovery 45.5%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purity 98.2%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fines 25.4%</a:t>
            </a:r>
            <a:endParaRPr sz="1400" b="0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5" name="直接连接符 154"/>
          <p:cNvSpPr>
            <a:spLocks noGrp="1"/>
          </p:cNvSpPr>
          <p:nvPr/>
        </p:nvSpPr>
        <p:spPr>
          <a:xfrm>
            <a:off x="1628140" y="6275705"/>
            <a:ext cx="40703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6" name="直接连接符 155"/>
          <p:cNvSpPr>
            <a:spLocks noGrp="1"/>
          </p:cNvSpPr>
          <p:nvPr/>
        </p:nvSpPr>
        <p:spPr>
          <a:xfrm>
            <a:off x="1971675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7" name="直接连接符 156"/>
          <p:cNvSpPr>
            <a:spLocks noGrp="1"/>
          </p:cNvSpPr>
          <p:nvPr/>
        </p:nvSpPr>
        <p:spPr>
          <a:xfrm flipV="1">
            <a:off x="1971675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8" name="直接连接符 157"/>
          <p:cNvSpPr>
            <a:spLocks noGrp="1"/>
          </p:cNvSpPr>
          <p:nvPr/>
        </p:nvSpPr>
        <p:spPr>
          <a:xfrm>
            <a:off x="3012440" y="6275705"/>
            <a:ext cx="38036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9" name="直接连接符 158"/>
          <p:cNvSpPr>
            <a:spLocks noGrp="1"/>
          </p:cNvSpPr>
          <p:nvPr/>
        </p:nvSpPr>
        <p:spPr>
          <a:xfrm>
            <a:off x="3329305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0" name="直接连接符 159"/>
          <p:cNvSpPr>
            <a:spLocks noGrp="1"/>
          </p:cNvSpPr>
          <p:nvPr/>
        </p:nvSpPr>
        <p:spPr>
          <a:xfrm flipV="1">
            <a:off x="3329305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1" name="直接连接符 160"/>
          <p:cNvSpPr>
            <a:spLocks noGrp="1"/>
          </p:cNvSpPr>
          <p:nvPr/>
        </p:nvSpPr>
        <p:spPr>
          <a:xfrm>
            <a:off x="4369435" y="6275705"/>
            <a:ext cx="353060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2" name="直接连接符 161"/>
          <p:cNvSpPr>
            <a:spLocks noGrp="1"/>
          </p:cNvSpPr>
          <p:nvPr/>
        </p:nvSpPr>
        <p:spPr>
          <a:xfrm>
            <a:off x="4658995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3" name="直接连接符 162"/>
          <p:cNvSpPr>
            <a:spLocks noGrp="1"/>
          </p:cNvSpPr>
          <p:nvPr/>
        </p:nvSpPr>
        <p:spPr>
          <a:xfrm flipV="1">
            <a:off x="4658995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4" name="直接连接符 163"/>
          <p:cNvSpPr>
            <a:spLocks noGrp="1"/>
          </p:cNvSpPr>
          <p:nvPr/>
        </p:nvSpPr>
        <p:spPr>
          <a:xfrm>
            <a:off x="5699760" y="6275705"/>
            <a:ext cx="217170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5" name="直接连接符 164"/>
          <p:cNvSpPr>
            <a:spLocks noGrp="1"/>
          </p:cNvSpPr>
          <p:nvPr/>
        </p:nvSpPr>
        <p:spPr>
          <a:xfrm>
            <a:off x="585343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6" name="直接连接符 165"/>
          <p:cNvSpPr>
            <a:spLocks noGrp="1"/>
          </p:cNvSpPr>
          <p:nvPr/>
        </p:nvSpPr>
        <p:spPr>
          <a:xfrm flipV="1">
            <a:off x="585343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7" name="直接连接符 166"/>
          <p:cNvSpPr>
            <a:spLocks noGrp="1"/>
          </p:cNvSpPr>
          <p:nvPr/>
        </p:nvSpPr>
        <p:spPr>
          <a:xfrm>
            <a:off x="6894195" y="6275705"/>
            <a:ext cx="25336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8" name="直接连接符 167"/>
          <p:cNvSpPr>
            <a:spLocks noGrp="1"/>
          </p:cNvSpPr>
          <p:nvPr/>
        </p:nvSpPr>
        <p:spPr>
          <a:xfrm>
            <a:off x="708406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9" name="直接连接符 168"/>
          <p:cNvSpPr>
            <a:spLocks noGrp="1"/>
          </p:cNvSpPr>
          <p:nvPr/>
        </p:nvSpPr>
        <p:spPr>
          <a:xfrm flipV="1">
            <a:off x="708406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0" name="直接连接符 169"/>
          <p:cNvSpPr>
            <a:spLocks noGrp="1"/>
          </p:cNvSpPr>
          <p:nvPr/>
        </p:nvSpPr>
        <p:spPr>
          <a:xfrm>
            <a:off x="8124825" y="6275705"/>
            <a:ext cx="30797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1" name="直接连接符 170"/>
          <p:cNvSpPr>
            <a:spLocks noGrp="1"/>
          </p:cNvSpPr>
          <p:nvPr/>
        </p:nvSpPr>
        <p:spPr>
          <a:xfrm>
            <a:off x="836930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2" name="直接连接符 171"/>
          <p:cNvSpPr>
            <a:spLocks noGrp="1"/>
          </p:cNvSpPr>
          <p:nvPr/>
        </p:nvSpPr>
        <p:spPr>
          <a:xfrm flipV="1">
            <a:off x="836930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3" name="直接连接符 172"/>
          <p:cNvSpPr>
            <a:spLocks noGrp="1"/>
          </p:cNvSpPr>
          <p:nvPr/>
        </p:nvSpPr>
        <p:spPr>
          <a:xfrm>
            <a:off x="9410065" y="6275705"/>
            <a:ext cx="217170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4" name="直接连接符 173"/>
          <p:cNvSpPr>
            <a:spLocks noGrp="1"/>
          </p:cNvSpPr>
          <p:nvPr/>
        </p:nvSpPr>
        <p:spPr>
          <a:xfrm>
            <a:off x="9563735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5" name="直接连接符 174"/>
          <p:cNvSpPr>
            <a:spLocks noGrp="1"/>
          </p:cNvSpPr>
          <p:nvPr/>
        </p:nvSpPr>
        <p:spPr>
          <a:xfrm flipV="1">
            <a:off x="9563735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6" name="直接连接符 175"/>
          <p:cNvSpPr>
            <a:spLocks noGrp="1"/>
          </p:cNvSpPr>
          <p:nvPr/>
        </p:nvSpPr>
        <p:spPr>
          <a:xfrm>
            <a:off x="10604500" y="6275705"/>
            <a:ext cx="208280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7" name="直接连接符 176"/>
          <p:cNvSpPr>
            <a:spLocks noGrp="1"/>
          </p:cNvSpPr>
          <p:nvPr/>
        </p:nvSpPr>
        <p:spPr>
          <a:xfrm>
            <a:off x="1074928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8" name="直接连接符 177"/>
          <p:cNvSpPr>
            <a:spLocks noGrp="1"/>
          </p:cNvSpPr>
          <p:nvPr/>
        </p:nvSpPr>
        <p:spPr>
          <a:xfrm flipV="1">
            <a:off x="1074928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9" name="直接连接符 178"/>
          <p:cNvSpPr>
            <a:spLocks noGrp="1"/>
          </p:cNvSpPr>
          <p:nvPr/>
        </p:nvSpPr>
        <p:spPr>
          <a:xfrm>
            <a:off x="11789410" y="6275705"/>
            <a:ext cx="325755" cy="63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0" name="直接连接符 179"/>
          <p:cNvSpPr>
            <a:spLocks noGrp="1"/>
          </p:cNvSpPr>
          <p:nvPr/>
        </p:nvSpPr>
        <p:spPr>
          <a:xfrm>
            <a:off x="12052300" y="622998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1" name="直接连接符 180"/>
          <p:cNvSpPr>
            <a:spLocks noGrp="1"/>
          </p:cNvSpPr>
          <p:nvPr/>
        </p:nvSpPr>
        <p:spPr>
          <a:xfrm flipV="1">
            <a:off x="12052300" y="6275705"/>
            <a:ext cx="63500" cy="4508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2" name="矩形 181"/>
          <p:cNvSpPr>
            <a:spLocks noGrp="1"/>
          </p:cNvSpPr>
          <p:nvPr/>
        </p:nvSpPr>
        <p:spPr>
          <a:xfrm>
            <a:off x="406400" y="7262495"/>
            <a:ext cx="12903835" cy="3103880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</p:sp>
      <p:sp>
        <p:nvSpPr>
          <p:cNvPr id="183" name="矩形 182"/>
          <p:cNvSpPr>
            <a:spLocks noGrp="1"/>
          </p:cNvSpPr>
          <p:nvPr/>
        </p:nvSpPr>
        <p:spPr>
          <a:xfrm>
            <a:off x="542290" y="7325995"/>
            <a:ext cx="316865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11182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>
                <a:solidFill>
                  <a:srgbClr val="11182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</a:t>
            </a:r>
            <a:endParaRPr sz="2000" b="1">
              <a:solidFill>
                <a:srgbClr val="11182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4" name="矩形 183"/>
          <p:cNvSpPr>
            <a:spLocks noGrp="1"/>
          </p:cNvSpPr>
          <p:nvPr/>
        </p:nvSpPr>
        <p:spPr>
          <a:xfrm>
            <a:off x="949325" y="7325995"/>
            <a:ext cx="12125325" cy="353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Key observations, questions, and next tests</a:t>
            </a:r>
            <a:endParaRPr sz="18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5" name="矩形 184"/>
          <p:cNvSpPr>
            <a:spLocks noGrp="1"/>
          </p:cNvSpPr>
          <p:nvPr/>
        </p:nvSpPr>
        <p:spPr>
          <a:xfrm>
            <a:off x="1374775" y="7660640"/>
            <a:ext cx="1791970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Observed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6" name="矩形 185"/>
          <p:cNvSpPr>
            <a:spLocks noGrp="1"/>
          </p:cNvSpPr>
          <p:nvPr/>
        </p:nvSpPr>
        <p:spPr>
          <a:xfrm>
            <a:off x="4333240" y="7660640"/>
            <a:ext cx="228028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Agent question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7" name="矩形 186"/>
          <p:cNvSpPr>
            <a:spLocks noGrp="1"/>
          </p:cNvSpPr>
          <p:nvPr/>
        </p:nvSpPr>
        <p:spPr>
          <a:xfrm>
            <a:off x="7446010" y="7660640"/>
            <a:ext cx="2588260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Next tested action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8" name="矩形 187"/>
          <p:cNvSpPr>
            <a:spLocks noGrp="1"/>
          </p:cNvSpPr>
          <p:nvPr/>
        </p:nvSpPr>
        <p:spPr>
          <a:xfrm>
            <a:off x="11292205" y="7660640"/>
            <a:ext cx="162877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Outcome</a:t>
            </a:r>
            <a:endParaRPr sz="14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9" name="直接连接符 188"/>
          <p:cNvSpPr>
            <a:spLocks noGrp="1"/>
          </p:cNvSpPr>
          <p:nvPr/>
        </p:nvSpPr>
        <p:spPr>
          <a:xfrm>
            <a:off x="568960" y="7941310"/>
            <a:ext cx="12568555" cy="635"/>
          </a:xfrm>
          <a:prstGeom prst="line">
            <a:avLst/>
          </a:prstGeom>
          <a:noFill/>
          <a:ln w="13335">
            <a:solidFill>
              <a:srgbClr val="8295A2"/>
            </a:solidFill>
          </a:ln>
        </p:spPr>
      </p:sp>
      <p:sp>
        <p:nvSpPr>
          <p:cNvPr id="190" name="直接连接符 189"/>
          <p:cNvSpPr>
            <a:spLocks noGrp="1"/>
          </p:cNvSpPr>
          <p:nvPr/>
        </p:nvSpPr>
        <p:spPr>
          <a:xfrm>
            <a:off x="568960" y="8701405"/>
            <a:ext cx="12568555" cy="635"/>
          </a:xfrm>
          <a:prstGeom prst="line">
            <a:avLst/>
          </a:prstGeom>
          <a:noFill/>
          <a:ln w="10478">
            <a:solidFill>
              <a:srgbClr val="8295A2"/>
            </a:solidFill>
          </a:ln>
        </p:spPr>
      </p:sp>
      <p:sp>
        <p:nvSpPr>
          <p:cNvPr id="191" name="直接连接符 190"/>
          <p:cNvSpPr>
            <a:spLocks noGrp="1"/>
          </p:cNvSpPr>
          <p:nvPr/>
        </p:nvSpPr>
        <p:spPr>
          <a:xfrm>
            <a:off x="568960" y="9488170"/>
            <a:ext cx="12568555" cy="635"/>
          </a:xfrm>
          <a:prstGeom prst="line">
            <a:avLst/>
          </a:prstGeom>
          <a:noFill/>
          <a:ln w="10478">
            <a:solidFill>
              <a:srgbClr val="8295A2"/>
            </a:solidFill>
          </a:ln>
        </p:spPr>
      </p:sp>
      <p:sp>
        <p:nvSpPr>
          <p:cNvPr id="192" name="矩形 191"/>
          <p:cNvSpPr>
            <a:spLocks noGrp="1"/>
          </p:cNvSpPr>
          <p:nvPr/>
        </p:nvSpPr>
        <p:spPr>
          <a:xfrm>
            <a:off x="723265" y="8067675"/>
            <a:ext cx="213550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C85A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C85A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B1–4:</a:t>
            </a:r>
            <a:endParaRPr sz="1600" b="1">
              <a:solidFill>
                <a:srgbClr val="C85A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C85A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C85A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fines 99.5–100.0%</a:t>
            </a:r>
            <a:endParaRPr sz="1600" b="1">
              <a:solidFill>
                <a:srgbClr val="C85A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93" name="直接连接符 192"/>
          <p:cNvSpPr>
            <a:spLocks noGrp="1"/>
          </p:cNvSpPr>
          <p:nvPr/>
        </p:nvSpPr>
        <p:spPr>
          <a:xfrm>
            <a:off x="2976245" y="8312150"/>
            <a:ext cx="380365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4" name="直接连接符 193"/>
          <p:cNvSpPr>
            <a:spLocks noGrp="1"/>
          </p:cNvSpPr>
          <p:nvPr/>
        </p:nvSpPr>
        <p:spPr>
          <a:xfrm>
            <a:off x="3293110" y="826706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5" name="直接连接符 194"/>
          <p:cNvSpPr>
            <a:spLocks noGrp="1"/>
          </p:cNvSpPr>
          <p:nvPr/>
        </p:nvSpPr>
        <p:spPr>
          <a:xfrm flipV="1">
            <a:off x="3293110" y="83121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29" name="图片 4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00475" y="7932420"/>
            <a:ext cx="2314575" cy="742315"/>
          </a:xfrm>
          <a:prstGeom prst="rect">
            <a:avLst/>
          </a:prstGeom>
        </p:spPr>
      </p:pic>
      <p:sp>
        <p:nvSpPr>
          <p:cNvPr id="197" name="矩形 196"/>
          <p:cNvSpPr>
            <a:spLocks noGrp="1"/>
          </p:cNvSpPr>
          <p:nvPr/>
        </p:nvSpPr>
        <p:spPr>
          <a:xfrm>
            <a:off x="4677410" y="8059420"/>
            <a:ext cx="1366520" cy="443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Where are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fines forming?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98" name="直接连接符 197"/>
          <p:cNvSpPr>
            <a:spLocks noGrp="1"/>
          </p:cNvSpPr>
          <p:nvPr/>
        </p:nvSpPr>
        <p:spPr>
          <a:xfrm>
            <a:off x="6604635" y="8312150"/>
            <a:ext cx="35306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9" name="直接连接符 198"/>
          <p:cNvSpPr>
            <a:spLocks noGrp="1"/>
          </p:cNvSpPr>
          <p:nvPr/>
        </p:nvSpPr>
        <p:spPr>
          <a:xfrm>
            <a:off x="6894195" y="826706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0" name="直接连接符 199"/>
          <p:cNvSpPr>
            <a:spLocks noGrp="1"/>
          </p:cNvSpPr>
          <p:nvPr/>
        </p:nvSpPr>
        <p:spPr>
          <a:xfrm flipV="1">
            <a:off x="6894195" y="83121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1" name="矩形 200"/>
          <p:cNvSpPr>
            <a:spLocks noGrp="1"/>
          </p:cNvSpPr>
          <p:nvPr/>
        </p:nvSpPr>
        <p:spPr>
          <a:xfrm>
            <a:off x="7328535" y="8067675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B5: omit quench;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1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cool before seeding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02" name="直接连接符 201"/>
          <p:cNvSpPr>
            <a:spLocks noGrp="1"/>
          </p:cNvSpPr>
          <p:nvPr/>
        </p:nvSpPr>
        <p:spPr>
          <a:xfrm>
            <a:off x="9719310" y="8312150"/>
            <a:ext cx="36195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3" name="直接连接符 202"/>
          <p:cNvSpPr>
            <a:spLocks noGrp="1"/>
          </p:cNvSpPr>
          <p:nvPr/>
        </p:nvSpPr>
        <p:spPr>
          <a:xfrm>
            <a:off x="10017760" y="826706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4" name="直接连接符 203"/>
          <p:cNvSpPr>
            <a:spLocks noGrp="1"/>
          </p:cNvSpPr>
          <p:nvPr/>
        </p:nvSpPr>
        <p:spPr>
          <a:xfrm flipV="1">
            <a:off x="10017760" y="83121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5" name="矩形 204"/>
          <p:cNvSpPr>
            <a:spLocks noGrp="1"/>
          </p:cNvSpPr>
          <p:nvPr/>
        </p:nvSpPr>
        <p:spPr>
          <a:xfrm>
            <a:off x="10389235" y="8067675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fines 30.3%;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1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first feasible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06" name="矩形 205"/>
          <p:cNvSpPr>
            <a:spLocks noGrp="1"/>
          </p:cNvSpPr>
          <p:nvPr/>
        </p:nvSpPr>
        <p:spPr>
          <a:xfrm>
            <a:off x="723265" y="8836660"/>
            <a:ext cx="213550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B5: feasible;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recovery 40.0%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07" name="直接连接符 206"/>
          <p:cNvSpPr>
            <a:spLocks noGrp="1"/>
          </p:cNvSpPr>
          <p:nvPr/>
        </p:nvSpPr>
        <p:spPr>
          <a:xfrm>
            <a:off x="2976245" y="9081135"/>
            <a:ext cx="380365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8" name="直接连接符 207"/>
          <p:cNvSpPr>
            <a:spLocks noGrp="1"/>
          </p:cNvSpPr>
          <p:nvPr/>
        </p:nvSpPr>
        <p:spPr>
          <a:xfrm>
            <a:off x="3293110" y="90360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9" name="直接连接符 208"/>
          <p:cNvSpPr>
            <a:spLocks noGrp="1"/>
          </p:cNvSpPr>
          <p:nvPr/>
        </p:nvSpPr>
        <p:spPr>
          <a:xfrm flipV="1">
            <a:off x="3293110" y="908113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43" name="图片 44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00475" y="8702040"/>
            <a:ext cx="2314575" cy="742315"/>
          </a:xfrm>
          <a:prstGeom prst="rect">
            <a:avLst/>
          </a:prstGeom>
        </p:spPr>
      </p:pic>
      <p:sp>
        <p:nvSpPr>
          <p:cNvPr id="211" name="矩形 210"/>
          <p:cNvSpPr>
            <a:spLocks noGrp="1"/>
          </p:cNvSpPr>
          <p:nvPr/>
        </p:nvSpPr>
        <p:spPr>
          <a:xfrm>
            <a:off x="4677410" y="8828405"/>
            <a:ext cx="1366520" cy="443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Do colder endpoints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improve recovery?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12" name="直接连接符 211"/>
          <p:cNvSpPr>
            <a:spLocks noGrp="1"/>
          </p:cNvSpPr>
          <p:nvPr/>
        </p:nvSpPr>
        <p:spPr>
          <a:xfrm>
            <a:off x="6604635" y="9081135"/>
            <a:ext cx="35306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3" name="直接连接符 212"/>
          <p:cNvSpPr>
            <a:spLocks noGrp="1"/>
          </p:cNvSpPr>
          <p:nvPr/>
        </p:nvSpPr>
        <p:spPr>
          <a:xfrm>
            <a:off x="6894195" y="90360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4" name="直接连接符 213"/>
          <p:cNvSpPr>
            <a:spLocks noGrp="1"/>
          </p:cNvSpPr>
          <p:nvPr/>
        </p:nvSpPr>
        <p:spPr>
          <a:xfrm flipV="1">
            <a:off x="6894195" y="908113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5" name="矩形 214"/>
          <p:cNvSpPr>
            <a:spLocks noGrp="1"/>
          </p:cNvSpPr>
          <p:nvPr/>
        </p:nvSpPr>
        <p:spPr>
          <a:xfrm>
            <a:off x="7328535" y="8836660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B6/B7: end at 265/250 K;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1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B8: seed 5 → 1 mg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16" name="直接连接符 215"/>
          <p:cNvSpPr>
            <a:spLocks noGrp="1"/>
          </p:cNvSpPr>
          <p:nvPr/>
        </p:nvSpPr>
        <p:spPr>
          <a:xfrm>
            <a:off x="9719310" y="9081135"/>
            <a:ext cx="36195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7" name="直接连接符 216"/>
          <p:cNvSpPr>
            <a:spLocks noGrp="1"/>
          </p:cNvSpPr>
          <p:nvPr/>
        </p:nvSpPr>
        <p:spPr>
          <a:xfrm>
            <a:off x="10017760" y="9036050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8" name="直接连接符 217"/>
          <p:cNvSpPr>
            <a:spLocks noGrp="1"/>
          </p:cNvSpPr>
          <p:nvPr/>
        </p:nvSpPr>
        <p:spPr>
          <a:xfrm flipV="1">
            <a:off x="10017760" y="908113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9" name="矩形 218"/>
          <p:cNvSpPr>
            <a:spLocks noGrp="1"/>
          </p:cNvSpPr>
          <p:nvPr/>
        </p:nvSpPr>
        <p:spPr>
          <a:xfrm>
            <a:off x="10389235" y="8836660"/>
            <a:ext cx="270573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recovery 42.8 → 45.0 → 45.5%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1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fines &lt; 30%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0" name="矩形 219"/>
          <p:cNvSpPr>
            <a:spLocks noGrp="1"/>
          </p:cNvSpPr>
          <p:nvPr/>
        </p:nvSpPr>
        <p:spPr>
          <a:xfrm>
            <a:off x="723265" y="9615170"/>
            <a:ext cx="2135505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B8 best so far;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B9–10 additional probes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1" name="直接连接符 220"/>
          <p:cNvSpPr>
            <a:spLocks noGrp="1"/>
          </p:cNvSpPr>
          <p:nvPr/>
        </p:nvSpPr>
        <p:spPr>
          <a:xfrm>
            <a:off x="2976245" y="9859645"/>
            <a:ext cx="380365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2" name="直接连接符 221"/>
          <p:cNvSpPr>
            <a:spLocks noGrp="1"/>
          </p:cNvSpPr>
          <p:nvPr/>
        </p:nvSpPr>
        <p:spPr>
          <a:xfrm>
            <a:off x="3293110" y="981392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3" name="直接连接符 222"/>
          <p:cNvSpPr>
            <a:spLocks noGrp="1"/>
          </p:cNvSpPr>
          <p:nvPr/>
        </p:nvSpPr>
        <p:spPr>
          <a:xfrm flipV="1">
            <a:off x="3293110" y="985964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57" name="图片 45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00475" y="9603105"/>
            <a:ext cx="2314575" cy="742315"/>
          </a:xfrm>
          <a:prstGeom prst="rect">
            <a:avLst/>
          </a:prstGeom>
        </p:spPr>
      </p:pic>
      <p:sp>
        <p:nvSpPr>
          <p:cNvPr id="225" name="矩形 224"/>
          <p:cNvSpPr>
            <a:spLocks noGrp="1"/>
          </p:cNvSpPr>
          <p:nvPr/>
        </p:nvSpPr>
        <p:spPr>
          <a:xfrm>
            <a:off x="4677410" y="9678670"/>
            <a:ext cx="1366520" cy="4432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Does higher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2732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1">
                <a:solidFill>
                  <a:srgbClr val="2732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concentration help?</a:t>
            </a:r>
            <a:endParaRPr sz="1200" b="1">
              <a:solidFill>
                <a:srgbClr val="2732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6" name="直接连接符 225"/>
          <p:cNvSpPr>
            <a:spLocks noGrp="1"/>
          </p:cNvSpPr>
          <p:nvPr/>
        </p:nvSpPr>
        <p:spPr>
          <a:xfrm>
            <a:off x="6604635" y="9859645"/>
            <a:ext cx="35306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7" name="直接连接符 226"/>
          <p:cNvSpPr>
            <a:spLocks noGrp="1"/>
          </p:cNvSpPr>
          <p:nvPr/>
        </p:nvSpPr>
        <p:spPr>
          <a:xfrm>
            <a:off x="6894195" y="981392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8" name="直接连接符 227"/>
          <p:cNvSpPr>
            <a:spLocks noGrp="1"/>
          </p:cNvSpPr>
          <p:nvPr/>
        </p:nvSpPr>
        <p:spPr>
          <a:xfrm flipV="1">
            <a:off x="6894195" y="985964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9" name="矩形 228"/>
          <p:cNvSpPr>
            <a:spLocks noGrp="1"/>
          </p:cNvSpPr>
          <p:nvPr/>
        </p:nvSpPr>
        <p:spPr>
          <a:xfrm>
            <a:off x="7328535" y="9615170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087F9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087F9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B11: S2 0.080 → 0.040 L</a:t>
            </a:r>
            <a:endParaRPr sz="1600" b="1">
              <a:solidFill>
                <a:srgbClr val="087F9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30" name="直接连接符 229"/>
          <p:cNvSpPr>
            <a:spLocks noGrp="1"/>
          </p:cNvSpPr>
          <p:nvPr/>
        </p:nvSpPr>
        <p:spPr>
          <a:xfrm>
            <a:off x="9719310" y="9859645"/>
            <a:ext cx="361950" cy="63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1" name="直接连接符 230"/>
          <p:cNvSpPr>
            <a:spLocks noGrp="1"/>
          </p:cNvSpPr>
          <p:nvPr/>
        </p:nvSpPr>
        <p:spPr>
          <a:xfrm>
            <a:off x="10017760" y="981392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2" name="直接连接符 231"/>
          <p:cNvSpPr>
            <a:spLocks noGrp="1"/>
          </p:cNvSpPr>
          <p:nvPr/>
        </p:nvSpPr>
        <p:spPr>
          <a:xfrm flipV="1">
            <a:off x="10017760" y="9859645"/>
            <a:ext cx="63500" cy="4508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3" name="矩形 232"/>
          <p:cNvSpPr>
            <a:spLocks noGrp="1"/>
          </p:cNvSpPr>
          <p:nvPr/>
        </p:nvSpPr>
        <p:spPr>
          <a:xfrm>
            <a:off x="10389235" y="9615170"/>
            <a:ext cx="2452370" cy="561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1">
                <a:solidFill>
                  <a:srgbClr val="C85A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C85A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B11 fines 72.6%, rejected;</a:t>
            </a:r>
            <a:endParaRPr sz="1600" b="1">
              <a:solidFill>
                <a:srgbClr val="C85A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1">
                <a:solidFill>
                  <a:srgbClr val="C85A3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C85A3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B12 repeats B8: 26.9%</a:t>
            </a:r>
            <a:endParaRPr sz="1600" b="1">
              <a:solidFill>
                <a:srgbClr val="C85A3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6" name="Figure 3 plot object 0"/>
          <p:cNvSpPr>
            <a:spLocks noGrp="1"/>
          </p:cNvSpPr>
          <p:nvPr/>
        </p:nvSpPr>
        <p:spPr>
          <a:xfrm>
            <a:off x="2263828" y="342900"/>
            <a:ext cx="9188344" cy="10744200"/>
          </a:xfrm>
          <a:custGeom>
            <a:avLst/>
            <a:gdLst/>
            <a:ahLst/>
            <a:cxnLst/>
            <a:pathLst>
              <a:path w="9188344" h="10744200">
                <a:moveTo>
                  <a:pt x="0" y="10744200"/>
                </a:moveTo>
                <a:lnTo>
                  <a:pt x="9188344" y="10744200"/>
                </a:lnTo>
                <a:lnTo>
                  <a:pt x="9188344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2" name="Figure 3 plot object 1"/>
          <p:cNvSpPr>
            <a:spLocks noGrp="1"/>
          </p:cNvSpPr>
          <p:nvPr/>
        </p:nvSpPr>
        <p:spPr>
          <a:xfrm>
            <a:off x="3136721" y="880110"/>
            <a:ext cx="3537513" cy="2428189"/>
          </a:xfrm>
          <a:custGeom>
            <a:avLst/>
            <a:gdLst/>
            <a:ahLst/>
            <a:cxnLst/>
            <a:pathLst>
              <a:path w="3537513" h="2428189">
                <a:moveTo>
                  <a:pt x="0" y="2428189"/>
                </a:moveTo>
                <a:lnTo>
                  <a:pt x="3537513" y="2428189"/>
                </a:lnTo>
                <a:lnTo>
                  <a:pt x="3537513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" name="Figure 3 plot object 2"/>
          <p:cNvSpPr>
            <a:spLocks noGrp="1"/>
          </p:cNvSpPr>
          <p:nvPr/>
        </p:nvSpPr>
        <p:spPr>
          <a:xfrm>
            <a:off x="3326230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4" name="−0.50"/>
          <p:cNvSpPr>
            <a:spLocks noGrp="1"/>
          </p:cNvSpPr>
          <p:nvPr/>
        </p:nvSpPr>
        <p:spPr>
          <a:xfrm>
            <a:off x="3144640" y="3387944"/>
            <a:ext cx="43433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−0.50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" name="Figure 3 plot object 4"/>
          <p:cNvSpPr>
            <a:spLocks noGrp="1"/>
          </p:cNvSpPr>
          <p:nvPr/>
        </p:nvSpPr>
        <p:spPr>
          <a:xfrm>
            <a:off x="4115853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6" name="−0.25"/>
          <p:cNvSpPr>
            <a:spLocks noGrp="1"/>
          </p:cNvSpPr>
          <p:nvPr/>
        </p:nvSpPr>
        <p:spPr>
          <a:xfrm>
            <a:off x="3934263" y="3387944"/>
            <a:ext cx="43433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−0.25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" name="Figure 3 plot object 6"/>
          <p:cNvSpPr>
            <a:spLocks noGrp="1"/>
          </p:cNvSpPr>
          <p:nvPr/>
        </p:nvSpPr>
        <p:spPr>
          <a:xfrm>
            <a:off x="4905477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" name="0.00"/>
          <p:cNvSpPr>
            <a:spLocks noGrp="1"/>
          </p:cNvSpPr>
          <p:nvPr/>
        </p:nvSpPr>
        <p:spPr>
          <a:xfrm>
            <a:off x="4767123" y="3387944"/>
            <a:ext cx="347862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0.00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" name="Figure 3 plot object 8"/>
          <p:cNvSpPr>
            <a:spLocks noGrp="1"/>
          </p:cNvSpPr>
          <p:nvPr/>
        </p:nvSpPr>
        <p:spPr>
          <a:xfrm>
            <a:off x="5695100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0" name="0.25"/>
          <p:cNvSpPr>
            <a:spLocks noGrp="1"/>
          </p:cNvSpPr>
          <p:nvPr/>
        </p:nvSpPr>
        <p:spPr>
          <a:xfrm>
            <a:off x="5555511" y="3387944"/>
            <a:ext cx="35033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0.25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" name="Figure 3 plot object 10"/>
          <p:cNvSpPr>
            <a:spLocks noGrp="1"/>
          </p:cNvSpPr>
          <p:nvPr/>
        </p:nvSpPr>
        <p:spPr>
          <a:xfrm>
            <a:off x="6484724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2" name="0.50"/>
          <p:cNvSpPr>
            <a:spLocks noGrp="1"/>
          </p:cNvSpPr>
          <p:nvPr/>
        </p:nvSpPr>
        <p:spPr>
          <a:xfrm>
            <a:off x="6345134" y="3387944"/>
            <a:ext cx="35033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0.50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" name="Retest score: Optimization - Discovery"/>
          <p:cNvSpPr>
            <a:spLocks noGrp="1"/>
          </p:cNvSpPr>
          <p:nvPr/>
        </p:nvSpPr>
        <p:spPr>
          <a:xfrm>
            <a:off x="3683635" y="3626485"/>
            <a:ext cx="291909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Retest score: Optimization - Discovery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" name="Figure 3 plot object 13"/>
          <p:cNvSpPr>
            <a:spLocks noGrp="1"/>
          </p:cNvSpPr>
          <p:nvPr/>
        </p:nvSpPr>
        <p:spPr>
          <a:xfrm>
            <a:off x="3087308" y="2993534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" name="−0.2"/>
          <p:cNvSpPr>
            <a:spLocks noGrp="1"/>
          </p:cNvSpPr>
          <p:nvPr/>
        </p:nvSpPr>
        <p:spPr>
          <a:xfrm>
            <a:off x="2746364" y="2913542"/>
            <a:ext cx="352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−0.2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" name="Figure 3 plot object 15"/>
          <p:cNvSpPr>
            <a:spLocks noGrp="1"/>
          </p:cNvSpPr>
          <p:nvPr/>
        </p:nvSpPr>
        <p:spPr>
          <a:xfrm>
            <a:off x="3087308" y="2543869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7" name="−0.1"/>
          <p:cNvSpPr>
            <a:spLocks noGrp="1"/>
          </p:cNvSpPr>
          <p:nvPr/>
        </p:nvSpPr>
        <p:spPr>
          <a:xfrm>
            <a:off x="2743893" y="2463877"/>
            <a:ext cx="35527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−0.1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" name="Figure 3 plot object 17"/>
          <p:cNvSpPr>
            <a:spLocks noGrp="1"/>
          </p:cNvSpPr>
          <p:nvPr/>
        </p:nvSpPr>
        <p:spPr>
          <a:xfrm>
            <a:off x="3087308" y="2094205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9" name="0.0"/>
          <p:cNvSpPr>
            <a:spLocks noGrp="1"/>
          </p:cNvSpPr>
          <p:nvPr/>
        </p:nvSpPr>
        <p:spPr>
          <a:xfrm>
            <a:off x="2830365" y="2014212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0" name="Figure 3 plot object 19"/>
          <p:cNvSpPr>
            <a:spLocks noGrp="1"/>
          </p:cNvSpPr>
          <p:nvPr/>
        </p:nvSpPr>
        <p:spPr>
          <a:xfrm>
            <a:off x="3087308" y="1644540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1" name="0.1"/>
          <p:cNvSpPr>
            <a:spLocks noGrp="1"/>
          </p:cNvSpPr>
          <p:nvPr/>
        </p:nvSpPr>
        <p:spPr>
          <a:xfrm>
            <a:off x="2827894" y="1564548"/>
            <a:ext cx="27127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" name="Figure 3 plot object 21"/>
          <p:cNvSpPr>
            <a:spLocks noGrp="1"/>
          </p:cNvSpPr>
          <p:nvPr/>
        </p:nvSpPr>
        <p:spPr>
          <a:xfrm>
            <a:off x="3087308" y="1194875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3" name="0.2"/>
          <p:cNvSpPr>
            <a:spLocks noGrp="1"/>
          </p:cNvSpPr>
          <p:nvPr/>
        </p:nvSpPr>
        <p:spPr>
          <a:xfrm>
            <a:off x="2830365" y="1114883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4" name="Score MAE: Discovery - Optimization"/>
          <p:cNvSpPr>
            <a:spLocks noGrp="1"/>
          </p:cNvSpPr>
          <p:nvPr/>
        </p:nvSpPr>
        <p:spPr>
          <a:xfrm rot="-5400000">
            <a:off x="1386684" y="2249590"/>
            <a:ext cx="2433059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Score MAE: Discovery - Optimization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5" name="Figure 3 plot object 24"/>
          <p:cNvSpPr>
            <a:spLocks noGrp="1"/>
          </p:cNvSpPr>
          <p:nvPr/>
        </p:nvSpPr>
        <p:spPr>
          <a:xfrm>
            <a:off x="4905477" y="880110"/>
            <a:ext cx="20" cy="2428189"/>
          </a:xfrm>
          <a:custGeom>
            <a:avLst/>
            <a:gdLst/>
            <a:ahLst/>
            <a:cxnLst/>
            <a:pathLst>
              <a:path w="20" h="2428189">
                <a:moveTo>
                  <a:pt x="0" y="2428189"/>
                </a:moveTo>
                <a:lnTo>
                  <a:pt x="0" y="0"/>
                </a:lnTo>
              </a:path>
            </a:pathLst>
          </a:custGeom>
          <a:noFill/>
          <a:ln w="12847">
            <a:solidFill>
              <a:srgbClr val="828282"/>
            </a:solidFill>
            <a:custDash>
              <a:ds d="300000" sp="300000"/>
            </a:custDash>
          </a:ln>
        </p:spPr>
      </p:sp>
      <p:sp>
        <p:nvSpPr>
          <p:cNvPr id="26" name="Figure 3 plot object 25"/>
          <p:cNvSpPr>
            <a:spLocks noGrp="1"/>
          </p:cNvSpPr>
          <p:nvPr/>
        </p:nvSpPr>
        <p:spPr>
          <a:xfrm>
            <a:off x="3136721" y="2094205"/>
            <a:ext cx="3537513" cy="20"/>
          </a:xfrm>
          <a:custGeom>
            <a:avLst/>
            <a:gdLst/>
            <a:ahLst/>
            <a:cxnLst/>
            <a:pathLst>
              <a:path w="3537513" h="20">
                <a:moveTo>
                  <a:pt x="0" y="0"/>
                </a:moveTo>
                <a:lnTo>
                  <a:pt x="3537513" y="0"/>
                </a:lnTo>
              </a:path>
            </a:pathLst>
          </a:custGeom>
          <a:noFill/>
          <a:ln w="12847">
            <a:solidFill>
              <a:srgbClr val="828282"/>
            </a:solidFill>
            <a:custDash>
              <a:ds d="300000" sp="300000"/>
            </a:custDash>
          </a:ln>
        </p:spPr>
      </p:sp>
      <p:sp>
        <p:nvSpPr>
          <p:cNvPr id="27" name="Figure 3 plot object 26"/>
          <p:cNvSpPr>
            <a:spLocks noGrp="1"/>
          </p:cNvSpPr>
          <p:nvPr/>
        </p:nvSpPr>
        <p:spPr>
          <a:xfrm>
            <a:off x="3231400" y="923822"/>
            <a:ext cx="1419739" cy="321134"/>
          </a:xfrm>
          <a:custGeom>
            <a:avLst/>
            <a:gdLst/>
            <a:ahLst/>
            <a:cxnLst/>
            <a:pathLst>
              <a:path w="1419739" h="321134">
                <a:moveTo>
                  <a:pt x="0" y="321134"/>
                </a:moveTo>
                <a:lnTo>
                  <a:pt x="1419739" y="321134"/>
                </a:lnTo>
                <a:lnTo>
                  <a:pt x="14197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0" name="Figure 3 plot object 29"/>
          <p:cNvSpPr>
            <a:spLocks noGrp="1"/>
          </p:cNvSpPr>
          <p:nvPr/>
        </p:nvSpPr>
        <p:spPr>
          <a:xfrm>
            <a:off x="6086995" y="923822"/>
            <a:ext cx="492558" cy="319438"/>
          </a:xfrm>
          <a:custGeom>
            <a:avLst/>
            <a:gdLst/>
            <a:ahLst/>
            <a:cxnLst/>
            <a:pathLst>
              <a:path w="492558" h="319438">
                <a:moveTo>
                  <a:pt x="0" y="319438"/>
                </a:moveTo>
                <a:lnTo>
                  <a:pt x="492558" y="319438"/>
                </a:lnTo>
                <a:lnTo>
                  <a:pt x="492558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3" name="Figure 3 plot object 32"/>
          <p:cNvSpPr>
            <a:spLocks noGrp="1"/>
          </p:cNvSpPr>
          <p:nvPr/>
        </p:nvSpPr>
        <p:spPr>
          <a:xfrm>
            <a:off x="3231400" y="2945149"/>
            <a:ext cx="485192" cy="319438"/>
          </a:xfrm>
          <a:custGeom>
            <a:avLst/>
            <a:gdLst/>
            <a:ahLst/>
            <a:cxnLst/>
            <a:pathLst>
              <a:path w="485192" h="319438">
                <a:moveTo>
                  <a:pt x="0" y="319438"/>
                </a:moveTo>
                <a:lnTo>
                  <a:pt x="485192" y="319438"/>
                </a:lnTo>
                <a:lnTo>
                  <a:pt x="48519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6" name="Figure 3 plot object 35"/>
          <p:cNvSpPr>
            <a:spLocks noGrp="1"/>
          </p:cNvSpPr>
          <p:nvPr/>
        </p:nvSpPr>
        <p:spPr>
          <a:xfrm>
            <a:off x="5159815" y="2943453"/>
            <a:ext cx="1419739" cy="321134"/>
          </a:xfrm>
          <a:custGeom>
            <a:avLst/>
            <a:gdLst/>
            <a:ahLst/>
            <a:cxnLst/>
            <a:pathLst>
              <a:path w="1419739" h="321134">
                <a:moveTo>
                  <a:pt x="0" y="321134"/>
                </a:moveTo>
                <a:lnTo>
                  <a:pt x="1419739" y="321134"/>
                </a:lnTo>
                <a:lnTo>
                  <a:pt x="14197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39" name="Figure 3 plot object 38"/>
          <p:cNvSpPr>
            <a:spLocks noGrp="1"/>
          </p:cNvSpPr>
          <p:nvPr/>
        </p:nvSpPr>
        <p:spPr>
          <a:xfrm>
            <a:off x="3136721" y="880110"/>
            <a:ext cx="20" cy="2428189"/>
          </a:xfrm>
          <a:custGeom>
            <a:avLst/>
            <a:gdLst/>
            <a:ahLst/>
            <a:cxnLst/>
            <a:pathLst>
              <a:path w="20" h="2428189">
                <a:moveTo>
                  <a:pt x="0" y="2428189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40" name="Figure 3 plot object 39"/>
          <p:cNvSpPr>
            <a:spLocks noGrp="1"/>
          </p:cNvSpPr>
          <p:nvPr/>
        </p:nvSpPr>
        <p:spPr>
          <a:xfrm>
            <a:off x="3136721" y="3308299"/>
            <a:ext cx="3537513" cy="20"/>
          </a:xfrm>
          <a:custGeom>
            <a:avLst/>
            <a:gdLst/>
            <a:ahLst/>
            <a:cxnLst/>
            <a:pathLst>
              <a:path w="3537513" h="20">
                <a:moveTo>
                  <a:pt x="0" y="0"/>
                </a:moveTo>
                <a:lnTo>
                  <a:pt x="3537513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41" name="Figure 3 plot object 40"/>
          <p:cNvSpPr>
            <a:spLocks noGrp="1"/>
          </p:cNvSpPr>
          <p:nvPr/>
        </p:nvSpPr>
        <p:spPr>
          <a:xfrm>
            <a:off x="4978777" y="2679834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2" name="Figure 3 plot object 41"/>
          <p:cNvSpPr>
            <a:spLocks noGrp="1"/>
          </p:cNvSpPr>
          <p:nvPr/>
        </p:nvSpPr>
        <p:spPr>
          <a:xfrm>
            <a:off x="5631518" y="228221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3" name="Figure 3 plot object 42"/>
          <p:cNvSpPr>
            <a:spLocks noGrp="1"/>
          </p:cNvSpPr>
          <p:nvPr/>
        </p:nvSpPr>
        <p:spPr>
          <a:xfrm>
            <a:off x="5675392" y="102971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4" name="Figure 3 plot object 43"/>
          <p:cNvSpPr>
            <a:spLocks noGrp="1"/>
          </p:cNvSpPr>
          <p:nvPr/>
        </p:nvSpPr>
        <p:spPr>
          <a:xfrm>
            <a:off x="5630782" y="167212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5" name="Figure 3 plot object 44"/>
          <p:cNvSpPr>
            <a:spLocks noGrp="1"/>
          </p:cNvSpPr>
          <p:nvPr/>
        </p:nvSpPr>
        <p:spPr>
          <a:xfrm>
            <a:off x="5056969" y="285825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6" name="Figure 3 plot object 45"/>
          <p:cNvSpPr>
            <a:spLocks noGrp="1"/>
          </p:cNvSpPr>
          <p:nvPr/>
        </p:nvSpPr>
        <p:spPr>
          <a:xfrm>
            <a:off x="5797770" y="164818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7" name="Figure 3 plot object 46"/>
          <p:cNvSpPr>
            <a:spLocks noGrp="1"/>
          </p:cNvSpPr>
          <p:nvPr/>
        </p:nvSpPr>
        <p:spPr>
          <a:xfrm>
            <a:off x="5254404" y="157491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8" name="Figure 3 plot object 47"/>
          <p:cNvSpPr>
            <a:spLocks noGrp="1"/>
          </p:cNvSpPr>
          <p:nvPr/>
        </p:nvSpPr>
        <p:spPr>
          <a:xfrm>
            <a:off x="5299953" y="175268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49" name="Figure 3 plot object 48"/>
          <p:cNvSpPr>
            <a:spLocks noGrp="1"/>
          </p:cNvSpPr>
          <p:nvPr/>
        </p:nvSpPr>
        <p:spPr>
          <a:xfrm>
            <a:off x="4905422" y="207269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0" name="Figure 3 plot object 49"/>
          <p:cNvSpPr>
            <a:spLocks noGrp="1"/>
          </p:cNvSpPr>
          <p:nvPr/>
        </p:nvSpPr>
        <p:spPr>
          <a:xfrm>
            <a:off x="6486829" y="2674865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1" name="Figure 3 plot object 50"/>
          <p:cNvSpPr>
            <a:spLocks noGrp="1"/>
          </p:cNvSpPr>
          <p:nvPr/>
        </p:nvSpPr>
        <p:spPr>
          <a:xfrm>
            <a:off x="5980043" y="112510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2" name="Figure 3 plot object 51"/>
          <p:cNvSpPr>
            <a:spLocks noGrp="1"/>
          </p:cNvSpPr>
          <p:nvPr/>
        </p:nvSpPr>
        <p:spPr>
          <a:xfrm>
            <a:off x="5775559" y="1806165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3" name="Figure 3 plot object 52"/>
          <p:cNvSpPr>
            <a:spLocks noGrp="1"/>
          </p:cNvSpPr>
          <p:nvPr/>
        </p:nvSpPr>
        <p:spPr>
          <a:xfrm>
            <a:off x="5258897" y="205638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4" name="Figure 3 plot object 53"/>
          <p:cNvSpPr>
            <a:spLocks noGrp="1"/>
          </p:cNvSpPr>
          <p:nvPr/>
        </p:nvSpPr>
        <p:spPr>
          <a:xfrm>
            <a:off x="5521758" y="199586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5" name="Figure 3 plot object 54"/>
          <p:cNvSpPr>
            <a:spLocks noGrp="1"/>
          </p:cNvSpPr>
          <p:nvPr/>
        </p:nvSpPr>
        <p:spPr>
          <a:xfrm>
            <a:off x="5632461" y="2048601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6" name="Figure 3 plot object 55"/>
          <p:cNvSpPr>
            <a:spLocks noGrp="1"/>
          </p:cNvSpPr>
          <p:nvPr/>
        </p:nvSpPr>
        <p:spPr>
          <a:xfrm>
            <a:off x="5152687" y="1980275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7" name="Figure 3 plot object 56"/>
          <p:cNvSpPr>
            <a:spLocks noGrp="1"/>
          </p:cNvSpPr>
          <p:nvPr/>
        </p:nvSpPr>
        <p:spPr>
          <a:xfrm>
            <a:off x="6292919" y="167749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8" name="Figure 3 plot object 57"/>
          <p:cNvSpPr>
            <a:spLocks noGrp="1"/>
          </p:cNvSpPr>
          <p:nvPr/>
        </p:nvSpPr>
        <p:spPr>
          <a:xfrm>
            <a:off x="5706621" y="224010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59" name="Figure 3 plot object 58"/>
          <p:cNvSpPr>
            <a:spLocks noGrp="1"/>
          </p:cNvSpPr>
          <p:nvPr/>
        </p:nvSpPr>
        <p:spPr>
          <a:xfrm>
            <a:off x="5575480" y="247112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0" name="Figure 3 plot object 59"/>
          <p:cNvSpPr>
            <a:spLocks noGrp="1"/>
          </p:cNvSpPr>
          <p:nvPr/>
        </p:nvSpPr>
        <p:spPr>
          <a:xfrm>
            <a:off x="6233095" y="118134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1" name="Figure 3 plot object 60"/>
          <p:cNvSpPr>
            <a:spLocks noGrp="1"/>
          </p:cNvSpPr>
          <p:nvPr/>
        </p:nvSpPr>
        <p:spPr>
          <a:xfrm>
            <a:off x="5811655" y="1683647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2" name="Figure 3 plot object 61"/>
          <p:cNvSpPr>
            <a:spLocks noGrp="1"/>
          </p:cNvSpPr>
          <p:nvPr/>
        </p:nvSpPr>
        <p:spPr>
          <a:xfrm>
            <a:off x="4898920" y="274378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3" name="Figure 3 plot object 62"/>
          <p:cNvSpPr>
            <a:spLocks noGrp="1"/>
          </p:cNvSpPr>
          <p:nvPr/>
        </p:nvSpPr>
        <p:spPr>
          <a:xfrm>
            <a:off x="4994840" y="2104607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4" name="Figure 3 plot object 63"/>
          <p:cNvSpPr>
            <a:spLocks noGrp="1"/>
          </p:cNvSpPr>
          <p:nvPr/>
        </p:nvSpPr>
        <p:spPr>
          <a:xfrm>
            <a:off x="5589379" y="200773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5" name="Figure 3 plot object 64"/>
          <p:cNvSpPr>
            <a:spLocks noGrp="1"/>
          </p:cNvSpPr>
          <p:nvPr/>
        </p:nvSpPr>
        <p:spPr>
          <a:xfrm>
            <a:off x="4233609" y="232811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6" name="Figure 3 plot object 65"/>
          <p:cNvSpPr>
            <a:spLocks noGrp="1"/>
          </p:cNvSpPr>
          <p:nvPr/>
        </p:nvSpPr>
        <p:spPr>
          <a:xfrm>
            <a:off x="5830359" y="2120914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7" name="Figure 3 plot object 66"/>
          <p:cNvSpPr>
            <a:spLocks noGrp="1"/>
          </p:cNvSpPr>
          <p:nvPr/>
        </p:nvSpPr>
        <p:spPr>
          <a:xfrm>
            <a:off x="3994137" y="248148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8" name="Figure 3 plot object 67"/>
          <p:cNvSpPr>
            <a:spLocks noGrp="1"/>
          </p:cNvSpPr>
          <p:nvPr/>
        </p:nvSpPr>
        <p:spPr>
          <a:xfrm>
            <a:off x="4073514" y="256101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69" name="Figure 3 plot object 68"/>
          <p:cNvSpPr>
            <a:spLocks noGrp="1"/>
          </p:cNvSpPr>
          <p:nvPr/>
        </p:nvSpPr>
        <p:spPr>
          <a:xfrm>
            <a:off x="5259030" y="2787444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70" name="Figure 3 plot object 69"/>
          <p:cNvSpPr>
            <a:spLocks noGrp="1"/>
          </p:cNvSpPr>
          <p:nvPr/>
        </p:nvSpPr>
        <p:spPr>
          <a:xfrm>
            <a:off x="4650151" y="1746991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71" name="Figure 3 plot object 70"/>
          <p:cNvSpPr>
            <a:spLocks noGrp="1"/>
          </p:cNvSpPr>
          <p:nvPr/>
        </p:nvSpPr>
        <p:spPr>
          <a:xfrm>
            <a:off x="4941038" y="2642095"/>
            <a:ext cx="172306" cy="172306"/>
          </a:xfrm>
          <a:custGeom>
            <a:avLst/>
            <a:gdLst/>
            <a:ahLst/>
            <a:cxnLst/>
            <a:pathLst>
              <a:path w="172306" h="172306">
                <a:moveTo>
                  <a:pt x="86153" y="172306"/>
                </a:moveTo>
                <a:cubicBezTo>
                  <a:pt x="109001" y="172306"/>
                  <a:pt x="130917" y="163229"/>
                  <a:pt x="147073" y="147073"/>
                </a:cubicBezTo>
                <a:cubicBezTo>
                  <a:pt x="163229" y="130917"/>
                  <a:pt x="172306" y="109001"/>
                  <a:pt x="172306" y="86153"/>
                </a:cubicBezTo>
                <a:cubicBezTo>
                  <a:pt x="172306" y="63305"/>
                  <a:pt x="163229" y="41390"/>
                  <a:pt x="147073" y="25234"/>
                </a:cubicBezTo>
                <a:cubicBezTo>
                  <a:pt x="130917" y="9078"/>
                  <a:pt x="109001" y="0"/>
                  <a:pt x="86153" y="0"/>
                </a:cubicBezTo>
                <a:cubicBezTo>
                  <a:pt x="63305" y="0"/>
                  <a:pt x="41390" y="9078"/>
                  <a:pt x="25234" y="25234"/>
                </a:cubicBezTo>
                <a:cubicBezTo>
                  <a:pt x="9078" y="41390"/>
                  <a:pt x="0" y="63305"/>
                  <a:pt x="0" y="86153"/>
                </a:cubicBezTo>
                <a:cubicBezTo>
                  <a:pt x="0" y="109001"/>
                  <a:pt x="9078" y="130917"/>
                  <a:pt x="25234" y="147073"/>
                </a:cubicBezTo>
                <a:cubicBezTo>
                  <a:pt x="41390" y="163229"/>
                  <a:pt x="63305" y="172306"/>
                  <a:pt x="86153" y="172306"/>
                </a:cubicBezTo>
                <a:lnTo>
                  <a:pt x="86153" y="172306"/>
                </a:lnTo>
                <a:close/>
              </a:path>
            </a:pathLst>
          </a:custGeom>
          <a:noFill/>
          <a:ln w="15812">
            <a:solidFill>
              <a:srgbClr val="171717"/>
            </a:solidFill>
            <a:prstDash val="solid"/>
          </a:ln>
        </p:spPr>
      </p:sp>
      <p:sp>
        <p:nvSpPr>
          <p:cNvPr id="72" name="Figure 3 plot object 71"/>
          <p:cNvSpPr>
            <a:spLocks noGrp="1"/>
          </p:cNvSpPr>
          <p:nvPr/>
        </p:nvSpPr>
        <p:spPr>
          <a:xfrm>
            <a:off x="7914660" y="880110"/>
            <a:ext cx="3399687" cy="2428189"/>
          </a:xfrm>
          <a:custGeom>
            <a:avLst/>
            <a:gdLst/>
            <a:ahLst/>
            <a:cxnLst/>
            <a:pathLst>
              <a:path w="3399687" h="2428189">
                <a:moveTo>
                  <a:pt x="0" y="2428189"/>
                </a:moveTo>
                <a:lnTo>
                  <a:pt x="3399687" y="2428189"/>
                </a:lnTo>
                <a:lnTo>
                  <a:pt x="33996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73" name="Figure 3 plot object 72"/>
          <p:cNvSpPr>
            <a:spLocks noGrp="1"/>
          </p:cNvSpPr>
          <p:nvPr/>
        </p:nvSpPr>
        <p:spPr>
          <a:xfrm>
            <a:off x="8339621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74" name="−0.06"/>
          <p:cNvSpPr>
            <a:spLocks noGrp="1"/>
          </p:cNvSpPr>
          <p:nvPr/>
        </p:nvSpPr>
        <p:spPr>
          <a:xfrm>
            <a:off x="8159266" y="3387944"/>
            <a:ext cx="43186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−0.06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5" name="Figure 3 plot object 74"/>
          <p:cNvSpPr>
            <a:spLocks noGrp="1"/>
          </p:cNvSpPr>
          <p:nvPr/>
        </p:nvSpPr>
        <p:spPr>
          <a:xfrm>
            <a:off x="8977062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76" name="−0.03"/>
          <p:cNvSpPr>
            <a:spLocks noGrp="1"/>
          </p:cNvSpPr>
          <p:nvPr/>
        </p:nvSpPr>
        <p:spPr>
          <a:xfrm>
            <a:off x="8796707" y="3387944"/>
            <a:ext cx="43186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−0.03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7" name="Figure 3 plot object 76"/>
          <p:cNvSpPr>
            <a:spLocks noGrp="1"/>
          </p:cNvSpPr>
          <p:nvPr/>
        </p:nvSpPr>
        <p:spPr>
          <a:xfrm>
            <a:off x="9614503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78" name="0.00"/>
          <p:cNvSpPr>
            <a:spLocks noGrp="1"/>
          </p:cNvSpPr>
          <p:nvPr/>
        </p:nvSpPr>
        <p:spPr>
          <a:xfrm>
            <a:off x="9476149" y="3387944"/>
            <a:ext cx="347862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0.00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9" name="Figure 3 plot object 78"/>
          <p:cNvSpPr>
            <a:spLocks noGrp="1"/>
          </p:cNvSpPr>
          <p:nvPr/>
        </p:nvSpPr>
        <p:spPr>
          <a:xfrm>
            <a:off x="10251945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0" name="0.03"/>
          <p:cNvSpPr>
            <a:spLocks noGrp="1"/>
          </p:cNvSpPr>
          <p:nvPr/>
        </p:nvSpPr>
        <p:spPr>
          <a:xfrm>
            <a:off x="10113590" y="3387944"/>
            <a:ext cx="347862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0.03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1" name="Figure 3 plot object 80"/>
          <p:cNvSpPr>
            <a:spLocks noGrp="1"/>
          </p:cNvSpPr>
          <p:nvPr/>
        </p:nvSpPr>
        <p:spPr>
          <a:xfrm>
            <a:off x="10889386" y="3308299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2" name="0.06"/>
          <p:cNvSpPr>
            <a:spLocks noGrp="1"/>
          </p:cNvSpPr>
          <p:nvPr/>
        </p:nvSpPr>
        <p:spPr>
          <a:xfrm>
            <a:off x="10751032" y="3387944"/>
            <a:ext cx="347862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0.06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3" name="Retest score: Optimization - Discovery"/>
          <p:cNvSpPr>
            <a:spLocks noGrp="1"/>
          </p:cNvSpPr>
          <p:nvPr/>
        </p:nvSpPr>
        <p:spPr>
          <a:xfrm>
            <a:off x="8405495" y="3626485"/>
            <a:ext cx="287210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Retest score: Optimization - Discovery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4" name="Figure 3 plot object 83"/>
          <p:cNvSpPr>
            <a:spLocks noGrp="1"/>
          </p:cNvSpPr>
          <p:nvPr/>
        </p:nvSpPr>
        <p:spPr>
          <a:xfrm>
            <a:off x="7865247" y="3197927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5" name="−0.2"/>
          <p:cNvSpPr>
            <a:spLocks noGrp="1"/>
          </p:cNvSpPr>
          <p:nvPr/>
        </p:nvSpPr>
        <p:spPr>
          <a:xfrm>
            <a:off x="7524303" y="3117935"/>
            <a:ext cx="352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−0.2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6" name="Figure 3 plot object 85"/>
          <p:cNvSpPr>
            <a:spLocks noGrp="1"/>
          </p:cNvSpPr>
          <p:nvPr/>
        </p:nvSpPr>
        <p:spPr>
          <a:xfrm>
            <a:off x="7865247" y="2646066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7" name="−0.1"/>
          <p:cNvSpPr>
            <a:spLocks noGrp="1"/>
          </p:cNvSpPr>
          <p:nvPr/>
        </p:nvSpPr>
        <p:spPr>
          <a:xfrm>
            <a:off x="7521832" y="2566074"/>
            <a:ext cx="35527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−0.1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8" name="Figure 3 plot object 87"/>
          <p:cNvSpPr>
            <a:spLocks noGrp="1"/>
          </p:cNvSpPr>
          <p:nvPr/>
        </p:nvSpPr>
        <p:spPr>
          <a:xfrm>
            <a:off x="7865247" y="2094205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89" name="0.0"/>
          <p:cNvSpPr>
            <a:spLocks noGrp="1"/>
          </p:cNvSpPr>
          <p:nvPr/>
        </p:nvSpPr>
        <p:spPr>
          <a:xfrm>
            <a:off x="7608304" y="2014212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0" name="Figure 3 plot object 89"/>
          <p:cNvSpPr>
            <a:spLocks noGrp="1"/>
          </p:cNvSpPr>
          <p:nvPr/>
        </p:nvSpPr>
        <p:spPr>
          <a:xfrm>
            <a:off x="7865247" y="1542343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91" name="0.1"/>
          <p:cNvSpPr>
            <a:spLocks noGrp="1"/>
          </p:cNvSpPr>
          <p:nvPr/>
        </p:nvSpPr>
        <p:spPr>
          <a:xfrm>
            <a:off x="7605833" y="1462351"/>
            <a:ext cx="27127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2" name="Figure 3 plot object 91"/>
          <p:cNvSpPr>
            <a:spLocks noGrp="1"/>
          </p:cNvSpPr>
          <p:nvPr/>
        </p:nvSpPr>
        <p:spPr>
          <a:xfrm>
            <a:off x="7865247" y="990482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93" name="0.2"/>
          <p:cNvSpPr>
            <a:spLocks noGrp="1"/>
          </p:cNvSpPr>
          <p:nvPr/>
        </p:nvSpPr>
        <p:spPr>
          <a:xfrm>
            <a:off x="7608304" y="910490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4" name="Score MAE: Discovery - Optimization"/>
          <p:cNvSpPr>
            <a:spLocks noGrp="1"/>
          </p:cNvSpPr>
          <p:nvPr/>
        </p:nvSpPr>
        <p:spPr>
          <a:xfrm rot="-5400000">
            <a:off x="6164623" y="2249590"/>
            <a:ext cx="2433059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Score MAE: Discovery - Optimization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5" name="Figure 3 plot object 94"/>
          <p:cNvSpPr>
            <a:spLocks noGrp="1"/>
          </p:cNvSpPr>
          <p:nvPr/>
        </p:nvSpPr>
        <p:spPr>
          <a:xfrm>
            <a:off x="9614503" y="880110"/>
            <a:ext cx="20" cy="2428189"/>
          </a:xfrm>
          <a:custGeom>
            <a:avLst/>
            <a:gdLst/>
            <a:ahLst/>
            <a:cxnLst/>
            <a:pathLst>
              <a:path w="20" h="2428189">
                <a:moveTo>
                  <a:pt x="0" y="2428189"/>
                </a:moveTo>
                <a:lnTo>
                  <a:pt x="0" y="0"/>
                </a:lnTo>
              </a:path>
            </a:pathLst>
          </a:custGeom>
          <a:noFill/>
          <a:ln w="12847">
            <a:solidFill>
              <a:srgbClr val="828282"/>
            </a:solidFill>
            <a:custDash>
              <a:ds d="300000" sp="300000"/>
            </a:custDash>
          </a:ln>
        </p:spPr>
      </p:sp>
      <p:sp>
        <p:nvSpPr>
          <p:cNvPr id="96" name="Figure 3 plot object 95"/>
          <p:cNvSpPr>
            <a:spLocks noGrp="1"/>
          </p:cNvSpPr>
          <p:nvPr/>
        </p:nvSpPr>
        <p:spPr>
          <a:xfrm>
            <a:off x="7914660" y="2094205"/>
            <a:ext cx="3399687" cy="20"/>
          </a:xfrm>
          <a:custGeom>
            <a:avLst/>
            <a:gdLst/>
            <a:ahLst/>
            <a:cxnLst/>
            <a:pathLst>
              <a:path w="3399687" h="20">
                <a:moveTo>
                  <a:pt x="0" y="0"/>
                </a:moveTo>
                <a:lnTo>
                  <a:pt x="3399687" y="0"/>
                </a:lnTo>
              </a:path>
            </a:pathLst>
          </a:custGeom>
          <a:noFill/>
          <a:ln w="12847">
            <a:solidFill>
              <a:srgbClr val="828282"/>
            </a:solidFill>
            <a:custDash>
              <a:ds d="300000" sp="300000"/>
            </a:custDash>
          </a:ln>
        </p:spPr>
      </p:sp>
      <p:sp>
        <p:nvSpPr>
          <p:cNvPr id="97" name="Figure 3 plot object 96"/>
          <p:cNvSpPr>
            <a:spLocks noGrp="1"/>
          </p:cNvSpPr>
          <p:nvPr/>
        </p:nvSpPr>
        <p:spPr>
          <a:xfrm>
            <a:off x="8004515" y="923822"/>
            <a:ext cx="1419739" cy="321134"/>
          </a:xfrm>
          <a:custGeom>
            <a:avLst/>
            <a:gdLst/>
            <a:ahLst/>
            <a:cxnLst/>
            <a:pathLst>
              <a:path w="1419739" h="321134">
                <a:moveTo>
                  <a:pt x="0" y="321134"/>
                </a:moveTo>
                <a:lnTo>
                  <a:pt x="1419739" y="321134"/>
                </a:lnTo>
                <a:lnTo>
                  <a:pt x="14197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00" name="Figure 3 plot object 99"/>
          <p:cNvSpPr>
            <a:spLocks noGrp="1"/>
          </p:cNvSpPr>
          <p:nvPr/>
        </p:nvSpPr>
        <p:spPr>
          <a:xfrm>
            <a:off x="10731933" y="923822"/>
            <a:ext cx="492558" cy="319438"/>
          </a:xfrm>
          <a:custGeom>
            <a:avLst/>
            <a:gdLst/>
            <a:ahLst/>
            <a:cxnLst/>
            <a:pathLst>
              <a:path w="492558" h="319438">
                <a:moveTo>
                  <a:pt x="0" y="319438"/>
                </a:moveTo>
                <a:lnTo>
                  <a:pt x="492558" y="319438"/>
                </a:lnTo>
                <a:lnTo>
                  <a:pt x="492558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03" name="Figure 3 plot object 102"/>
          <p:cNvSpPr>
            <a:spLocks noGrp="1"/>
          </p:cNvSpPr>
          <p:nvPr/>
        </p:nvSpPr>
        <p:spPr>
          <a:xfrm>
            <a:off x="8004515" y="2945149"/>
            <a:ext cx="485192" cy="319438"/>
          </a:xfrm>
          <a:custGeom>
            <a:avLst/>
            <a:gdLst/>
            <a:ahLst/>
            <a:cxnLst/>
            <a:pathLst>
              <a:path w="485192" h="319438">
                <a:moveTo>
                  <a:pt x="0" y="319438"/>
                </a:moveTo>
                <a:lnTo>
                  <a:pt x="485192" y="319438"/>
                </a:lnTo>
                <a:lnTo>
                  <a:pt x="48519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06" name="Figure 3 plot object 105"/>
          <p:cNvSpPr>
            <a:spLocks noGrp="1"/>
          </p:cNvSpPr>
          <p:nvPr/>
        </p:nvSpPr>
        <p:spPr>
          <a:xfrm>
            <a:off x="9804752" y="2943453"/>
            <a:ext cx="1419739" cy="321134"/>
          </a:xfrm>
          <a:custGeom>
            <a:avLst/>
            <a:gdLst/>
            <a:ahLst/>
            <a:cxnLst/>
            <a:pathLst>
              <a:path w="1419739" h="321134">
                <a:moveTo>
                  <a:pt x="0" y="321134"/>
                </a:moveTo>
                <a:lnTo>
                  <a:pt x="1419739" y="321134"/>
                </a:lnTo>
                <a:lnTo>
                  <a:pt x="14197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09" name="Figure 3 plot object 108"/>
          <p:cNvSpPr>
            <a:spLocks noGrp="1"/>
          </p:cNvSpPr>
          <p:nvPr/>
        </p:nvSpPr>
        <p:spPr>
          <a:xfrm>
            <a:off x="7914660" y="880110"/>
            <a:ext cx="20" cy="2428189"/>
          </a:xfrm>
          <a:custGeom>
            <a:avLst/>
            <a:gdLst/>
            <a:ahLst/>
            <a:cxnLst/>
            <a:pathLst>
              <a:path w="20" h="2428189">
                <a:moveTo>
                  <a:pt x="0" y="2428189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110" name="Figure 3 plot object 109"/>
          <p:cNvSpPr>
            <a:spLocks noGrp="1"/>
          </p:cNvSpPr>
          <p:nvPr/>
        </p:nvSpPr>
        <p:spPr>
          <a:xfrm>
            <a:off x="7914660" y="3308299"/>
            <a:ext cx="3399687" cy="20"/>
          </a:xfrm>
          <a:custGeom>
            <a:avLst/>
            <a:gdLst/>
            <a:ahLst/>
            <a:cxnLst/>
            <a:pathLst>
              <a:path w="3399687" h="20">
                <a:moveTo>
                  <a:pt x="0" y="0"/>
                </a:moveTo>
                <a:lnTo>
                  <a:pt x="3399687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111" name="Figure 3 plot object 110"/>
          <p:cNvSpPr>
            <a:spLocks noGrp="1"/>
          </p:cNvSpPr>
          <p:nvPr/>
        </p:nvSpPr>
        <p:spPr>
          <a:xfrm>
            <a:off x="10411298" y="244451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2" name="Figure 3 plot object 111"/>
          <p:cNvSpPr>
            <a:spLocks noGrp="1"/>
          </p:cNvSpPr>
          <p:nvPr/>
        </p:nvSpPr>
        <p:spPr>
          <a:xfrm>
            <a:off x="8534239" y="213316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3" name="Figure 3 plot object 112"/>
          <p:cNvSpPr>
            <a:spLocks noGrp="1"/>
          </p:cNvSpPr>
          <p:nvPr/>
        </p:nvSpPr>
        <p:spPr>
          <a:xfrm>
            <a:off x="9784630" y="177537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4" name="Figure 3 plot object 113"/>
          <p:cNvSpPr>
            <a:spLocks noGrp="1"/>
          </p:cNvSpPr>
          <p:nvPr/>
        </p:nvSpPr>
        <p:spPr>
          <a:xfrm>
            <a:off x="10858783" y="216610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5" name="Figure 3 plot object 114"/>
          <p:cNvSpPr>
            <a:spLocks noGrp="1"/>
          </p:cNvSpPr>
          <p:nvPr/>
        </p:nvSpPr>
        <p:spPr>
          <a:xfrm>
            <a:off x="9279809" y="192990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6" name="Figure 3 plot object 115"/>
          <p:cNvSpPr>
            <a:spLocks noGrp="1"/>
          </p:cNvSpPr>
          <p:nvPr/>
        </p:nvSpPr>
        <p:spPr>
          <a:xfrm>
            <a:off x="9856162" y="2407885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7" name="Figure 3 plot object 116"/>
          <p:cNvSpPr>
            <a:spLocks noGrp="1"/>
          </p:cNvSpPr>
          <p:nvPr/>
        </p:nvSpPr>
        <p:spPr>
          <a:xfrm>
            <a:off x="9426030" y="238046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8" name="Figure 3 plot object 117"/>
          <p:cNvSpPr>
            <a:spLocks noGrp="1"/>
          </p:cNvSpPr>
          <p:nvPr/>
        </p:nvSpPr>
        <p:spPr>
          <a:xfrm>
            <a:off x="8966899" y="242211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19" name="Figure 3 plot object 118"/>
          <p:cNvSpPr>
            <a:spLocks noGrp="1"/>
          </p:cNvSpPr>
          <p:nvPr/>
        </p:nvSpPr>
        <p:spPr>
          <a:xfrm>
            <a:off x="8944625" y="2101897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0" name="Figure 3 plot object 119"/>
          <p:cNvSpPr>
            <a:spLocks noGrp="1"/>
          </p:cNvSpPr>
          <p:nvPr/>
        </p:nvSpPr>
        <p:spPr>
          <a:xfrm>
            <a:off x="9511738" y="227860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637482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1" name="Figure 3 plot object 120"/>
          <p:cNvSpPr>
            <a:spLocks noGrp="1"/>
          </p:cNvSpPr>
          <p:nvPr/>
        </p:nvSpPr>
        <p:spPr>
          <a:xfrm>
            <a:off x="9367428" y="225767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2" name="Figure 3 plot object 121"/>
          <p:cNvSpPr>
            <a:spLocks noGrp="1"/>
          </p:cNvSpPr>
          <p:nvPr/>
        </p:nvSpPr>
        <p:spPr>
          <a:xfrm>
            <a:off x="9180096" y="215321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3" name="Figure 3 plot object 122"/>
          <p:cNvSpPr>
            <a:spLocks noGrp="1"/>
          </p:cNvSpPr>
          <p:nvPr/>
        </p:nvSpPr>
        <p:spPr>
          <a:xfrm>
            <a:off x="8410669" y="2080107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4" name="Figure 3 plot object 123"/>
          <p:cNvSpPr>
            <a:spLocks noGrp="1"/>
          </p:cNvSpPr>
          <p:nvPr/>
        </p:nvSpPr>
        <p:spPr>
          <a:xfrm>
            <a:off x="10590100" y="2078840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5" name="Figure 3 plot object 124"/>
          <p:cNvSpPr>
            <a:spLocks noGrp="1"/>
          </p:cNvSpPr>
          <p:nvPr/>
        </p:nvSpPr>
        <p:spPr>
          <a:xfrm>
            <a:off x="9610681" y="174947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6" name="Figure 3 plot object 125"/>
          <p:cNvSpPr>
            <a:spLocks noGrp="1"/>
          </p:cNvSpPr>
          <p:nvPr/>
        </p:nvSpPr>
        <p:spPr>
          <a:xfrm>
            <a:off x="9304818" y="197691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7" name="Figure 3 plot object 126"/>
          <p:cNvSpPr>
            <a:spLocks noGrp="1"/>
          </p:cNvSpPr>
          <p:nvPr/>
        </p:nvSpPr>
        <p:spPr>
          <a:xfrm>
            <a:off x="8952336" y="197987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8" name="Figure 3 plot object 127"/>
          <p:cNvSpPr>
            <a:spLocks noGrp="1"/>
          </p:cNvSpPr>
          <p:nvPr/>
        </p:nvSpPr>
        <p:spPr>
          <a:xfrm>
            <a:off x="9871548" y="208770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29" name="Figure 3 plot object 128"/>
          <p:cNvSpPr>
            <a:spLocks noGrp="1"/>
          </p:cNvSpPr>
          <p:nvPr/>
        </p:nvSpPr>
        <p:spPr>
          <a:xfrm>
            <a:off x="9154455" y="3036954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0" name="Figure 3 plot object 129"/>
          <p:cNvSpPr>
            <a:spLocks noGrp="1"/>
          </p:cNvSpPr>
          <p:nvPr/>
        </p:nvSpPr>
        <p:spPr>
          <a:xfrm>
            <a:off x="9432734" y="220991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277F8A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1" name="Figure 3 plot object 130"/>
          <p:cNvSpPr>
            <a:spLocks noGrp="1"/>
          </p:cNvSpPr>
          <p:nvPr/>
        </p:nvSpPr>
        <p:spPr>
          <a:xfrm>
            <a:off x="8841841" y="233931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2" name="Figure 3 plot object 131"/>
          <p:cNvSpPr>
            <a:spLocks noGrp="1"/>
          </p:cNvSpPr>
          <p:nvPr/>
        </p:nvSpPr>
        <p:spPr>
          <a:xfrm>
            <a:off x="9013217" y="1805741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3" name="Figure 3 plot object 132"/>
          <p:cNvSpPr>
            <a:spLocks noGrp="1"/>
          </p:cNvSpPr>
          <p:nvPr/>
        </p:nvSpPr>
        <p:spPr>
          <a:xfrm>
            <a:off x="8798331" y="205778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4" name="Figure 3 plot object 133"/>
          <p:cNvSpPr>
            <a:spLocks noGrp="1"/>
          </p:cNvSpPr>
          <p:nvPr/>
        </p:nvSpPr>
        <p:spPr>
          <a:xfrm>
            <a:off x="9117787" y="2215769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5" name="Figure 3 plot object 134"/>
          <p:cNvSpPr>
            <a:spLocks noGrp="1"/>
          </p:cNvSpPr>
          <p:nvPr/>
        </p:nvSpPr>
        <p:spPr>
          <a:xfrm>
            <a:off x="8975281" y="229897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6" name="Figure 3 plot object 135"/>
          <p:cNvSpPr>
            <a:spLocks noGrp="1"/>
          </p:cNvSpPr>
          <p:nvPr/>
        </p:nvSpPr>
        <p:spPr>
          <a:xfrm>
            <a:off x="10820191" y="2035323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7" name="Figure 3 plot object 136"/>
          <p:cNvSpPr>
            <a:spLocks noGrp="1"/>
          </p:cNvSpPr>
          <p:nvPr/>
        </p:nvSpPr>
        <p:spPr>
          <a:xfrm>
            <a:off x="8780904" y="2512608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8" name="Figure 3 plot object 137"/>
          <p:cNvSpPr>
            <a:spLocks noGrp="1"/>
          </p:cNvSpPr>
          <p:nvPr/>
        </p:nvSpPr>
        <p:spPr>
          <a:xfrm>
            <a:off x="9392565" y="2190562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39" name="Figure 3 plot object 138"/>
          <p:cNvSpPr>
            <a:spLocks noGrp="1"/>
          </p:cNvSpPr>
          <p:nvPr/>
        </p:nvSpPr>
        <p:spPr>
          <a:xfrm>
            <a:off x="9011465" y="2132256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40" name="Figure 3 plot object 139"/>
          <p:cNvSpPr>
            <a:spLocks noGrp="1"/>
          </p:cNvSpPr>
          <p:nvPr/>
        </p:nvSpPr>
        <p:spPr>
          <a:xfrm>
            <a:off x="10616754" y="1903951"/>
            <a:ext cx="96828" cy="96828"/>
          </a:xfrm>
          <a:custGeom>
            <a:avLst/>
            <a:gdLst/>
            <a:ahLst/>
            <a:cxnLst/>
            <a:pathLst>
              <a:path w="96828" h="96828">
                <a:moveTo>
                  <a:pt x="48414" y="96828"/>
                </a:moveTo>
                <a:cubicBezTo>
                  <a:pt x="61253" y="96828"/>
                  <a:pt x="73569" y="91727"/>
                  <a:pt x="82648" y="82648"/>
                </a:cubicBezTo>
                <a:cubicBezTo>
                  <a:pt x="91727" y="73569"/>
                  <a:pt x="96828" y="61253"/>
                  <a:pt x="96828" y="48414"/>
                </a:cubicBezTo>
                <a:cubicBezTo>
                  <a:pt x="96828" y="35574"/>
                  <a:pt x="91727" y="23259"/>
                  <a:pt x="82648" y="14180"/>
                </a:cubicBezTo>
                <a:cubicBezTo>
                  <a:pt x="73569" y="5101"/>
                  <a:pt x="61253" y="0"/>
                  <a:pt x="48414" y="0"/>
                </a:cubicBezTo>
                <a:cubicBezTo>
                  <a:pt x="35574" y="0"/>
                  <a:pt x="23259" y="5101"/>
                  <a:pt x="14180" y="14180"/>
                </a:cubicBezTo>
                <a:cubicBezTo>
                  <a:pt x="5101" y="23259"/>
                  <a:pt x="0" y="35574"/>
                  <a:pt x="0" y="48414"/>
                </a:cubicBezTo>
                <a:cubicBezTo>
                  <a:pt x="0" y="61253"/>
                  <a:pt x="5101" y="73569"/>
                  <a:pt x="14180" y="82648"/>
                </a:cubicBezTo>
                <a:cubicBezTo>
                  <a:pt x="23259" y="91727"/>
                  <a:pt x="35574" y="96828"/>
                  <a:pt x="48414" y="96828"/>
                </a:cubicBezTo>
                <a:close/>
              </a:path>
            </a:pathLst>
          </a:custGeom>
          <a:solidFill>
            <a:srgbClr val="BC7850"/>
          </a:solidFill>
          <a:ln w="8894">
            <a:solidFill>
              <a:srgbClr val="FFFFFF"/>
            </a:solidFill>
            <a:prstDash val="solid"/>
          </a:ln>
        </p:spPr>
      </p:sp>
      <p:sp>
        <p:nvSpPr>
          <p:cNvPr id="141" name="Figure 3 plot object 140"/>
          <p:cNvSpPr>
            <a:spLocks noGrp="1"/>
          </p:cNvSpPr>
          <p:nvPr/>
        </p:nvSpPr>
        <p:spPr>
          <a:xfrm>
            <a:off x="3136721" y="4751857"/>
            <a:ext cx="7212850" cy="1762049"/>
          </a:xfrm>
          <a:custGeom>
            <a:avLst/>
            <a:gdLst/>
            <a:ahLst/>
            <a:cxnLst/>
            <a:pathLst>
              <a:path w="7212850" h="1762049">
                <a:moveTo>
                  <a:pt x="0" y="1762049"/>
                </a:moveTo>
                <a:lnTo>
                  <a:pt x="7212850" y="1762049"/>
                </a:lnTo>
                <a:lnTo>
                  <a:pt x="721285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142" name="Figure 3 plot object 141"/>
          <p:cNvSpPr>
            <a:spLocks noGrp="1"/>
          </p:cNvSpPr>
          <p:nvPr/>
        </p:nvSpPr>
        <p:spPr>
          <a:xfrm>
            <a:off x="3366104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43" name="1"/>
          <p:cNvSpPr>
            <a:spLocks noGrp="1"/>
          </p:cNvSpPr>
          <p:nvPr/>
        </p:nvSpPr>
        <p:spPr>
          <a:xfrm>
            <a:off x="3325339" y="6593551"/>
            <a:ext cx="15268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4" name="Figure 3 plot object 143"/>
          <p:cNvSpPr>
            <a:spLocks noGrp="1"/>
          </p:cNvSpPr>
          <p:nvPr/>
        </p:nvSpPr>
        <p:spPr>
          <a:xfrm>
            <a:off x="3875847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45" name="2"/>
          <p:cNvSpPr>
            <a:spLocks noGrp="1"/>
          </p:cNvSpPr>
          <p:nvPr/>
        </p:nvSpPr>
        <p:spPr>
          <a:xfrm>
            <a:off x="3836317" y="6593551"/>
            <a:ext cx="15021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6" name="Figure 3 plot object 145"/>
          <p:cNvSpPr>
            <a:spLocks noGrp="1"/>
          </p:cNvSpPr>
          <p:nvPr/>
        </p:nvSpPr>
        <p:spPr>
          <a:xfrm>
            <a:off x="4385589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47" name="3"/>
          <p:cNvSpPr>
            <a:spLocks noGrp="1"/>
          </p:cNvSpPr>
          <p:nvPr/>
        </p:nvSpPr>
        <p:spPr>
          <a:xfrm>
            <a:off x="4346059" y="6593551"/>
            <a:ext cx="15021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3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8" name="Figure 3 plot object 147"/>
          <p:cNvSpPr>
            <a:spLocks noGrp="1"/>
          </p:cNvSpPr>
          <p:nvPr/>
        </p:nvSpPr>
        <p:spPr>
          <a:xfrm>
            <a:off x="4895331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49" name="4"/>
          <p:cNvSpPr>
            <a:spLocks noGrp="1"/>
          </p:cNvSpPr>
          <p:nvPr/>
        </p:nvSpPr>
        <p:spPr>
          <a:xfrm>
            <a:off x="4854566" y="6593551"/>
            <a:ext cx="15268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0" name="Figure 3 plot object 149"/>
          <p:cNvSpPr>
            <a:spLocks noGrp="1"/>
          </p:cNvSpPr>
          <p:nvPr/>
        </p:nvSpPr>
        <p:spPr>
          <a:xfrm>
            <a:off x="5405073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1" name="5"/>
          <p:cNvSpPr>
            <a:spLocks noGrp="1"/>
          </p:cNvSpPr>
          <p:nvPr/>
        </p:nvSpPr>
        <p:spPr>
          <a:xfrm>
            <a:off x="5364308" y="6593551"/>
            <a:ext cx="15268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2" name="Figure 3 plot object 151"/>
          <p:cNvSpPr>
            <a:spLocks noGrp="1"/>
          </p:cNvSpPr>
          <p:nvPr/>
        </p:nvSpPr>
        <p:spPr>
          <a:xfrm>
            <a:off x="5914815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3" name="6"/>
          <p:cNvSpPr>
            <a:spLocks noGrp="1"/>
          </p:cNvSpPr>
          <p:nvPr/>
        </p:nvSpPr>
        <p:spPr>
          <a:xfrm>
            <a:off x="5875285" y="6593551"/>
            <a:ext cx="15021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6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4" name="Figure 3 plot object 153"/>
          <p:cNvSpPr>
            <a:spLocks noGrp="1"/>
          </p:cNvSpPr>
          <p:nvPr/>
        </p:nvSpPr>
        <p:spPr>
          <a:xfrm>
            <a:off x="6424557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5" name="7"/>
          <p:cNvSpPr>
            <a:spLocks noGrp="1"/>
          </p:cNvSpPr>
          <p:nvPr/>
        </p:nvSpPr>
        <p:spPr>
          <a:xfrm>
            <a:off x="6383792" y="6593551"/>
            <a:ext cx="152684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7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6" name="Figure 3 plot object 155"/>
          <p:cNvSpPr>
            <a:spLocks noGrp="1"/>
          </p:cNvSpPr>
          <p:nvPr/>
        </p:nvSpPr>
        <p:spPr>
          <a:xfrm>
            <a:off x="6934299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7" name="8"/>
          <p:cNvSpPr>
            <a:spLocks noGrp="1"/>
          </p:cNvSpPr>
          <p:nvPr/>
        </p:nvSpPr>
        <p:spPr>
          <a:xfrm>
            <a:off x="6894769" y="6593551"/>
            <a:ext cx="15021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8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8" name="Figure 3 plot object 157"/>
          <p:cNvSpPr>
            <a:spLocks noGrp="1"/>
          </p:cNvSpPr>
          <p:nvPr/>
        </p:nvSpPr>
        <p:spPr>
          <a:xfrm>
            <a:off x="7444041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59" name="9"/>
          <p:cNvSpPr>
            <a:spLocks noGrp="1"/>
          </p:cNvSpPr>
          <p:nvPr/>
        </p:nvSpPr>
        <p:spPr>
          <a:xfrm>
            <a:off x="7404511" y="6593551"/>
            <a:ext cx="15021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9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0" name="Figure 3 plot object 159"/>
          <p:cNvSpPr>
            <a:spLocks noGrp="1"/>
          </p:cNvSpPr>
          <p:nvPr/>
        </p:nvSpPr>
        <p:spPr>
          <a:xfrm>
            <a:off x="7953783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1" name="10"/>
          <p:cNvSpPr>
            <a:spLocks noGrp="1"/>
          </p:cNvSpPr>
          <p:nvPr/>
        </p:nvSpPr>
        <p:spPr>
          <a:xfrm>
            <a:off x="7873488" y="6593551"/>
            <a:ext cx="23174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2" name="Figure 3 plot object 161"/>
          <p:cNvSpPr>
            <a:spLocks noGrp="1"/>
          </p:cNvSpPr>
          <p:nvPr/>
        </p:nvSpPr>
        <p:spPr>
          <a:xfrm>
            <a:off x="8463525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3" name="11"/>
          <p:cNvSpPr>
            <a:spLocks noGrp="1"/>
          </p:cNvSpPr>
          <p:nvPr/>
        </p:nvSpPr>
        <p:spPr>
          <a:xfrm>
            <a:off x="8386936" y="6593551"/>
            <a:ext cx="224332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4" name="Figure 3 plot object 163"/>
          <p:cNvSpPr>
            <a:spLocks noGrp="1"/>
          </p:cNvSpPr>
          <p:nvPr/>
        </p:nvSpPr>
        <p:spPr>
          <a:xfrm>
            <a:off x="8973267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5" name="12"/>
          <p:cNvSpPr>
            <a:spLocks noGrp="1"/>
          </p:cNvSpPr>
          <p:nvPr/>
        </p:nvSpPr>
        <p:spPr>
          <a:xfrm>
            <a:off x="8892972" y="6593551"/>
            <a:ext cx="23174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6" name="Figure 3 plot object 165"/>
          <p:cNvSpPr>
            <a:spLocks noGrp="1"/>
          </p:cNvSpPr>
          <p:nvPr/>
        </p:nvSpPr>
        <p:spPr>
          <a:xfrm>
            <a:off x="9992751" y="6513906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7" name="Retest"/>
          <p:cNvSpPr>
            <a:spLocks noGrp="1"/>
          </p:cNvSpPr>
          <p:nvPr/>
        </p:nvSpPr>
        <p:spPr>
          <a:xfrm>
            <a:off x="9783985" y="6593551"/>
            <a:ext cx="488687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Retest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8" name="Figure 3 plot object 167"/>
          <p:cNvSpPr>
            <a:spLocks noGrp="1"/>
          </p:cNvSpPr>
          <p:nvPr/>
        </p:nvSpPr>
        <p:spPr>
          <a:xfrm>
            <a:off x="3087308" y="6428185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69" name="0.00"/>
          <p:cNvSpPr>
            <a:spLocks noGrp="1"/>
          </p:cNvSpPr>
          <p:nvPr/>
        </p:nvSpPr>
        <p:spPr>
          <a:xfrm>
            <a:off x="2751305" y="6348193"/>
            <a:ext cx="347862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0.00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0" name="Figure 3 plot object 169"/>
          <p:cNvSpPr>
            <a:spLocks noGrp="1"/>
          </p:cNvSpPr>
          <p:nvPr/>
        </p:nvSpPr>
        <p:spPr>
          <a:xfrm>
            <a:off x="3087308" y="5951956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71" name="0.25"/>
          <p:cNvSpPr>
            <a:spLocks noGrp="1"/>
          </p:cNvSpPr>
          <p:nvPr/>
        </p:nvSpPr>
        <p:spPr>
          <a:xfrm>
            <a:off x="2748834" y="5871963"/>
            <a:ext cx="35033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0.25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2" name="Figure 3 plot object 171"/>
          <p:cNvSpPr>
            <a:spLocks noGrp="1"/>
          </p:cNvSpPr>
          <p:nvPr/>
        </p:nvSpPr>
        <p:spPr>
          <a:xfrm>
            <a:off x="3087308" y="5475726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73" name="0.50"/>
          <p:cNvSpPr>
            <a:spLocks noGrp="1"/>
          </p:cNvSpPr>
          <p:nvPr/>
        </p:nvSpPr>
        <p:spPr>
          <a:xfrm>
            <a:off x="2748834" y="5395734"/>
            <a:ext cx="35033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0.50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4" name="Figure 3 plot object 173"/>
          <p:cNvSpPr>
            <a:spLocks noGrp="1"/>
          </p:cNvSpPr>
          <p:nvPr/>
        </p:nvSpPr>
        <p:spPr>
          <a:xfrm>
            <a:off x="3087308" y="4999497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175" name="0.75"/>
          <p:cNvSpPr>
            <a:spLocks noGrp="1"/>
          </p:cNvSpPr>
          <p:nvPr/>
        </p:nvSpPr>
        <p:spPr>
          <a:xfrm>
            <a:off x="2746364" y="4919504"/>
            <a:ext cx="352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0.75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6" name="Observed score"/>
          <p:cNvSpPr>
            <a:spLocks noGrp="1"/>
          </p:cNvSpPr>
          <p:nvPr/>
        </p:nvSpPr>
        <p:spPr>
          <a:xfrm rot="-5400000">
            <a:off x="2068045" y="5501248"/>
            <a:ext cx="1081634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Observed score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7" name="Figure 3 plot object 176"/>
          <p:cNvSpPr>
            <a:spLocks noGrp="1"/>
          </p:cNvSpPr>
          <p:nvPr/>
        </p:nvSpPr>
        <p:spPr>
          <a:xfrm>
            <a:off x="3366104" y="5074439"/>
            <a:ext cx="5607163" cy="1353745"/>
          </a:xfrm>
          <a:custGeom>
            <a:avLst/>
            <a:gdLst/>
            <a:ahLst/>
            <a:cxnLst/>
            <a:pathLst>
              <a:path w="5607163" h="1353745">
                <a:moveTo>
                  <a:pt x="0" y="1353745"/>
                </a:moveTo>
                <a:lnTo>
                  <a:pt x="509742" y="1034615"/>
                </a:lnTo>
                <a:lnTo>
                  <a:pt x="1019484" y="1353745"/>
                </a:lnTo>
                <a:lnTo>
                  <a:pt x="1529226" y="1256779"/>
                </a:lnTo>
                <a:lnTo>
                  <a:pt x="2038968" y="384127"/>
                </a:lnTo>
                <a:lnTo>
                  <a:pt x="2548710" y="1269372"/>
                </a:lnTo>
                <a:lnTo>
                  <a:pt x="3058452" y="1295371"/>
                </a:lnTo>
                <a:lnTo>
                  <a:pt x="3568195" y="1353745"/>
                </a:lnTo>
                <a:lnTo>
                  <a:pt x="4077937" y="434591"/>
                </a:lnTo>
                <a:lnTo>
                  <a:pt x="4587679" y="666682"/>
                </a:lnTo>
                <a:lnTo>
                  <a:pt x="5097421" y="197571"/>
                </a:lnTo>
                <a:lnTo>
                  <a:pt x="5607163" y="0"/>
                </a:lnTo>
              </a:path>
            </a:pathLst>
          </a:custGeom>
          <a:noFill/>
          <a:ln w="18777">
            <a:solidFill>
              <a:srgbClr val="657C99"/>
            </a:solidFill>
            <a:prstDash val="solid"/>
          </a:ln>
        </p:spPr>
      </p:sp>
      <p:sp>
        <p:nvSpPr>
          <p:cNvPr id="178" name="Figure 3 plot object 177"/>
          <p:cNvSpPr>
            <a:spLocks noGrp="1"/>
          </p:cNvSpPr>
          <p:nvPr/>
        </p:nvSpPr>
        <p:spPr>
          <a:xfrm>
            <a:off x="3335469" y="639754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79" name="Figure 3 plot object 178"/>
          <p:cNvSpPr>
            <a:spLocks noGrp="1"/>
          </p:cNvSpPr>
          <p:nvPr/>
        </p:nvSpPr>
        <p:spPr>
          <a:xfrm>
            <a:off x="3845211" y="607841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0" name="Figure 3 plot object 179"/>
          <p:cNvSpPr>
            <a:spLocks noGrp="1"/>
          </p:cNvSpPr>
          <p:nvPr/>
        </p:nvSpPr>
        <p:spPr>
          <a:xfrm>
            <a:off x="4354953" y="639754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1" name="Figure 3 plot object 180"/>
          <p:cNvSpPr>
            <a:spLocks noGrp="1"/>
          </p:cNvSpPr>
          <p:nvPr/>
        </p:nvSpPr>
        <p:spPr>
          <a:xfrm>
            <a:off x="4864695" y="6300582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2" name="Figure 3 plot object 181"/>
          <p:cNvSpPr>
            <a:spLocks noGrp="1"/>
          </p:cNvSpPr>
          <p:nvPr/>
        </p:nvSpPr>
        <p:spPr>
          <a:xfrm>
            <a:off x="5374437" y="5427931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3" name="Figure 3 plot object 182"/>
          <p:cNvSpPr>
            <a:spLocks noGrp="1"/>
          </p:cNvSpPr>
          <p:nvPr/>
        </p:nvSpPr>
        <p:spPr>
          <a:xfrm>
            <a:off x="5884179" y="631317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4" name="Figure 3 plot object 183"/>
          <p:cNvSpPr>
            <a:spLocks noGrp="1"/>
          </p:cNvSpPr>
          <p:nvPr/>
        </p:nvSpPr>
        <p:spPr>
          <a:xfrm>
            <a:off x="6393921" y="633917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5" name="Figure 3 plot object 184"/>
          <p:cNvSpPr>
            <a:spLocks noGrp="1"/>
          </p:cNvSpPr>
          <p:nvPr/>
        </p:nvSpPr>
        <p:spPr>
          <a:xfrm>
            <a:off x="6903663" y="639754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6" name="Figure 3 plot object 185"/>
          <p:cNvSpPr>
            <a:spLocks noGrp="1"/>
          </p:cNvSpPr>
          <p:nvPr/>
        </p:nvSpPr>
        <p:spPr>
          <a:xfrm>
            <a:off x="7413405" y="547839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7" name="Figure 3 plot object 186"/>
          <p:cNvSpPr>
            <a:spLocks noGrp="1"/>
          </p:cNvSpPr>
          <p:nvPr/>
        </p:nvSpPr>
        <p:spPr>
          <a:xfrm>
            <a:off x="7923148" y="5710486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8" name="Figure 3 plot object 187"/>
          <p:cNvSpPr>
            <a:spLocks noGrp="1"/>
          </p:cNvSpPr>
          <p:nvPr/>
        </p:nvSpPr>
        <p:spPr>
          <a:xfrm>
            <a:off x="8432890" y="524137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89" name="Figure 3 plot object 188"/>
          <p:cNvSpPr>
            <a:spLocks noGrp="1"/>
          </p:cNvSpPr>
          <p:nvPr/>
        </p:nvSpPr>
        <p:spPr>
          <a:xfrm>
            <a:off x="8942632" y="5043804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190" name="Figure 3 plot object 189"/>
          <p:cNvSpPr>
            <a:spLocks noGrp="1"/>
          </p:cNvSpPr>
          <p:nvPr/>
        </p:nvSpPr>
        <p:spPr>
          <a:xfrm>
            <a:off x="8973267" y="5061242"/>
            <a:ext cx="1019484" cy="13198"/>
          </a:xfrm>
          <a:custGeom>
            <a:avLst/>
            <a:gdLst/>
            <a:ahLst/>
            <a:cxnLst/>
            <a:pathLst>
              <a:path w="1019484" h="13198">
                <a:moveTo>
                  <a:pt x="0" y="13198"/>
                </a:moveTo>
                <a:lnTo>
                  <a:pt x="1019484" y="0"/>
                </a:lnTo>
              </a:path>
            </a:pathLst>
          </a:custGeom>
          <a:noFill/>
          <a:ln w="15812">
            <a:solidFill>
              <a:srgbClr val="657C99"/>
            </a:solidFill>
            <a:custDash>
              <a:ds d="200000" sp="200000"/>
            </a:custDash>
          </a:ln>
        </p:spPr>
      </p:sp>
      <p:sp>
        <p:nvSpPr>
          <p:cNvPr id="191" name="Figure 3 plot object 190"/>
          <p:cNvSpPr>
            <a:spLocks noGrp="1"/>
          </p:cNvSpPr>
          <p:nvPr/>
        </p:nvSpPr>
        <p:spPr>
          <a:xfrm>
            <a:off x="3366104" y="5001032"/>
            <a:ext cx="5607163" cy="1427152"/>
          </a:xfrm>
          <a:custGeom>
            <a:avLst/>
            <a:gdLst/>
            <a:ahLst/>
            <a:cxnLst/>
            <a:pathLst>
              <a:path w="5607163" h="1427152">
                <a:moveTo>
                  <a:pt x="0" y="406681"/>
                </a:moveTo>
                <a:lnTo>
                  <a:pt x="509742" y="889729"/>
                </a:lnTo>
                <a:lnTo>
                  <a:pt x="1019484" y="141462"/>
                </a:lnTo>
                <a:lnTo>
                  <a:pt x="1529226" y="829547"/>
                </a:lnTo>
                <a:lnTo>
                  <a:pt x="2038968" y="1362752"/>
                </a:lnTo>
                <a:lnTo>
                  <a:pt x="2548710" y="1346302"/>
                </a:lnTo>
                <a:lnTo>
                  <a:pt x="3058452" y="340425"/>
                </a:lnTo>
                <a:lnTo>
                  <a:pt x="3568195" y="1427152"/>
                </a:lnTo>
                <a:lnTo>
                  <a:pt x="4077937" y="50398"/>
                </a:lnTo>
                <a:lnTo>
                  <a:pt x="4587679" y="32837"/>
                </a:lnTo>
                <a:lnTo>
                  <a:pt x="5097421" y="65545"/>
                </a:lnTo>
                <a:lnTo>
                  <a:pt x="5607163" y="0"/>
                </a:lnTo>
              </a:path>
            </a:pathLst>
          </a:custGeom>
          <a:noFill/>
          <a:ln w="18777">
            <a:solidFill>
              <a:srgbClr val="19847B"/>
            </a:solidFill>
            <a:prstDash val="solid"/>
          </a:ln>
        </p:spPr>
      </p:sp>
      <p:sp>
        <p:nvSpPr>
          <p:cNvPr id="192" name="Figure 3 plot object 191"/>
          <p:cNvSpPr>
            <a:spLocks noGrp="1"/>
          </p:cNvSpPr>
          <p:nvPr/>
        </p:nvSpPr>
        <p:spPr>
          <a:xfrm>
            <a:off x="3335469" y="5377078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3" name="Figure 3 plot object 192"/>
          <p:cNvSpPr>
            <a:spLocks noGrp="1"/>
          </p:cNvSpPr>
          <p:nvPr/>
        </p:nvSpPr>
        <p:spPr>
          <a:xfrm>
            <a:off x="3845211" y="5860126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4" name="Figure 3 plot object 193"/>
          <p:cNvSpPr>
            <a:spLocks noGrp="1"/>
          </p:cNvSpPr>
          <p:nvPr/>
        </p:nvSpPr>
        <p:spPr>
          <a:xfrm>
            <a:off x="4354953" y="511185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5" name="Figure 3 plot object 194"/>
          <p:cNvSpPr>
            <a:spLocks noGrp="1"/>
          </p:cNvSpPr>
          <p:nvPr/>
        </p:nvSpPr>
        <p:spPr>
          <a:xfrm>
            <a:off x="4864695" y="5799943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6" name="Figure 3 plot object 195"/>
          <p:cNvSpPr>
            <a:spLocks noGrp="1"/>
          </p:cNvSpPr>
          <p:nvPr/>
        </p:nvSpPr>
        <p:spPr>
          <a:xfrm>
            <a:off x="5374437" y="6333148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7" name="Figure 3 plot object 196"/>
          <p:cNvSpPr>
            <a:spLocks noGrp="1"/>
          </p:cNvSpPr>
          <p:nvPr/>
        </p:nvSpPr>
        <p:spPr>
          <a:xfrm>
            <a:off x="5884179" y="631669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8" name="Figure 3 plot object 197"/>
          <p:cNvSpPr>
            <a:spLocks noGrp="1"/>
          </p:cNvSpPr>
          <p:nvPr/>
        </p:nvSpPr>
        <p:spPr>
          <a:xfrm>
            <a:off x="6393921" y="5310822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199" name="Figure 3 plot object 198"/>
          <p:cNvSpPr>
            <a:spLocks noGrp="1"/>
          </p:cNvSpPr>
          <p:nvPr/>
        </p:nvSpPr>
        <p:spPr>
          <a:xfrm>
            <a:off x="6903663" y="6397549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0" name="Figure 3 plot object 199"/>
          <p:cNvSpPr>
            <a:spLocks noGrp="1"/>
          </p:cNvSpPr>
          <p:nvPr/>
        </p:nvSpPr>
        <p:spPr>
          <a:xfrm>
            <a:off x="7413405" y="5020795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1" name="Figure 3 plot object 200"/>
          <p:cNvSpPr>
            <a:spLocks noGrp="1"/>
          </p:cNvSpPr>
          <p:nvPr/>
        </p:nvSpPr>
        <p:spPr>
          <a:xfrm>
            <a:off x="7923148" y="5003234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2" name="Figure 3 plot object 201"/>
          <p:cNvSpPr>
            <a:spLocks noGrp="1"/>
          </p:cNvSpPr>
          <p:nvPr/>
        </p:nvSpPr>
        <p:spPr>
          <a:xfrm>
            <a:off x="8432890" y="5035942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3" name="Figure 3 plot object 202"/>
          <p:cNvSpPr>
            <a:spLocks noGrp="1"/>
          </p:cNvSpPr>
          <p:nvPr/>
        </p:nvSpPr>
        <p:spPr>
          <a:xfrm>
            <a:off x="8942632" y="4970397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04" name="Figure 3 plot object 203"/>
          <p:cNvSpPr>
            <a:spLocks noGrp="1"/>
          </p:cNvSpPr>
          <p:nvPr/>
        </p:nvSpPr>
        <p:spPr>
          <a:xfrm>
            <a:off x="8973267" y="4987835"/>
            <a:ext cx="1019484" cy="13198"/>
          </a:xfrm>
          <a:custGeom>
            <a:avLst/>
            <a:gdLst/>
            <a:ahLst/>
            <a:cxnLst/>
            <a:pathLst>
              <a:path w="1019484" h="13198">
                <a:moveTo>
                  <a:pt x="0" y="13198"/>
                </a:moveTo>
                <a:lnTo>
                  <a:pt x="1019484" y="0"/>
                </a:lnTo>
              </a:path>
            </a:pathLst>
          </a:custGeom>
          <a:noFill/>
          <a:ln w="15812">
            <a:solidFill>
              <a:srgbClr val="19847B"/>
            </a:solidFill>
            <a:custDash>
              <a:ds d="200000" sp="200000"/>
            </a:custDash>
          </a:ln>
        </p:spPr>
      </p:sp>
      <p:sp>
        <p:nvSpPr>
          <p:cNvPr id="205" name="Figure 3 plot object 204"/>
          <p:cNvSpPr>
            <a:spLocks noGrp="1"/>
          </p:cNvSpPr>
          <p:nvPr/>
        </p:nvSpPr>
        <p:spPr>
          <a:xfrm>
            <a:off x="9381061" y="4751857"/>
            <a:ext cx="20" cy="1762049"/>
          </a:xfrm>
          <a:custGeom>
            <a:avLst/>
            <a:gdLst/>
            <a:ahLst/>
            <a:cxnLst/>
            <a:pathLst>
              <a:path w="20" h="1762049">
                <a:moveTo>
                  <a:pt x="0" y="1762049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C0C0C0"/>
            </a:solidFill>
            <a:prstDash val="solid"/>
          </a:ln>
        </p:spPr>
      </p:sp>
      <p:sp>
        <p:nvSpPr>
          <p:cNvPr id="206" name="Figure 3 plot object 205"/>
          <p:cNvSpPr>
            <a:spLocks noGrp="1"/>
          </p:cNvSpPr>
          <p:nvPr/>
        </p:nvSpPr>
        <p:spPr>
          <a:xfrm>
            <a:off x="3187695" y="6989659"/>
            <a:ext cx="1886046" cy="20"/>
          </a:xfrm>
          <a:custGeom>
            <a:avLst/>
            <a:gdLst/>
            <a:ahLst/>
            <a:cxnLst/>
            <a:pathLst>
              <a:path w="1886046" h="20">
                <a:moveTo>
                  <a:pt x="0" y="0"/>
                </a:moveTo>
                <a:lnTo>
                  <a:pt x="1886046" y="0"/>
                </a:lnTo>
              </a:path>
            </a:pathLst>
          </a:custGeom>
          <a:noFill/>
          <a:ln w="31624">
            <a:solidFill>
              <a:srgbClr val="657C99"/>
            </a:solidFill>
            <a:prstDash val="solid"/>
          </a:ln>
        </p:spPr>
      </p:sp>
      <p:sp>
        <p:nvSpPr>
          <p:cNvPr id="207" name="Figure 3 plot object 206"/>
          <p:cNvSpPr>
            <a:spLocks noGrp="1"/>
          </p:cNvSpPr>
          <p:nvPr/>
        </p:nvSpPr>
        <p:spPr>
          <a:xfrm>
            <a:off x="5226663" y="6989659"/>
            <a:ext cx="1376304" cy="20"/>
          </a:xfrm>
          <a:custGeom>
            <a:avLst/>
            <a:gdLst/>
            <a:ahLst/>
            <a:cxnLst/>
            <a:pathLst>
              <a:path w="1376304" h="20">
                <a:moveTo>
                  <a:pt x="0" y="0"/>
                </a:moveTo>
                <a:lnTo>
                  <a:pt x="1376304" y="0"/>
                </a:lnTo>
              </a:path>
            </a:pathLst>
          </a:custGeom>
          <a:noFill/>
          <a:ln w="31624">
            <a:solidFill>
              <a:srgbClr val="657C99"/>
            </a:solidFill>
            <a:prstDash val="solid"/>
          </a:ln>
        </p:spPr>
      </p:sp>
      <p:sp>
        <p:nvSpPr>
          <p:cNvPr id="208" name="Figure 3 plot object 207"/>
          <p:cNvSpPr>
            <a:spLocks noGrp="1"/>
          </p:cNvSpPr>
          <p:nvPr/>
        </p:nvSpPr>
        <p:spPr>
          <a:xfrm>
            <a:off x="6755889" y="6989659"/>
            <a:ext cx="1376304" cy="20"/>
          </a:xfrm>
          <a:custGeom>
            <a:avLst/>
            <a:gdLst/>
            <a:ahLst/>
            <a:cxnLst/>
            <a:pathLst>
              <a:path w="1376304" h="20">
                <a:moveTo>
                  <a:pt x="0" y="0"/>
                </a:moveTo>
                <a:lnTo>
                  <a:pt x="1376304" y="0"/>
                </a:lnTo>
              </a:path>
            </a:pathLst>
          </a:custGeom>
          <a:noFill/>
          <a:ln w="31624">
            <a:solidFill>
              <a:srgbClr val="657C99"/>
            </a:solidFill>
            <a:prstDash val="solid"/>
          </a:ln>
        </p:spPr>
      </p:sp>
      <p:sp>
        <p:nvSpPr>
          <p:cNvPr id="209" name="Figure 3 plot object 208"/>
          <p:cNvSpPr>
            <a:spLocks noGrp="1"/>
          </p:cNvSpPr>
          <p:nvPr/>
        </p:nvSpPr>
        <p:spPr>
          <a:xfrm>
            <a:off x="8285115" y="6989659"/>
            <a:ext cx="866562" cy="20"/>
          </a:xfrm>
          <a:custGeom>
            <a:avLst/>
            <a:gdLst/>
            <a:ahLst/>
            <a:cxnLst/>
            <a:pathLst>
              <a:path w="866562" h="20">
                <a:moveTo>
                  <a:pt x="0" y="0"/>
                </a:moveTo>
                <a:lnTo>
                  <a:pt x="866562" y="0"/>
                </a:lnTo>
              </a:path>
            </a:pathLst>
          </a:custGeom>
          <a:noFill/>
          <a:ln w="31624">
            <a:solidFill>
              <a:srgbClr val="657C99"/>
            </a:solidFill>
            <a:prstDash val="solid"/>
          </a:ln>
        </p:spPr>
      </p:sp>
      <p:sp>
        <p:nvSpPr>
          <p:cNvPr id="210" name="Figure 3 plot object 209"/>
          <p:cNvSpPr>
            <a:spLocks noGrp="1"/>
          </p:cNvSpPr>
          <p:nvPr/>
        </p:nvSpPr>
        <p:spPr>
          <a:xfrm>
            <a:off x="3187695" y="7623997"/>
            <a:ext cx="1886046" cy="20"/>
          </a:xfrm>
          <a:custGeom>
            <a:avLst/>
            <a:gdLst/>
            <a:ahLst/>
            <a:cxnLst/>
            <a:pathLst>
              <a:path w="1886046" h="20">
                <a:moveTo>
                  <a:pt x="0" y="0"/>
                </a:moveTo>
                <a:lnTo>
                  <a:pt x="1886046" y="0"/>
                </a:lnTo>
              </a:path>
            </a:pathLst>
          </a:custGeom>
          <a:noFill/>
          <a:ln w="31624">
            <a:solidFill>
              <a:srgbClr val="19847B"/>
            </a:solidFill>
            <a:prstDash val="solid"/>
          </a:ln>
        </p:spPr>
      </p:sp>
      <p:sp>
        <p:nvSpPr>
          <p:cNvPr id="211" name="Figure 3 plot object 210"/>
          <p:cNvSpPr>
            <a:spLocks noGrp="1"/>
          </p:cNvSpPr>
          <p:nvPr/>
        </p:nvSpPr>
        <p:spPr>
          <a:xfrm>
            <a:off x="5226663" y="7623997"/>
            <a:ext cx="866562" cy="20"/>
          </a:xfrm>
          <a:custGeom>
            <a:avLst/>
            <a:gdLst/>
            <a:ahLst/>
            <a:cxnLst/>
            <a:pathLst>
              <a:path w="866562" h="20">
                <a:moveTo>
                  <a:pt x="0" y="0"/>
                </a:moveTo>
                <a:lnTo>
                  <a:pt x="866562" y="0"/>
                </a:lnTo>
              </a:path>
            </a:pathLst>
          </a:custGeom>
          <a:noFill/>
          <a:ln w="31624">
            <a:solidFill>
              <a:srgbClr val="19847B"/>
            </a:solidFill>
            <a:prstDash val="solid"/>
          </a:ln>
        </p:spPr>
      </p:sp>
      <p:sp>
        <p:nvSpPr>
          <p:cNvPr id="212" name="Figure 3 plot object 211"/>
          <p:cNvSpPr>
            <a:spLocks noGrp="1"/>
          </p:cNvSpPr>
          <p:nvPr/>
        </p:nvSpPr>
        <p:spPr>
          <a:xfrm>
            <a:off x="6246147" y="7623997"/>
            <a:ext cx="866562" cy="20"/>
          </a:xfrm>
          <a:custGeom>
            <a:avLst/>
            <a:gdLst/>
            <a:ahLst/>
            <a:cxnLst/>
            <a:pathLst>
              <a:path w="866562" h="20">
                <a:moveTo>
                  <a:pt x="0" y="0"/>
                </a:moveTo>
                <a:lnTo>
                  <a:pt x="866562" y="0"/>
                </a:lnTo>
              </a:path>
            </a:pathLst>
          </a:custGeom>
          <a:noFill/>
          <a:ln w="31624">
            <a:solidFill>
              <a:srgbClr val="19847B"/>
            </a:solidFill>
            <a:prstDash val="solid"/>
          </a:ln>
        </p:spPr>
      </p:sp>
      <p:sp>
        <p:nvSpPr>
          <p:cNvPr id="213" name="Figure 3 plot object 212"/>
          <p:cNvSpPr>
            <a:spLocks noGrp="1"/>
          </p:cNvSpPr>
          <p:nvPr/>
        </p:nvSpPr>
        <p:spPr>
          <a:xfrm>
            <a:off x="7265631" y="7623997"/>
            <a:ext cx="1886046" cy="20"/>
          </a:xfrm>
          <a:custGeom>
            <a:avLst/>
            <a:gdLst/>
            <a:ahLst/>
            <a:cxnLst/>
            <a:pathLst>
              <a:path w="1886046" h="20">
                <a:moveTo>
                  <a:pt x="0" y="0"/>
                </a:moveTo>
                <a:lnTo>
                  <a:pt x="1886046" y="0"/>
                </a:lnTo>
              </a:path>
            </a:pathLst>
          </a:custGeom>
          <a:noFill/>
          <a:ln w="31624">
            <a:solidFill>
              <a:srgbClr val="19847B"/>
            </a:solidFill>
            <a:prstDash val="solid"/>
          </a:ln>
        </p:spPr>
      </p:sp>
      <p:sp>
        <p:nvSpPr>
          <p:cNvPr id="214" name="Figure 3 plot object 213"/>
          <p:cNvSpPr>
            <a:spLocks noGrp="1"/>
          </p:cNvSpPr>
          <p:nvPr/>
        </p:nvSpPr>
        <p:spPr>
          <a:xfrm>
            <a:off x="3136721" y="4751857"/>
            <a:ext cx="20" cy="1762049"/>
          </a:xfrm>
          <a:custGeom>
            <a:avLst/>
            <a:gdLst/>
            <a:ahLst/>
            <a:cxnLst/>
            <a:pathLst>
              <a:path w="20" h="1762049">
                <a:moveTo>
                  <a:pt x="0" y="1762049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215" name="Figure 3 plot object 214"/>
          <p:cNvSpPr>
            <a:spLocks noGrp="1"/>
          </p:cNvSpPr>
          <p:nvPr/>
        </p:nvSpPr>
        <p:spPr>
          <a:xfrm>
            <a:off x="3136721" y="6513906"/>
            <a:ext cx="7212850" cy="20"/>
          </a:xfrm>
          <a:custGeom>
            <a:avLst/>
            <a:gdLst/>
            <a:ahLst/>
            <a:cxnLst/>
            <a:pathLst>
              <a:path w="7212850" h="20">
                <a:moveTo>
                  <a:pt x="0" y="0"/>
                </a:moveTo>
                <a:lnTo>
                  <a:pt x="721285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216" name="0.718"/>
          <p:cNvSpPr>
            <a:spLocks noGrp="1"/>
          </p:cNvSpPr>
          <p:nvPr/>
        </p:nvSpPr>
        <p:spPr>
          <a:xfrm>
            <a:off x="10131106" y="5127842"/>
            <a:ext cx="415063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0.718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17" name="0.756"/>
          <p:cNvSpPr>
            <a:spLocks noGrp="1"/>
          </p:cNvSpPr>
          <p:nvPr/>
        </p:nvSpPr>
        <p:spPr>
          <a:xfrm>
            <a:off x="10131106" y="4797491"/>
            <a:ext cx="415063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0.756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18" name="Both select batch 12"/>
          <p:cNvSpPr>
            <a:spLocks noGrp="1"/>
          </p:cNvSpPr>
          <p:nvPr/>
        </p:nvSpPr>
        <p:spPr>
          <a:xfrm>
            <a:off x="8868232" y="4483608"/>
            <a:ext cx="1334131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Both select batch 12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19" name="Solvents"/>
          <p:cNvSpPr>
            <a:spLocks noGrp="1"/>
          </p:cNvSpPr>
          <p:nvPr/>
        </p:nvSpPr>
        <p:spPr>
          <a:xfrm>
            <a:off x="3873774" y="7050717"/>
            <a:ext cx="62547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Solvents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0" name="Potential"/>
          <p:cNvSpPr>
            <a:spLocks noGrp="1"/>
          </p:cNvSpPr>
          <p:nvPr/>
        </p:nvSpPr>
        <p:spPr>
          <a:xfrm>
            <a:off x="5654165" y="7050717"/>
            <a:ext cx="6451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Potential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1" name="Electrolytes"/>
          <p:cNvSpPr>
            <a:spLocks noGrp="1"/>
          </p:cNvSpPr>
          <p:nvPr/>
        </p:nvSpPr>
        <p:spPr>
          <a:xfrm>
            <a:off x="6758305" y="7050405"/>
            <a:ext cx="137350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Electrolytes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2" name="Duration /"/>
          <p:cNvSpPr>
            <a:spLocks noGrp="1"/>
          </p:cNvSpPr>
          <p:nvPr/>
        </p:nvSpPr>
        <p:spPr>
          <a:xfrm>
            <a:off x="8431355" y="7050717"/>
            <a:ext cx="73850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Duration /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3" name="current"/>
          <p:cNvSpPr>
            <a:spLocks noGrp="1"/>
          </p:cNvSpPr>
          <p:nvPr/>
        </p:nvSpPr>
        <p:spPr>
          <a:xfrm>
            <a:off x="8512341" y="7278164"/>
            <a:ext cx="51562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current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4" name="Material pairs"/>
          <p:cNvSpPr>
            <a:spLocks noGrp="1"/>
          </p:cNvSpPr>
          <p:nvPr/>
        </p:nvSpPr>
        <p:spPr>
          <a:xfrm>
            <a:off x="3728008" y="7685056"/>
            <a:ext cx="100457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Material pairs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5" name="Cross-pairs"/>
          <p:cNvSpPr>
            <a:spLocks noGrp="1"/>
          </p:cNvSpPr>
          <p:nvPr/>
        </p:nvSpPr>
        <p:spPr>
          <a:xfrm>
            <a:off x="5252403" y="7684770"/>
            <a:ext cx="82232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Cross-pairs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6" name="Potential"/>
          <p:cNvSpPr>
            <a:spLocks noGrp="1"/>
          </p:cNvSpPr>
          <p:nvPr/>
        </p:nvSpPr>
        <p:spPr>
          <a:xfrm>
            <a:off x="6418778" y="7685056"/>
            <a:ext cx="64516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Potential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7" name="Current / time / potential"/>
          <p:cNvSpPr>
            <a:spLocks noGrp="1"/>
          </p:cNvSpPr>
          <p:nvPr/>
        </p:nvSpPr>
        <p:spPr>
          <a:xfrm>
            <a:off x="7492177" y="7686670"/>
            <a:ext cx="177101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Current / time / potential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8" name="Independent"/>
          <p:cNvSpPr>
            <a:spLocks noGrp="1"/>
          </p:cNvSpPr>
          <p:nvPr/>
        </p:nvSpPr>
        <p:spPr>
          <a:xfrm>
            <a:off x="9624579" y="7073891"/>
            <a:ext cx="89090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50505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50505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Independent</a:t>
            </a:r>
            <a:endParaRPr sz="1400" b="0" i="0">
              <a:solidFill>
                <a:srgbClr val="50505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9" name="recommendation"/>
          <p:cNvSpPr>
            <a:spLocks noGrp="1"/>
          </p:cNvSpPr>
          <p:nvPr/>
        </p:nvSpPr>
        <p:spPr>
          <a:xfrm>
            <a:off x="9499624" y="7302855"/>
            <a:ext cx="120713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50505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50505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recommendation</a:t>
            </a:r>
            <a:endParaRPr sz="1400" b="0" i="0">
              <a:solidFill>
                <a:srgbClr val="50505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30" name="retests"/>
          <p:cNvSpPr>
            <a:spLocks noGrp="1"/>
          </p:cNvSpPr>
          <p:nvPr/>
        </p:nvSpPr>
        <p:spPr>
          <a:xfrm>
            <a:off x="9794062" y="7531819"/>
            <a:ext cx="46672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50505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50505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retests</a:t>
            </a:r>
            <a:endParaRPr sz="1400" b="0" i="0">
              <a:solidFill>
                <a:srgbClr val="50505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31" name="Figure 3 plot object 230"/>
          <p:cNvSpPr>
            <a:spLocks noGrp="1"/>
          </p:cNvSpPr>
          <p:nvPr/>
        </p:nvSpPr>
        <p:spPr>
          <a:xfrm>
            <a:off x="9946399" y="5014889"/>
            <a:ext cx="92706" cy="92706"/>
          </a:xfrm>
          <a:custGeom>
            <a:avLst/>
            <a:gdLst/>
            <a:ahLst/>
            <a:cxnLst/>
            <a:pathLst>
              <a:path w="92706" h="92706">
                <a:moveTo>
                  <a:pt x="46353" y="92706"/>
                </a:moveTo>
                <a:cubicBezTo>
                  <a:pt x="58646" y="92706"/>
                  <a:pt x="70437" y="87822"/>
                  <a:pt x="79129" y="79129"/>
                </a:cubicBezTo>
                <a:cubicBezTo>
                  <a:pt x="87822" y="70437"/>
                  <a:pt x="92706" y="58646"/>
                  <a:pt x="92706" y="46353"/>
                </a:cubicBezTo>
                <a:cubicBezTo>
                  <a:pt x="92706" y="34060"/>
                  <a:pt x="87822" y="22269"/>
                  <a:pt x="79129" y="13576"/>
                </a:cubicBezTo>
                <a:cubicBezTo>
                  <a:pt x="70437" y="4884"/>
                  <a:pt x="58646" y="0"/>
                  <a:pt x="46353" y="0"/>
                </a:cubicBezTo>
                <a:cubicBezTo>
                  <a:pt x="34060" y="0"/>
                  <a:pt x="22269" y="4884"/>
                  <a:pt x="13576" y="13576"/>
                </a:cubicBezTo>
                <a:cubicBezTo>
                  <a:pt x="4884" y="22269"/>
                  <a:pt x="0" y="34060"/>
                  <a:pt x="0" y="46353"/>
                </a:cubicBezTo>
                <a:cubicBezTo>
                  <a:pt x="0" y="58646"/>
                  <a:pt x="4884" y="70437"/>
                  <a:pt x="13576" y="79129"/>
                </a:cubicBezTo>
                <a:cubicBezTo>
                  <a:pt x="22269" y="87822"/>
                  <a:pt x="34060" y="92706"/>
                  <a:pt x="46353" y="92706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232" name="Figure 3 plot object 231"/>
          <p:cNvSpPr>
            <a:spLocks noGrp="1"/>
          </p:cNvSpPr>
          <p:nvPr/>
        </p:nvSpPr>
        <p:spPr>
          <a:xfrm>
            <a:off x="9946399" y="4941482"/>
            <a:ext cx="92706" cy="92706"/>
          </a:xfrm>
          <a:custGeom>
            <a:avLst/>
            <a:gdLst/>
            <a:ahLst/>
            <a:cxnLst/>
            <a:pathLst>
              <a:path w="92706" h="92706">
                <a:moveTo>
                  <a:pt x="0" y="92706"/>
                </a:moveTo>
                <a:lnTo>
                  <a:pt x="92706" y="92706"/>
                </a:lnTo>
                <a:lnTo>
                  <a:pt x="92706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33" name="Figure 3 plot object 232"/>
          <p:cNvSpPr>
            <a:spLocks noGrp="1"/>
          </p:cNvSpPr>
          <p:nvPr/>
        </p:nvSpPr>
        <p:spPr>
          <a:xfrm>
            <a:off x="3192062" y="4601352"/>
            <a:ext cx="249038" cy="20"/>
          </a:xfrm>
          <a:custGeom>
            <a:avLst/>
            <a:gdLst/>
            <a:ahLst/>
            <a:cxnLst/>
            <a:pathLst>
              <a:path w="249038" h="20">
                <a:moveTo>
                  <a:pt x="0" y="0"/>
                </a:moveTo>
                <a:lnTo>
                  <a:pt x="124519" y="0"/>
                </a:lnTo>
                <a:lnTo>
                  <a:pt x="249038" y="0"/>
                </a:lnTo>
              </a:path>
            </a:pathLst>
          </a:custGeom>
          <a:noFill/>
          <a:ln w="18777">
            <a:solidFill>
              <a:srgbClr val="657C99"/>
            </a:solidFill>
            <a:prstDash val="solid"/>
          </a:ln>
        </p:spPr>
      </p:sp>
      <p:sp>
        <p:nvSpPr>
          <p:cNvPr id="234" name="Figure 3 plot object 233"/>
          <p:cNvSpPr>
            <a:spLocks noGrp="1"/>
          </p:cNvSpPr>
          <p:nvPr/>
        </p:nvSpPr>
        <p:spPr>
          <a:xfrm>
            <a:off x="3285946" y="4570716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30636" y="61271"/>
                </a:moveTo>
                <a:cubicBezTo>
                  <a:pt x="38760" y="61271"/>
                  <a:pt x="46553" y="58043"/>
                  <a:pt x="52298" y="52298"/>
                </a:cubicBezTo>
                <a:cubicBezTo>
                  <a:pt x="58043" y="46553"/>
                  <a:pt x="61271" y="38760"/>
                  <a:pt x="61271" y="30636"/>
                </a:cubicBezTo>
                <a:cubicBezTo>
                  <a:pt x="61271" y="22511"/>
                  <a:pt x="58043" y="14718"/>
                  <a:pt x="52298" y="8973"/>
                </a:cubicBezTo>
                <a:cubicBezTo>
                  <a:pt x="46553" y="3228"/>
                  <a:pt x="38760" y="0"/>
                  <a:pt x="30636" y="0"/>
                </a:cubicBezTo>
                <a:cubicBezTo>
                  <a:pt x="22511" y="0"/>
                  <a:pt x="14718" y="3228"/>
                  <a:pt x="8973" y="8973"/>
                </a:cubicBezTo>
                <a:cubicBezTo>
                  <a:pt x="3228" y="14718"/>
                  <a:pt x="0" y="22511"/>
                  <a:pt x="0" y="30636"/>
                </a:cubicBezTo>
                <a:cubicBezTo>
                  <a:pt x="0" y="38760"/>
                  <a:pt x="3228" y="46553"/>
                  <a:pt x="8973" y="52298"/>
                </a:cubicBezTo>
                <a:cubicBezTo>
                  <a:pt x="14718" y="58043"/>
                  <a:pt x="22511" y="61271"/>
                  <a:pt x="30636" y="61271"/>
                </a:cubicBezTo>
                <a:close/>
              </a:path>
            </a:pathLst>
          </a:custGeom>
          <a:solidFill>
            <a:srgbClr val="657C99"/>
          </a:solidFill>
          <a:ln w="19765">
            <a:solidFill>
              <a:srgbClr val="657C99"/>
            </a:solidFill>
            <a:prstDash val="solid"/>
          </a:ln>
        </p:spPr>
      </p:sp>
      <p:sp>
        <p:nvSpPr>
          <p:cNvPr id="235" name="Discovery"/>
          <p:cNvSpPr>
            <a:spLocks noGrp="1"/>
          </p:cNvSpPr>
          <p:nvPr/>
        </p:nvSpPr>
        <p:spPr>
          <a:xfrm>
            <a:off x="3551783" y="4522490"/>
            <a:ext cx="679418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Discovery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36" name="Figure 3 plot object 235"/>
          <p:cNvSpPr>
            <a:spLocks noGrp="1"/>
          </p:cNvSpPr>
          <p:nvPr/>
        </p:nvSpPr>
        <p:spPr>
          <a:xfrm>
            <a:off x="4435803" y="4601352"/>
            <a:ext cx="249038" cy="20"/>
          </a:xfrm>
          <a:custGeom>
            <a:avLst/>
            <a:gdLst/>
            <a:ahLst/>
            <a:cxnLst/>
            <a:pathLst>
              <a:path w="249038" h="20">
                <a:moveTo>
                  <a:pt x="0" y="0"/>
                </a:moveTo>
                <a:lnTo>
                  <a:pt x="124519" y="0"/>
                </a:lnTo>
                <a:lnTo>
                  <a:pt x="249038" y="0"/>
                </a:lnTo>
              </a:path>
            </a:pathLst>
          </a:custGeom>
          <a:noFill/>
          <a:ln w="18777">
            <a:solidFill>
              <a:srgbClr val="19847B"/>
            </a:solidFill>
            <a:prstDash val="solid"/>
          </a:ln>
        </p:spPr>
      </p:sp>
      <p:sp>
        <p:nvSpPr>
          <p:cNvPr id="237" name="Figure 3 plot object 236"/>
          <p:cNvSpPr>
            <a:spLocks noGrp="1"/>
          </p:cNvSpPr>
          <p:nvPr/>
        </p:nvSpPr>
        <p:spPr>
          <a:xfrm>
            <a:off x="4529686" y="4570716"/>
            <a:ext cx="61271" cy="61271"/>
          </a:xfrm>
          <a:custGeom>
            <a:avLst/>
            <a:gdLst/>
            <a:ahLst/>
            <a:cxnLst/>
            <a:pathLst>
              <a:path w="61271" h="61271">
                <a:moveTo>
                  <a:pt x="0" y="61271"/>
                </a:moveTo>
                <a:lnTo>
                  <a:pt x="61271" y="61271"/>
                </a:lnTo>
                <a:lnTo>
                  <a:pt x="61271" y="0"/>
                </a:lnTo>
                <a:lnTo>
                  <a:pt x="0" y="0"/>
                </a:ln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238" name="Optimization"/>
          <p:cNvSpPr>
            <a:spLocks noGrp="1"/>
          </p:cNvSpPr>
          <p:nvPr/>
        </p:nvSpPr>
        <p:spPr>
          <a:xfrm>
            <a:off x="4795524" y="4522490"/>
            <a:ext cx="84742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Optimization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39" name="Figure 3 plot object 238"/>
          <p:cNvSpPr>
            <a:spLocks noGrp="1"/>
          </p:cNvSpPr>
          <p:nvPr/>
        </p:nvSpPr>
        <p:spPr>
          <a:xfrm>
            <a:off x="3136721" y="9114003"/>
            <a:ext cx="8177626" cy="1418234"/>
          </a:xfrm>
          <a:custGeom>
            <a:avLst/>
            <a:gdLst/>
            <a:ahLst/>
            <a:cxnLst/>
            <a:pathLst>
              <a:path w="8177626" h="1418234">
                <a:moveTo>
                  <a:pt x="0" y="1418234"/>
                </a:moveTo>
                <a:lnTo>
                  <a:pt x="8177626" y="1418234"/>
                </a:lnTo>
                <a:lnTo>
                  <a:pt x="8177626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765">
            <a:noFill/>
            <a:prstDash val="solid"/>
          </a:ln>
        </p:spPr>
      </p:sp>
      <p:sp>
        <p:nvSpPr>
          <p:cNvPr id="240" name="Figure 3 plot object 239"/>
          <p:cNvSpPr>
            <a:spLocks noGrp="1"/>
          </p:cNvSpPr>
          <p:nvPr/>
        </p:nvSpPr>
        <p:spPr>
          <a:xfrm>
            <a:off x="5288375" y="9114003"/>
            <a:ext cx="522832" cy="1418234"/>
          </a:xfrm>
          <a:custGeom>
            <a:avLst/>
            <a:gdLst/>
            <a:ahLst/>
            <a:cxnLst/>
            <a:pathLst>
              <a:path w="522832" h="1418234">
                <a:moveTo>
                  <a:pt x="0" y="1418234"/>
                </a:moveTo>
                <a:lnTo>
                  <a:pt x="522832" y="1418234"/>
                </a:lnTo>
                <a:lnTo>
                  <a:pt x="5228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F1ED"/>
          </a:solidFill>
          <a:ln w="19765">
            <a:solidFill>
              <a:srgbClr val="F2F1ED"/>
            </a:solidFill>
            <a:prstDash val="solid"/>
          </a:ln>
        </p:spPr>
      </p:sp>
      <p:sp>
        <p:nvSpPr>
          <p:cNvPr id="241" name="Figure 3 plot object 240"/>
          <p:cNvSpPr>
            <a:spLocks noGrp="1"/>
          </p:cNvSpPr>
          <p:nvPr/>
        </p:nvSpPr>
        <p:spPr>
          <a:xfrm>
            <a:off x="6628969" y="9114003"/>
            <a:ext cx="522832" cy="1418234"/>
          </a:xfrm>
          <a:custGeom>
            <a:avLst/>
            <a:gdLst/>
            <a:ahLst/>
            <a:cxnLst/>
            <a:pathLst>
              <a:path w="522832" h="1418234">
                <a:moveTo>
                  <a:pt x="0" y="1418234"/>
                </a:moveTo>
                <a:lnTo>
                  <a:pt x="522832" y="1418234"/>
                </a:lnTo>
                <a:lnTo>
                  <a:pt x="5228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F1ED"/>
          </a:solidFill>
          <a:ln w="19765">
            <a:solidFill>
              <a:srgbClr val="F2F1ED"/>
            </a:solidFill>
            <a:prstDash val="solid"/>
          </a:ln>
        </p:spPr>
      </p:sp>
      <p:sp>
        <p:nvSpPr>
          <p:cNvPr id="242" name="Figure 3 plot object 241"/>
          <p:cNvSpPr>
            <a:spLocks noGrp="1"/>
          </p:cNvSpPr>
          <p:nvPr/>
        </p:nvSpPr>
        <p:spPr>
          <a:xfrm>
            <a:off x="7969564" y="9114003"/>
            <a:ext cx="522832" cy="1418234"/>
          </a:xfrm>
          <a:custGeom>
            <a:avLst/>
            <a:gdLst/>
            <a:ahLst/>
            <a:cxnLst/>
            <a:pathLst>
              <a:path w="522832" h="1418234">
                <a:moveTo>
                  <a:pt x="0" y="1418234"/>
                </a:moveTo>
                <a:lnTo>
                  <a:pt x="522832" y="1418234"/>
                </a:lnTo>
                <a:lnTo>
                  <a:pt x="5228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F1ED"/>
          </a:solidFill>
          <a:ln w="19765">
            <a:solidFill>
              <a:srgbClr val="F2F1ED"/>
            </a:solidFill>
            <a:prstDash val="solid"/>
          </a:ln>
        </p:spPr>
      </p:sp>
      <p:sp>
        <p:nvSpPr>
          <p:cNvPr id="243" name="Figure 3 plot object 242"/>
          <p:cNvSpPr>
            <a:spLocks noGrp="1"/>
          </p:cNvSpPr>
          <p:nvPr/>
        </p:nvSpPr>
        <p:spPr>
          <a:xfrm>
            <a:off x="9310158" y="9114003"/>
            <a:ext cx="522832" cy="1418234"/>
          </a:xfrm>
          <a:custGeom>
            <a:avLst/>
            <a:gdLst/>
            <a:ahLst/>
            <a:cxnLst/>
            <a:pathLst>
              <a:path w="522832" h="1418234">
                <a:moveTo>
                  <a:pt x="0" y="1418234"/>
                </a:moveTo>
                <a:lnTo>
                  <a:pt x="522832" y="1418234"/>
                </a:lnTo>
                <a:lnTo>
                  <a:pt x="5228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F1ED"/>
          </a:solidFill>
          <a:ln w="19765">
            <a:solidFill>
              <a:srgbClr val="F2F1ED"/>
            </a:solidFill>
            <a:prstDash val="solid"/>
          </a:ln>
        </p:spPr>
      </p:sp>
      <p:sp>
        <p:nvSpPr>
          <p:cNvPr id="244" name="Figure 3 plot object 243"/>
          <p:cNvSpPr>
            <a:spLocks noGrp="1"/>
          </p:cNvSpPr>
          <p:nvPr/>
        </p:nvSpPr>
        <p:spPr>
          <a:xfrm>
            <a:off x="3538899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45" name="Q01"/>
          <p:cNvSpPr>
            <a:spLocks noGrp="1"/>
          </p:cNvSpPr>
          <p:nvPr/>
        </p:nvSpPr>
        <p:spPr>
          <a:xfrm>
            <a:off x="3404250" y="10611882"/>
            <a:ext cx="34045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Q01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46" name="Figure 3 plot object 245"/>
          <p:cNvSpPr>
            <a:spLocks noGrp="1"/>
          </p:cNvSpPr>
          <p:nvPr/>
        </p:nvSpPr>
        <p:spPr>
          <a:xfrm>
            <a:off x="4209196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47" name="Q02"/>
          <p:cNvSpPr>
            <a:spLocks noGrp="1"/>
          </p:cNvSpPr>
          <p:nvPr/>
        </p:nvSpPr>
        <p:spPr>
          <a:xfrm>
            <a:off x="4075783" y="10611882"/>
            <a:ext cx="33798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Q02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48" name="Figure 3 plot object 247"/>
          <p:cNvSpPr>
            <a:spLocks noGrp="1"/>
          </p:cNvSpPr>
          <p:nvPr/>
        </p:nvSpPr>
        <p:spPr>
          <a:xfrm>
            <a:off x="4879493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49" name="Q03"/>
          <p:cNvSpPr>
            <a:spLocks noGrp="1"/>
          </p:cNvSpPr>
          <p:nvPr/>
        </p:nvSpPr>
        <p:spPr>
          <a:xfrm>
            <a:off x="4746080" y="10611882"/>
            <a:ext cx="33798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Q03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50" name="Figure 3 plot object 249"/>
          <p:cNvSpPr>
            <a:spLocks noGrp="1"/>
          </p:cNvSpPr>
          <p:nvPr/>
        </p:nvSpPr>
        <p:spPr>
          <a:xfrm>
            <a:off x="5549791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1" name="Q04"/>
          <p:cNvSpPr>
            <a:spLocks noGrp="1"/>
          </p:cNvSpPr>
          <p:nvPr/>
        </p:nvSpPr>
        <p:spPr>
          <a:xfrm>
            <a:off x="5413907" y="10611882"/>
            <a:ext cx="342921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Q04</a:t>
            </a:r>
            <a:endParaRPr sz="1400" b="1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52" name="Figure 3 plot object 251"/>
          <p:cNvSpPr>
            <a:spLocks noGrp="1"/>
          </p:cNvSpPr>
          <p:nvPr/>
        </p:nvSpPr>
        <p:spPr>
          <a:xfrm>
            <a:off x="6220088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3" name="Q05"/>
          <p:cNvSpPr>
            <a:spLocks noGrp="1"/>
          </p:cNvSpPr>
          <p:nvPr/>
        </p:nvSpPr>
        <p:spPr>
          <a:xfrm>
            <a:off x="6085440" y="10611882"/>
            <a:ext cx="34045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Q05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54" name="Figure 3 plot object 253"/>
          <p:cNvSpPr>
            <a:spLocks noGrp="1"/>
          </p:cNvSpPr>
          <p:nvPr/>
        </p:nvSpPr>
        <p:spPr>
          <a:xfrm>
            <a:off x="6890385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5" name="Q06"/>
          <p:cNvSpPr>
            <a:spLocks noGrp="1"/>
          </p:cNvSpPr>
          <p:nvPr/>
        </p:nvSpPr>
        <p:spPr>
          <a:xfrm>
            <a:off x="6755737" y="10611882"/>
            <a:ext cx="34045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Q06</a:t>
            </a:r>
            <a:endParaRPr sz="1400" b="1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56" name="Figure 3 plot object 255"/>
          <p:cNvSpPr>
            <a:spLocks noGrp="1"/>
          </p:cNvSpPr>
          <p:nvPr/>
        </p:nvSpPr>
        <p:spPr>
          <a:xfrm>
            <a:off x="7560682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7" name="Q07"/>
          <p:cNvSpPr>
            <a:spLocks noGrp="1"/>
          </p:cNvSpPr>
          <p:nvPr/>
        </p:nvSpPr>
        <p:spPr>
          <a:xfrm>
            <a:off x="7426034" y="10611882"/>
            <a:ext cx="34045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Q07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58" name="Figure 3 plot object 257"/>
          <p:cNvSpPr>
            <a:spLocks noGrp="1"/>
          </p:cNvSpPr>
          <p:nvPr/>
        </p:nvSpPr>
        <p:spPr>
          <a:xfrm>
            <a:off x="8230980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59" name="Q08"/>
          <p:cNvSpPr>
            <a:spLocks noGrp="1"/>
          </p:cNvSpPr>
          <p:nvPr/>
        </p:nvSpPr>
        <p:spPr>
          <a:xfrm>
            <a:off x="8096331" y="10611882"/>
            <a:ext cx="34045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Q08</a:t>
            </a:r>
            <a:endParaRPr sz="1400" b="1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60" name="Figure 3 plot object 259"/>
          <p:cNvSpPr>
            <a:spLocks noGrp="1"/>
          </p:cNvSpPr>
          <p:nvPr/>
        </p:nvSpPr>
        <p:spPr>
          <a:xfrm>
            <a:off x="8901277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1" name="Q09"/>
          <p:cNvSpPr>
            <a:spLocks noGrp="1"/>
          </p:cNvSpPr>
          <p:nvPr/>
        </p:nvSpPr>
        <p:spPr>
          <a:xfrm>
            <a:off x="8767864" y="10611882"/>
            <a:ext cx="33798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Q09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62" name="Figure 3 plot object 261"/>
          <p:cNvSpPr>
            <a:spLocks noGrp="1"/>
          </p:cNvSpPr>
          <p:nvPr/>
        </p:nvSpPr>
        <p:spPr>
          <a:xfrm>
            <a:off x="9571574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3" name="Q10"/>
          <p:cNvSpPr>
            <a:spLocks noGrp="1"/>
          </p:cNvSpPr>
          <p:nvPr/>
        </p:nvSpPr>
        <p:spPr>
          <a:xfrm>
            <a:off x="9435690" y="10611882"/>
            <a:ext cx="342921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Q10</a:t>
            </a:r>
            <a:endParaRPr sz="1400" b="1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64" name="Figure 3 plot object 263"/>
          <p:cNvSpPr>
            <a:spLocks noGrp="1"/>
          </p:cNvSpPr>
          <p:nvPr/>
        </p:nvSpPr>
        <p:spPr>
          <a:xfrm>
            <a:off x="10241871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5" name="Q11"/>
          <p:cNvSpPr>
            <a:spLocks noGrp="1"/>
          </p:cNvSpPr>
          <p:nvPr/>
        </p:nvSpPr>
        <p:spPr>
          <a:xfrm>
            <a:off x="10110929" y="10611882"/>
            <a:ext cx="333039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Q11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66" name="Figure 3 plot object 265"/>
          <p:cNvSpPr>
            <a:spLocks noGrp="1"/>
          </p:cNvSpPr>
          <p:nvPr/>
        </p:nvSpPr>
        <p:spPr>
          <a:xfrm>
            <a:off x="10912169" y="10532237"/>
            <a:ext cx="20" cy="49412"/>
          </a:xfrm>
          <a:custGeom>
            <a:avLst/>
            <a:gdLst/>
            <a:ahLst/>
            <a:cxnLst/>
            <a:pathLst>
              <a:path w="20" h="49412">
                <a:moveTo>
                  <a:pt x="0" y="0"/>
                </a:moveTo>
                <a:lnTo>
                  <a:pt x="0" y="49412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7" name="Q12"/>
          <p:cNvSpPr>
            <a:spLocks noGrp="1"/>
          </p:cNvSpPr>
          <p:nvPr/>
        </p:nvSpPr>
        <p:spPr>
          <a:xfrm>
            <a:off x="10777520" y="10611882"/>
            <a:ext cx="340450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Q12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68" name="Figure 3 plot object 267"/>
          <p:cNvSpPr>
            <a:spLocks noGrp="1"/>
          </p:cNvSpPr>
          <p:nvPr/>
        </p:nvSpPr>
        <p:spPr>
          <a:xfrm>
            <a:off x="3087308" y="10488192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69" name="0.0"/>
          <p:cNvSpPr>
            <a:spLocks noGrp="1"/>
          </p:cNvSpPr>
          <p:nvPr/>
        </p:nvSpPr>
        <p:spPr>
          <a:xfrm>
            <a:off x="2830365" y="10408200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0.0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70" name="Figure 3 plot object 269"/>
          <p:cNvSpPr>
            <a:spLocks noGrp="1"/>
          </p:cNvSpPr>
          <p:nvPr/>
        </p:nvSpPr>
        <p:spPr>
          <a:xfrm>
            <a:off x="3087308" y="10135836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71" name="0.2"/>
          <p:cNvSpPr>
            <a:spLocks noGrp="1"/>
          </p:cNvSpPr>
          <p:nvPr/>
        </p:nvSpPr>
        <p:spPr>
          <a:xfrm>
            <a:off x="2830365" y="10055844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0.2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72" name="Figure 3 plot object 271"/>
          <p:cNvSpPr>
            <a:spLocks noGrp="1"/>
          </p:cNvSpPr>
          <p:nvPr/>
        </p:nvSpPr>
        <p:spPr>
          <a:xfrm>
            <a:off x="3087308" y="9783480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73" name="0.4"/>
          <p:cNvSpPr>
            <a:spLocks noGrp="1"/>
          </p:cNvSpPr>
          <p:nvPr/>
        </p:nvSpPr>
        <p:spPr>
          <a:xfrm>
            <a:off x="2827894" y="9703487"/>
            <a:ext cx="27127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0.4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74" name="Figure 3 plot object 273"/>
          <p:cNvSpPr>
            <a:spLocks noGrp="1"/>
          </p:cNvSpPr>
          <p:nvPr/>
        </p:nvSpPr>
        <p:spPr>
          <a:xfrm>
            <a:off x="3087308" y="9431123"/>
            <a:ext cx="49412" cy="20"/>
          </a:xfrm>
          <a:custGeom>
            <a:avLst/>
            <a:gdLst/>
            <a:ahLst/>
            <a:cxnLst/>
            <a:pathLst>
              <a:path w="49412" h="20">
                <a:moveTo>
                  <a:pt x="49412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1859">
            <a:solidFill>
              <a:srgbClr val="111111"/>
            </a:solidFill>
            <a:prstDash val="solid"/>
          </a:ln>
        </p:spPr>
      </p:sp>
      <p:sp>
        <p:nvSpPr>
          <p:cNvPr id="275" name="0.6"/>
          <p:cNvSpPr>
            <a:spLocks noGrp="1"/>
          </p:cNvSpPr>
          <p:nvPr/>
        </p:nvSpPr>
        <p:spPr>
          <a:xfrm>
            <a:off x="2830365" y="9351131"/>
            <a:ext cx="268803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0.6</a:t>
            </a:r>
            <a:endParaRPr sz="14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76" name="Score"/>
          <p:cNvSpPr>
            <a:spLocks noGrp="1"/>
          </p:cNvSpPr>
          <p:nvPr/>
        </p:nvSpPr>
        <p:spPr>
          <a:xfrm rot="-5400000">
            <a:off x="2464655" y="9691486"/>
            <a:ext cx="446687" cy="1921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Score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77" name="Figure 3 plot object 276"/>
          <p:cNvSpPr>
            <a:spLocks noGrp="1"/>
          </p:cNvSpPr>
          <p:nvPr/>
        </p:nvSpPr>
        <p:spPr>
          <a:xfrm>
            <a:off x="3136721" y="9114003"/>
            <a:ext cx="20" cy="1418234"/>
          </a:xfrm>
          <a:custGeom>
            <a:avLst/>
            <a:gdLst/>
            <a:ahLst/>
            <a:cxnLst/>
            <a:pathLst>
              <a:path w="20" h="1418234">
                <a:moveTo>
                  <a:pt x="0" y="1418234"/>
                </a:moveTo>
                <a:lnTo>
                  <a:pt x="0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278" name="Figure 3 plot object 277"/>
          <p:cNvSpPr>
            <a:spLocks noGrp="1"/>
          </p:cNvSpPr>
          <p:nvPr/>
        </p:nvSpPr>
        <p:spPr>
          <a:xfrm>
            <a:off x="3136721" y="10532237"/>
            <a:ext cx="8177626" cy="20"/>
          </a:xfrm>
          <a:custGeom>
            <a:avLst/>
            <a:gdLst/>
            <a:ahLst/>
            <a:cxnLst/>
            <a:pathLst>
              <a:path w="8177626" h="20">
                <a:moveTo>
                  <a:pt x="0" y="0"/>
                </a:moveTo>
                <a:lnTo>
                  <a:pt x="8177626" y="0"/>
                </a:lnTo>
              </a:path>
            </a:pathLst>
          </a:custGeom>
          <a:noFill/>
          <a:ln w="11859">
            <a:solidFill>
              <a:srgbClr val="111111"/>
            </a:solidFill>
            <a:prstDash val="solid"/>
          </a:ln>
        </p:spPr>
      </p:sp>
      <p:sp>
        <p:nvSpPr>
          <p:cNvPr id="279" name="S0/E0"/>
          <p:cNvSpPr>
            <a:spLocks noGrp="1"/>
          </p:cNvSpPr>
          <p:nvPr/>
        </p:nvSpPr>
        <p:spPr>
          <a:xfrm>
            <a:off x="5371907" y="9106993"/>
            <a:ext cx="420992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S0/E0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80" name="S0/E1"/>
          <p:cNvSpPr>
            <a:spLocks noGrp="1"/>
          </p:cNvSpPr>
          <p:nvPr/>
        </p:nvSpPr>
        <p:spPr>
          <a:xfrm>
            <a:off x="6711266" y="9106993"/>
            <a:ext cx="423463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S0/E1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81" name="S0/E3"/>
          <p:cNvSpPr>
            <a:spLocks noGrp="1"/>
          </p:cNvSpPr>
          <p:nvPr/>
        </p:nvSpPr>
        <p:spPr>
          <a:xfrm>
            <a:off x="8053096" y="9106993"/>
            <a:ext cx="420992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S0/E3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82" name="S2/E0"/>
          <p:cNvSpPr>
            <a:spLocks noGrp="1"/>
          </p:cNvSpPr>
          <p:nvPr/>
        </p:nvSpPr>
        <p:spPr>
          <a:xfrm>
            <a:off x="9392455" y="9106993"/>
            <a:ext cx="423463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S2/E0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83" name="Figure 3 plot object 282"/>
          <p:cNvSpPr>
            <a:spLocks noGrp="1"/>
          </p:cNvSpPr>
          <p:nvPr/>
        </p:nvSpPr>
        <p:spPr>
          <a:xfrm>
            <a:off x="3478572" y="10171072"/>
            <a:ext cx="20" cy="317121"/>
          </a:xfrm>
          <a:custGeom>
            <a:avLst/>
            <a:gdLst/>
            <a:ahLst/>
            <a:cxnLst/>
            <a:pathLst>
              <a:path w="20" h="317121">
                <a:moveTo>
                  <a:pt x="0" y="317121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4" name="Figure 3 plot object 283"/>
          <p:cNvSpPr>
            <a:spLocks noGrp="1"/>
          </p:cNvSpPr>
          <p:nvPr/>
        </p:nvSpPr>
        <p:spPr>
          <a:xfrm>
            <a:off x="4148869" y="9642537"/>
            <a:ext cx="20" cy="775184"/>
          </a:xfrm>
          <a:custGeom>
            <a:avLst/>
            <a:gdLst/>
            <a:ahLst/>
            <a:cxnLst/>
            <a:pathLst>
              <a:path w="20" h="775184">
                <a:moveTo>
                  <a:pt x="0" y="775184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5" name="Figure 3 plot object 284"/>
          <p:cNvSpPr>
            <a:spLocks noGrp="1"/>
          </p:cNvSpPr>
          <p:nvPr/>
        </p:nvSpPr>
        <p:spPr>
          <a:xfrm>
            <a:off x="4819167" y="9713008"/>
            <a:ext cx="20" cy="634241"/>
          </a:xfrm>
          <a:custGeom>
            <a:avLst/>
            <a:gdLst/>
            <a:ahLst/>
            <a:cxnLst/>
            <a:pathLst>
              <a:path w="20" h="634241">
                <a:moveTo>
                  <a:pt x="0" y="634241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6" name="Figure 3 plot object 285"/>
          <p:cNvSpPr>
            <a:spLocks noGrp="1"/>
          </p:cNvSpPr>
          <p:nvPr/>
        </p:nvSpPr>
        <p:spPr>
          <a:xfrm>
            <a:off x="5489464" y="9290181"/>
            <a:ext cx="20" cy="440445"/>
          </a:xfrm>
          <a:custGeom>
            <a:avLst/>
            <a:gdLst/>
            <a:ahLst/>
            <a:cxnLst/>
            <a:pathLst>
              <a:path w="20" h="440445">
                <a:moveTo>
                  <a:pt x="0" y="440445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7" name="Figure 3 plot object 286"/>
          <p:cNvSpPr>
            <a:spLocks noGrp="1"/>
          </p:cNvSpPr>
          <p:nvPr/>
        </p:nvSpPr>
        <p:spPr>
          <a:xfrm>
            <a:off x="6159761" y="10047747"/>
            <a:ext cx="20" cy="440445"/>
          </a:xfrm>
          <a:custGeom>
            <a:avLst/>
            <a:gdLst/>
            <a:ahLst/>
            <a:cxnLst/>
            <a:pathLst>
              <a:path w="20" h="440445">
                <a:moveTo>
                  <a:pt x="0" y="440445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8" name="Figure 3 plot object 287"/>
          <p:cNvSpPr>
            <a:spLocks noGrp="1"/>
          </p:cNvSpPr>
          <p:nvPr/>
        </p:nvSpPr>
        <p:spPr>
          <a:xfrm>
            <a:off x="6830058" y="9977276"/>
            <a:ext cx="20" cy="510917"/>
          </a:xfrm>
          <a:custGeom>
            <a:avLst/>
            <a:gdLst/>
            <a:ahLst/>
            <a:cxnLst/>
            <a:pathLst>
              <a:path w="20" h="510917">
                <a:moveTo>
                  <a:pt x="0" y="510917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89" name="Figure 3 plot object 288"/>
          <p:cNvSpPr>
            <a:spLocks noGrp="1"/>
          </p:cNvSpPr>
          <p:nvPr/>
        </p:nvSpPr>
        <p:spPr>
          <a:xfrm>
            <a:off x="7500356" y="10082983"/>
            <a:ext cx="20" cy="405210"/>
          </a:xfrm>
          <a:custGeom>
            <a:avLst/>
            <a:gdLst/>
            <a:ahLst/>
            <a:cxnLst/>
            <a:pathLst>
              <a:path w="20" h="405210">
                <a:moveTo>
                  <a:pt x="0" y="405210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0" name="Figure 3 plot object 289"/>
          <p:cNvSpPr>
            <a:spLocks noGrp="1"/>
          </p:cNvSpPr>
          <p:nvPr/>
        </p:nvSpPr>
        <p:spPr>
          <a:xfrm>
            <a:off x="8170653" y="9994894"/>
            <a:ext cx="20" cy="493299"/>
          </a:xfrm>
          <a:custGeom>
            <a:avLst/>
            <a:gdLst/>
            <a:ahLst/>
            <a:cxnLst/>
            <a:pathLst>
              <a:path w="20" h="493299">
                <a:moveTo>
                  <a:pt x="0" y="493299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1" name="Figure 3 plot object 290"/>
          <p:cNvSpPr>
            <a:spLocks noGrp="1"/>
          </p:cNvSpPr>
          <p:nvPr/>
        </p:nvSpPr>
        <p:spPr>
          <a:xfrm>
            <a:off x="8840950" y="10118218"/>
            <a:ext cx="20" cy="369974"/>
          </a:xfrm>
          <a:custGeom>
            <a:avLst/>
            <a:gdLst/>
            <a:ahLst/>
            <a:cxnLst/>
            <a:pathLst>
              <a:path w="20" h="369974">
                <a:moveTo>
                  <a:pt x="0" y="369974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2" name="Figure 3 plot object 291"/>
          <p:cNvSpPr>
            <a:spLocks noGrp="1"/>
          </p:cNvSpPr>
          <p:nvPr/>
        </p:nvSpPr>
        <p:spPr>
          <a:xfrm>
            <a:off x="9511247" y="10065365"/>
            <a:ext cx="20" cy="422828"/>
          </a:xfrm>
          <a:custGeom>
            <a:avLst/>
            <a:gdLst/>
            <a:ahLst/>
            <a:cxnLst/>
            <a:pathLst>
              <a:path w="20" h="422828">
                <a:moveTo>
                  <a:pt x="0" y="422828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3" name="Figure 3 plot object 292"/>
          <p:cNvSpPr>
            <a:spLocks noGrp="1"/>
          </p:cNvSpPr>
          <p:nvPr/>
        </p:nvSpPr>
        <p:spPr>
          <a:xfrm>
            <a:off x="10181545" y="9853951"/>
            <a:ext cx="20" cy="563770"/>
          </a:xfrm>
          <a:custGeom>
            <a:avLst/>
            <a:gdLst/>
            <a:ahLst/>
            <a:cxnLst/>
            <a:pathLst>
              <a:path w="20" h="563770">
                <a:moveTo>
                  <a:pt x="0" y="563770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4" name="Figure 3 plot object 293"/>
          <p:cNvSpPr>
            <a:spLocks noGrp="1"/>
          </p:cNvSpPr>
          <p:nvPr/>
        </p:nvSpPr>
        <p:spPr>
          <a:xfrm>
            <a:off x="10851842" y="9290181"/>
            <a:ext cx="20" cy="510917"/>
          </a:xfrm>
          <a:custGeom>
            <a:avLst/>
            <a:gdLst/>
            <a:ahLst/>
            <a:cxnLst/>
            <a:pathLst>
              <a:path w="20" h="510917">
                <a:moveTo>
                  <a:pt x="0" y="510917"/>
                </a:moveTo>
                <a:lnTo>
                  <a:pt x="0" y="0"/>
                </a:lnTo>
              </a:path>
            </a:pathLst>
          </a:custGeom>
          <a:noFill/>
          <a:ln w="19765">
            <a:solidFill>
              <a:srgbClr val="19847B"/>
            </a:solidFill>
            <a:prstDash val="solid"/>
          </a:ln>
        </p:spPr>
      </p:sp>
      <p:sp>
        <p:nvSpPr>
          <p:cNvPr id="295" name="Figure 3 plot object 294"/>
          <p:cNvSpPr>
            <a:spLocks noGrp="1"/>
          </p:cNvSpPr>
          <p:nvPr/>
        </p:nvSpPr>
        <p:spPr>
          <a:xfrm>
            <a:off x="3439042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296" name="Figure 3 plot object 295"/>
          <p:cNvSpPr>
            <a:spLocks noGrp="1"/>
          </p:cNvSpPr>
          <p:nvPr/>
        </p:nvSpPr>
        <p:spPr>
          <a:xfrm>
            <a:off x="4109340" y="1041772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297" name="Figure 3 plot object 296"/>
          <p:cNvSpPr>
            <a:spLocks noGrp="1"/>
          </p:cNvSpPr>
          <p:nvPr/>
        </p:nvSpPr>
        <p:spPr>
          <a:xfrm>
            <a:off x="4779637" y="10347250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298" name="Figure 3 plot object 297"/>
          <p:cNvSpPr>
            <a:spLocks noGrp="1"/>
          </p:cNvSpPr>
          <p:nvPr/>
        </p:nvSpPr>
        <p:spPr>
          <a:xfrm>
            <a:off x="5449934" y="9730626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299" name="Figure 3 plot object 298"/>
          <p:cNvSpPr>
            <a:spLocks noGrp="1"/>
          </p:cNvSpPr>
          <p:nvPr/>
        </p:nvSpPr>
        <p:spPr>
          <a:xfrm>
            <a:off x="6120231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0" name="Figure 3 plot object 299"/>
          <p:cNvSpPr>
            <a:spLocks noGrp="1"/>
          </p:cNvSpPr>
          <p:nvPr/>
        </p:nvSpPr>
        <p:spPr>
          <a:xfrm>
            <a:off x="6790529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1" name="Figure 3 plot object 300"/>
          <p:cNvSpPr>
            <a:spLocks noGrp="1"/>
          </p:cNvSpPr>
          <p:nvPr/>
        </p:nvSpPr>
        <p:spPr>
          <a:xfrm>
            <a:off x="7460826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2" name="Figure 3 plot object 301"/>
          <p:cNvSpPr>
            <a:spLocks noGrp="1"/>
          </p:cNvSpPr>
          <p:nvPr/>
        </p:nvSpPr>
        <p:spPr>
          <a:xfrm>
            <a:off x="8131123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3" name="Figure 3 plot object 302"/>
          <p:cNvSpPr>
            <a:spLocks noGrp="1"/>
          </p:cNvSpPr>
          <p:nvPr/>
        </p:nvSpPr>
        <p:spPr>
          <a:xfrm>
            <a:off x="8801420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4" name="Figure 3 plot object 303"/>
          <p:cNvSpPr>
            <a:spLocks noGrp="1"/>
          </p:cNvSpPr>
          <p:nvPr/>
        </p:nvSpPr>
        <p:spPr>
          <a:xfrm>
            <a:off x="9471718" y="1048819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5" name="Figure 3 plot object 304"/>
          <p:cNvSpPr>
            <a:spLocks noGrp="1"/>
          </p:cNvSpPr>
          <p:nvPr/>
        </p:nvSpPr>
        <p:spPr>
          <a:xfrm>
            <a:off x="10142015" y="1041772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6" name="Figure 3 plot object 305"/>
          <p:cNvSpPr>
            <a:spLocks noGrp="1"/>
          </p:cNvSpPr>
          <p:nvPr/>
        </p:nvSpPr>
        <p:spPr>
          <a:xfrm>
            <a:off x="10812312" y="9801098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7" name="Figure 3 plot object 306"/>
          <p:cNvSpPr>
            <a:spLocks noGrp="1"/>
          </p:cNvSpPr>
          <p:nvPr/>
        </p:nvSpPr>
        <p:spPr>
          <a:xfrm>
            <a:off x="3439042" y="10171072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8" name="Figure 3 plot object 307"/>
          <p:cNvSpPr>
            <a:spLocks noGrp="1"/>
          </p:cNvSpPr>
          <p:nvPr/>
        </p:nvSpPr>
        <p:spPr>
          <a:xfrm>
            <a:off x="4109340" y="9642537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09" name="Figure 3 plot object 308"/>
          <p:cNvSpPr>
            <a:spLocks noGrp="1"/>
          </p:cNvSpPr>
          <p:nvPr/>
        </p:nvSpPr>
        <p:spPr>
          <a:xfrm>
            <a:off x="4779637" y="9713008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0" name="Figure 3 plot object 309"/>
          <p:cNvSpPr>
            <a:spLocks noGrp="1"/>
          </p:cNvSpPr>
          <p:nvPr/>
        </p:nvSpPr>
        <p:spPr>
          <a:xfrm>
            <a:off x="5449934" y="929018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1" name="Figure 3 plot object 310"/>
          <p:cNvSpPr>
            <a:spLocks noGrp="1"/>
          </p:cNvSpPr>
          <p:nvPr/>
        </p:nvSpPr>
        <p:spPr>
          <a:xfrm>
            <a:off x="6120231" y="10047747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2" name="Figure 3 plot object 311"/>
          <p:cNvSpPr>
            <a:spLocks noGrp="1"/>
          </p:cNvSpPr>
          <p:nvPr/>
        </p:nvSpPr>
        <p:spPr>
          <a:xfrm>
            <a:off x="6790529" y="9977276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3" name="Figure 3 plot object 312"/>
          <p:cNvSpPr>
            <a:spLocks noGrp="1"/>
          </p:cNvSpPr>
          <p:nvPr/>
        </p:nvSpPr>
        <p:spPr>
          <a:xfrm>
            <a:off x="7460826" y="10082983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4" name="Figure 3 plot object 313"/>
          <p:cNvSpPr>
            <a:spLocks noGrp="1"/>
          </p:cNvSpPr>
          <p:nvPr/>
        </p:nvSpPr>
        <p:spPr>
          <a:xfrm>
            <a:off x="8131123" y="9994894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5" name="Figure 3 plot object 314"/>
          <p:cNvSpPr>
            <a:spLocks noGrp="1"/>
          </p:cNvSpPr>
          <p:nvPr/>
        </p:nvSpPr>
        <p:spPr>
          <a:xfrm>
            <a:off x="8801420" y="10118218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6" name="Figure 3 plot object 315"/>
          <p:cNvSpPr>
            <a:spLocks noGrp="1"/>
          </p:cNvSpPr>
          <p:nvPr/>
        </p:nvSpPr>
        <p:spPr>
          <a:xfrm>
            <a:off x="9471718" y="10065365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7" name="Figure 3 plot object 316"/>
          <p:cNvSpPr>
            <a:spLocks noGrp="1"/>
          </p:cNvSpPr>
          <p:nvPr/>
        </p:nvSpPr>
        <p:spPr>
          <a:xfrm>
            <a:off x="10142015" y="985395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8" name="Figure 3 plot object 317"/>
          <p:cNvSpPr>
            <a:spLocks noGrp="1"/>
          </p:cNvSpPr>
          <p:nvPr/>
        </p:nvSpPr>
        <p:spPr>
          <a:xfrm>
            <a:off x="10812312" y="9290181"/>
            <a:ext cx="79060" cy="20"/>
          </a:xfrm>
          <a:custGeom>
            <a:avLst/>
            <a:gdLst/>
            <a:ahLst/>
            <a:cxnLst/>
            <a:pathLst>
              <a:path w="79060" h="20">
                <a:moveTo>
                  <a:pt x="79060" y="0"/>
                </a:moveTo>
                <a:lnTo>
                  <a:pt x="0" y="0"/>
                </a:lnTo>
              </a:path>
            </a:pathLst>
          </a:custGeom>
          <a:solidFill>
            <a:srgbClr val="19847B"/>
          </a:solidFill>
          <a:ln w="15812">
            <a:solidFill>
              <a:srgbClr val="19847B"/>
            </a:solidFill>
            <a:prstDash val="solid"/>
          </a:ln>
        </p:spPr>
      </p:sp>
      <p:sp>
        <p:nvSpPr>
          <p:cNvPr id="319" name="MAE 0.229; coverage 5/12"/>
          <p:cNvSpPr>
            <a:spLocks noGrp="1"/>
          </p:cNvSpPr>
          <p:nvPr/>
        </p:nvSpPr>
        <p:spPr>
          <a:xfrm>
            <a:off x="9738096" y="8812231"/>
            <a:ext cx="167322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MAE 0.229; coverage 5/12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20" name="Figure 3 plot object 319"/>
          <p:cNvSpPr>
            <a:spLocks noGrp="1"/>
          </p:cNvSpPr>
          <p:nvPr/>
        </p:nvSpPr>
        <p:spPr>
          <a:xfrm>
            <a:off x="3445960" y="10367491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1" name="Figure 3 plot object 320"/>
          <p:cNvSpPr>
            <a:spLocks noGrp="1"/>
          </p:cNvSpPr>
          <p:nvPr/>
        </p:nvSpPr>
        <p:spPr>
          <a:xfrm>
            <a:off x="4116257" y="10050371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2" name="Figure 3 plot object 321"/>
          <p:cNvSpPr>
            <a:spLocks noGrp="1"/>
          </p:cNvSpPr>
          <p:nvPr/>
        </p:nvSpPr>
        <p:spPr>
          <a:xfrm>
            <a:off x="4786555" y="10015135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3" name="Figure 3 plot object 322"/>
          <p:cNvSpPr>
            <a:spLocks noGrp="1"/>
          </p:cNvSpPr>
          <p:nvPr/>
        </p:nvSpPr>
        <p:spPr>
          <a:xfrm>
            <a:off x="5456852" y="9451365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4" name="Figure 3 plot object 323"/>
          <p:cNvSpPr>
            <a:spLocks noGrp="1"/>
          </p:cNvSpPr>
          <p:nvPr/>
        </p:nvSpPr>
        <p:spPr>
          <a:xfrm>
            <a:off x="6127149" y="10314638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5" name="Figure 3 plot object 324"/>
          <p:cNvSpPr>
            <a:spLocks noGrp="1"/>
          </p:cNvSpPr>
          <p:nvPr/>
        </p:nvSpPr>
        <p:spPr>
          <a:xfrm>
            <a:off x="6797446" y="10279402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6" name="Figure 3 plot object 325"/>
          <p:cNvSpPr>
            <a:spLocks noGrp="1"/>
          </p:cNvSpPr>
          <p:nvPr/>
        </p:nvSpPr>
        <p:spPr>
          <a:xfrm>
            <a:off x="7467744" y="10332256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7" name="Figure 3 plot object 326"/>
          <p:cNvSpPr>
            <a:spLocks noGrp="1"/>
          </p:cNvSpPr>
          <p:nvPr/>
        </p:nvSpPr>
        <p:spPr>
          <a:xfrm>
            <a:off x="8138041" y="10297020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8" name="Figure 3 plot object 327"/>
          <p:cNvSpPr>
            <a:spLocks noGrp="1"/>
          </p:cNvSpPr>
          <p:nvPr/>
        </p:nvSpPr>
        <p:spPr>
          <a:xfrm>
            <a:off x="8808338" y="10349873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29" name="Figure 3 plot object 328"/>
          <p:cNvSpPr>
            <a:spLocks noGrp="1"/>
          </p:cNvSpPr>
          <p:nvPr/>
        </p:nvSpPr>
        <p:spPr>
          <a:xfrm>
            <a:off x="9478635" y="10332256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30" name="Figure 3 plot object 329"/>
          <p:cNvSpPr>
            <a:spLocks noGrp="1"/>
          </p:cNvSpPr>
          <p:nvPr/>
        </p:nvSpPr>
        <p:spPr>
          <a:xfrm>
            <a:off x="10148933" y="10156077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31" name="Figure 3 plot object 330"/>
          <p:cNvSpPr>
            <a:spLocks noGrp="1"/>
          </p:cNvSpPr>
          <p:nvPr/>
        </p:nvSpPr>
        <p:spPr>
          <a:xfrm>
            <a:off x="10819230" y="9486600"/>
            <a:ext cx="65224" cy="65224"/>
          </a:xfrm>
          <a:custGeom>
            <a:avLst/>
            <a:gdLst/>
            <a:ahLst/>
            <a:cxnLst/>
            <a:pathLst>
              <a:path w="65224" h="65224">
                <a:moveTo>
                  <a:pt x="32612" y="65224"/>
                </a:moveTo>
                <a:cubicBezTo>
                  <a:pt x="41261" y="65224"/>
                  <a:pt x="49557" y="61788"/>
                  <a:pt x="55672" y="55672"/>
                </a:cubicBezTo>
                <a:cubicBezTo>
                  <a:pt x="61788" y="49557"/>
                  <a:pt x="65224" y="41261"/>
                  <a:pt x="65224" y="32612"/>
                </a:cubicBezTo>
                <a:cubicBezTo>
                  <a:pt x="65224" y="23963"/>
                  <a:pt x="61788" y="15667"/>
                  <a:pt x="55672" y="9552"/>
                </a:cubicBezTo>
                <a:cubicBezTo>
                  <a:pt x="49557" y="3436"/>
                  <a:pt x="41261" y="0"/>
                  <a:pt x="32612" y="0"/>
                </a:cubicBezTo>
                <a:cubicBezTo>
                  <a:pt x="23963" y="0"/>
                  <a:pt x="15667" y="3436"/>
                  <a:pt x="9552" y="9552"/>
                </a:cubicBezTo>
                <a:cubicBezTo>
                  <a:pt x="3436" y="15667"/>
                  <a:pt x="0" y="23963"/>
                  <a:pt x="0" y="32612"/>
                </a:cubicBezTo>
                <a:cubicBezTo>
                  <a:pt x="0" y="41261"/>
                  <a:pt x="3436" y="49557"/>
                  <a:pt x="9552" y="55672"/>
                </a:cubicBezTo>
                <a:cubicBezTo>
                  <a:pt x="15667" y="61788"/>
                  <a:pt x="23963" y="65224"/>
                  <a:pt x="32612" y="65224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32" name="Figure 3 plot object 331"/>
          <p:cNvSpPr>
            <a:spLocks noGrp="1"/>
          </p:cNvSpPr>
          <p:nvPr/>
        </p:nvSpPr>
        <p:spPr>
          <a:xfrm>
            <a:off x="3555538" y="10380264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3" name="Figure 3 plot object 332"/>
          <p:cNvSpPr>
            <a:spLocks noGrp="1"/>
          </p:cNvSpPr>
          <p:nvPr/>
        </p:nvSpPr>
        <p:spPr>
          <a:xfrm>
            <a:off x="4225835" y="9822074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4" name="Figure 3 plot object 333"/>
          <p:cNvSpPr>
            <a:spLocks noGrp="1"/>
          </p:cNvSpPr>
          <p:nvPr/>
        </p:nvSpPr>
        <p:spPr>
          <a:xfrm>
            <a:off x="4896132" y="9805348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5" name="Figure 3 plot object 334"/>
          <p:cNvSpPr>
            <a:spLocks noGrp="1"/>
          </p:cNvSpPr>
          <p:nvPr/>
        </p:nvSpPr>
        <p:spPr>
          <a:xfrm>
            <a:off x="5566430" y="9430040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6" name="Figure 3 plot object 335"/>
          <p:cNvSpPr>
            <a:spLocks noGrp="1"/>
          </p:cNvSpPr>
          <p:nvPr/>
        </p:nvSpPr>
        <p:spPr>
          <a:xfrm>
            <a:off x="6236727" y="9799404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7" name="Figure 3 plot object 336"/>
          <p:cNvSpPr>
            <a:spLocks noGrp="1"/>
          </p:cNvSpPr>
          <p:nvPr/>
        </p:nvSpPr>
        <p:spPr>
          <a:xfrm>
            <a:off x="6907024" y="9332109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8" name="Figure 3 plot object 337"/>
          <p:cNvSpPr>
            <a:spLocks noGrp="1"/>
          </p:cNvSpPr>
          <p:nvPr/>
        </p:nvSpPr>
        <p:spPr>
          <a:xfrm>
            <a:off x="7577321" y="9824960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39" name="Figure 3 plot object 338"/>
          <p:cNvSpPr>
            <a:spLocks noGrp="1"/>
          </p:cNvSpPr>
          <p:nvPr/>
        </p:nvSpPr>
        <p:spPr>
          <a:xfrm>
            <a:off x="8247619" y="9481233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0" name="Figure 3 plot object 339"/>
          <p:cNvSpPr>
            <a:spLocks noGrp="1"/>
          </p:cNvSpPr>
          <p:nvPr/>
        </p:nvSpPr>
        <p:spPr>
          <a:xfrm>
            <a:off x="8917916" y="9930011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1" name="Figure 3 plot object 340"/>
          <p:cNvSpPr>
            <a:spLocks noGrp="1"/>
          </p:cNvSpPr>
          <p:nvPr/>
        </p:nvSpPr>
        <p:spPr>
          <a:xfrm>
            <a:off x="9588213" y="9566819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2" name="Figure 3 plot object 341"/>
          <p:cNvSpPr>
            <a:spLocks noGrp="1"/>
          </p:cNvSpPr>
          <p:nvPr/>
        </p:nvSpPr>
        <p:spPr>
          <a:xfrm>
            <a:off x="10258510" y="9950755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3" name="Figure 3 plot object 342"/>
          <p:cNvSpPr>
            <a:spLocks noGrp="1"/>
          </p:cNvSpPr>
          <p:nvPr/>
        </p:nvSpPr>
        <p:spPr>
          <a:xfrm>
            <a:off x="10928808" y="9830196"/>
            <a:ext cx="100782" cy="100782"/>
          </a:xfrm>
          <a:custGeom>
            <a:avLst/>
            <a:gdLst/>
            <a:ahLst/>
            <a:cxnLst/>
            <a:pathLst>
              <a:path w="100782" h="100782">
                <a:moveTo>
                  <a:pt x="50391" y="100782"/>
                </a:moveTo>
                <a:lnTo>
                  <a:pt x="100782" y="50391"/>
                </a:lnTo>
                <a:lnTo>
                  <a:pt x="50391" y="0"/>
                </a:lnTo>
                <a:lnTo>
                  <a:pt x="0" y="50391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4" name="Figure 3 plot object 343"/>
          <p:cNvSpPr>
            <a:spLocks noGrp="1"/>
          </p:cNvSpPr>
          <p:nvPr/>
        </p:nvSpPr>
        <p:spPr>
          <a:xfrm>
            <a:off x="3108705" y="8900552"/>
            <a:ext cx="188162" cy="20"/>
          </a:xfrm>
          <a:custGeom>
            <a:avLst/>
            <a:gdLst/>
            <a:ahLst/>
            <a:cxnLst/>
            <a:pathLst>
              <a:path w="188162" h="20">
                <a:moveTo>
                  <a:pt x="0" y="0"/>
                </a:moveTo>
                <a:lnTo>
                  <a:pt x="94081" y="0"/>
                </a:lnTo>
                <a:lnTo>
                  <a:pt x="188162" y="0"/>
                </a:lnTo>
              </a:path>
            </a:pathLst>
          </a:custGeom>
          <a:noFill/>
          <a:ln w="29647">
            <a:solidFill>
              <a:srgbClr val="19847B"/>
            </a:solidFill>
            <a:prstDash val="solid"/>
          </a:ln>
        </p:spPr>
      </p:sp>
      <p:sp>
        <p:nvSpPr>
          <p:cNvPr id="345" name="Figure 3 plot object 344"/>
          <p:cNvSpPr>
            <a:spLocks noGrp="1"/>
          </p:cNvSpPr>
          <p:nvPr/>
        </p:nvSpPr>
        <p:spPr>
          <a:xfrm>
            <a:off x="3173138" y="8870905"/>
            <a:ext cx="59295" cy="59295"/>
          </a:xfrm>
          <a:custGeom>
            <a:avLst/>
            <a:gdLst/>
            <a:ahLst/>
            <a:cxnLst/>
            <a:pathLst>
              <a:path w="59295" h="59295">
                <a:moveTo>
                  <a:pt x="29647" y="59295"/>
                </a:moveTo>
                <a:cubicBezTo>
                  <a:pt x="37510" y="59295"/>
                  <a:pt x="45052" y="56171"/>
                  <a:pt x="50611" y="50611"/>
                </a:cubicBezTo>
                <a:cubicBezTo>
                  <a:pt x="56171" y="45052"/>
                  <a:pt x="59295" y="37510"/>
                  <a:pt x="59295" y="29647"/>
                </a:cubicBezTo>
                <a:cubicBezTo>
                  <a:pt x="59295" y="21785"/>
                  <a:pt x="56171" y="14243"/>
                  <a:pt x="50611" y="8684"/>
                </a:cubicBezTo>
                <a:cubicBezTo>
                  <a:pt x="45052" y="3124"/>
                  <a:pt x="37510" y="0"/>
                  <a:pt x="29647" y="0"/>
                </a:cubicBezTo>
                <a:cubicBezTo>
                  <a:pt x="21785" y="0"/>
                  <a:pt x="14243" y="3124"/>
                  <a:pt x="8684" y="8684"/>
                </a:cubicBezTo>
                <a:cubicBezTo>
                  <a:pt x="3124" y="14243"/>
                  <a:pt x="0" y="21785"/>
                  <a:pt x="0" y="29647"/>
                </a:cubicBezTo>
                <a:cubicBezTo>
                  <a:pt x="0" y="37510"/>
                  <a:pt x="3124" y="45052"/>
                  <a:pt x="8684" y="50611"/>
                </a:cubicBezTo>
                <a:cubicBezTo>
                  <a:pt x="14243" y="56171"/>
                  <a:pt x="21785" y="59295"/>
                  <a:pt x="29647" y="59295"/>
                </a:cubicBezTo>
                <a:close/>
              </a:path>
            </a:pathLst>
          </a:custGeom>
          <a:solidFill>
            <a:srgbClr val="19847B"/>
          </a:solidFill>
          <a:ln w="19765">
            <a:solidFill>
              <a:srgbClr val="19847B"/>
            </a:solidFill>
            <a:prstDash val="solid"/>
          </a:ln>
        </p:spPr>
      </p:sp>
      <p:sp>
        <p:nvSpPr>
          <p:cNvPr id="346" name="Forecast + 80% interval"/>
          <p:cNvSpPr>
            <a:spLocks noGrp="1"/>
          </p:cNvSpPr>
          <p:nvPr/>
        </p:nvSpPr>
        <p:spPr>
          <a:xfrm>
            <a:off x="3404388" y="8823943"/>
            <a:ext cx="147574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Forecast + 80% interval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47" name="Figure 3 plot object 346"/>
          <p:cNvSpPr>
            <a:spLocks noGrp="1"/>
          </p:cNvSpPr>
          <p:nvPr/>
        </p:nvSpPr>
        <p:spPr>
          <a:xfrm>
            <a:off x="5046803" y="8858624"/>
            <a:ext cx="83855" cy="83855"/>
          </a:xfrm>
          <a:custGeom>
            <a:avLst/>
            <a:gdLst/>
            <a:ahLst/>
            <a:cxnLst/>
            <a:pathLst>
              <a:path w="83855" h="83855">
                <a:moveTo>
                  <a:pt x="41928" y="83855"/>
                </a:moveTo>
                <a:lnTo>
                  <a:pt x="83855" y="41928"/>
                </a:lnTo>
                <a:lnTo>
                  <a:pt x="41928" y="0"/>
                </a:lnTo>
                <a:lnTo>
                  <a:pt x="0" y="41928"/>
                </a:lnTo>
                <a:close/>
              </a:path>
            </a:pathLst>
          </a:custGeom>
          <a:solidFill>
            <a:srgbClr val="AF542D"/>
          </a:solidFill>
          <a:ln w="19765">
            <a:solidFill>
              <a:srgbClr val="AF542D"/>
            </a:solidFill>
            <a:prstDash val="solid"/>
          </a:ln>
        </p:spPr>
      </p:sp>
      <p:sp>
        <p:nvSpPr>
          <p:cNvPr id="348" name="Withheld reference"/>
          <p:cNvSpPr>
            <a:spLocks noGrp="1"/>
          </p:cNvSpPr>
          <p:nvPr/>
        </p:nvSpPr>
        <p:spPr>
          <a:xfrm>
            <a:off x="5290332" y="8823943"/>
            <a:ext cx="1196271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Withheld reference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49" name="a"/>
          <p:cNvSpPr>
            <a:spLocks noGrp="1"/>
          </p:cNvSpPr>
          <p:nvPr/>
        </p:nvSpPr>
        <p:spPr>
          <a:xfrm>
            <a:off x="2493536" y="431467"/>
            <a:ext cx="210002" cy="317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</a:t>
            </a:r>
            <a:endParaRPr sz="2000" b="1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50" name="Electrochemistry"/>
          <p:cNvSpPr>
            <a:spLocks noGrp="1"/>
          </p:cNvSpPr>
          <p:nvPr/>
        </p:nvSpPr>
        <p:spPr>
          <a:xfrm>
            <a:off x="2769187" y="439539"/>
            <a:ext cx="168465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Electrochemistry</a:t>
            </a:r>
            <a:endParaRPr sz="1800" b="1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51" name="b"/>
          <p:cNvSpPr>
            <a:spLocks noGrp="1"/>
          </p:cNvSpPr>
          <p:nvPr/>
        </p:nvSpPr>
        <p:spPr>
          <a:xfrm>
            <a:off x="7271475" y="431467"/>
            <a:ext cx="217414" cy="317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</a:t>
            </a:r>
            <a:endParaRPr sz="2000" b="1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52" name="Reaction processing"/>
          <p:cNvSpPr>
            <a:spLocks noGrp="1"/>
          </p:cNvSpPr>
          <p:nvPr/>
        </p:nvSpPr>
        <p:spPr>
          <a:xfrm>
            <a:off x="7547126" y="439539"/>
            <a:ext cx="195770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Reaction processing</a:t>
            </a:r>
            <a:endParaRPr sz="1800" b="1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53" name="c"/>
          <p:cNvSpPr>
            <a:spLocks noGrp="1"/>
          </p:cNvSpPr>
          <p:nvPr/>
        </p:nvSpPr>
        <p:spPr>
          <a:xfrm>
            <a:off x="2493536" y="4206516"/>
            <a:ext cx="207531" cy="317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</a:t>
            </a:r>
            <a:endParaRPr sz="2000" b="1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54" name="Two independent 12-batch research paths"/>
          <p:cNvSpPr>
            <a:spLocks noGrp="1"/>
          </p:cNvSpPr>
          <p:nvPr/>
        </p:nvSpPr>
        <p:spPr>
          <a:xfrm>
            <a:off x="2769187" y="4215059"/>
            <a:ext cx="407606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Two independent 12-batch research paths</a:t>
            </a:r>
            <a:endParaRPr sz="1800" b="1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55" name="d"/>
          <p:cNvSpPr>
            <a:spLocks noGrp="1"/>
          </p:cNvSpPr>
          <p:nvPr/>
        </p:nvSpPr>
        <p:spPr>
          <a:xfrm>
            <a:off x="2485281" y="8090938"/>
            <a:ext cx="219885" cy="317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d</a:t>
            </a:r>
            <a:endParaRPr sz="2000" b="1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56" name="The optimization agent's subsequent predictions"/>
          <p:cNvSpPr>
            <a:spLocks noGrp="1"/>
          </p:cNvSpPr>
          <p:nvPr/>
        </p:nvSpPr>
        <p:spPr>
          <a:xfrm>
            <a:off x="2769187" y="8091391"/>
            <a:ext cx="471995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The optimization agent's subsequent predictions</a:t>
            </a:r>
            <a:endParaRPr sz="1800" b="1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58" name="Later public Q rationale (condensed): poor cross-pairs suggest material incompatibility."/>
          <p:cNvSpPr>
            <a:spLocks noGrp="1"/>
          </p:cNvSpPr>
          <p:nvPr/>
        </p:nvSpPr>
        <p:spPr>
          <a:xfrm>
            <a:off x="2769187" y="8450319"/>
            <a:ext cx="6229985" cy="2260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Later public Q rationale (condensed): poor cross-pairs suggest material incompatibility.</a:t>
            </a:r>
            <a:endParaRPr sz="14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59" name="Highlighted conditions: +0.8 V, 100 mA, 7,200 s. All queries use 0.012 mol in 0.025 L."/>
          <p:cNvSpPr>
            <a:spLocks noGrp="1"/>
          </p:cNvSpPr>
          <p:nvPr/>
        </p:nvSpPr>
        <p:spPr>
          <a:xfrm>
            <a:off x="3136721" y="10881333"/>
            <a:ext cx="533146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Highlighted conditions: +0.8 V, 100 mA, 7,200 s. All queries use 0.012 mol in 0.025 L.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60" name="Figure 3 plot object 359"/>
          <p:cNvSpPr>
            <a:spLocks noGrp="1"/>
          </p:cNvSpPr>
          <p:nvPr/>
        </p:nvSpPr>
        <p:spPr>
          <a:xfrm>
            <a:off x="8646454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637482"/>
          </a:solidFill>
          <a:ln w="19765">
            <a:solidFill>
              <a:srgbClr val="637482"/>
            </a:solidFill>
            <a:prstDash val="solid"/>
          </a:ln>
        </p:spPr>
      </p:sp>
      <p:sp>
        <p:nvSpPr>
          <p:cNvPr id="361" name="Opaque"/>
          <p:cNvSpPr>
            <a:spLocks noGrp="1"/>
          </p:cNvSpPr>
          <p:nvPr/>
        </p:nvSpPr>
        <p:spPr>
          <a:xfrm>
            <a:off x="8874146" y="3914843"/>
            <a:ext cx="541558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Opaque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62" name="Figure 3 plot object 361"/>
          <p:cNvSpPr>
            <a:spLocks noGrp="1"/>
          </p:cNvSpPr>
          <p:nvPr/>
        </p:nvSpPr>
        <p:spPr>
          <a:xfrm>
            <a:off x="9595097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277F8A"/>
          </a:solidFill>
          <a:ln w="19765">
            <a:solidFill>
              <a:srgbClr val="277F8A"/>
            </a:solidFill>
            <a:prstDash val="solid"/>
          </a:ln>
        </p:spPr>
      </p:sp>
      <p:sp>
        <p:nvSpPr>
          <p:cNvPr id="363" name="Aligned"/>
          <p:cNvSpPr>
            <a:spLocks noGrp="1"/>
          </p:cNvSpPr>
          <p:nvPr/>
        </p:nvSpPr>
        <p:spPr>
          <a:xfrm>
            <a:off x="9822788" y="3914843"/>
            <a:ext cx="516852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Aligned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64" name="Figure 3 plot object 363"/>
          <p:cNvSpPr>
            <a:spLocks noGrp="1"/>
          </p:cNvSpPr>
          <p:nvPr/>
        </p:nvSpPr>
        <p:spPr>
          <a:xfrm>
            <a:off x="10513835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BC7850"/>
          </a:solidFill>
          <a:ln w="19765">
            <a:solidFill>
              <a:srgbClr val="BC7850"/>
            </a:solidFill>
            <a:prstDash val="solid"/>
          </a:ln>
        </p:spPr>
      </p:sp>
      <p:sp>
        <p:nvSpPr>
          <p:cNvPr id="365" name="MisIndexed"/>
          <p:cNvSpPr>
            <a:spLocks noGrp="1"/>
          </p:cNvSpPr>
          <p:nvPr/>
        </p:nvSpPr>
        <p:spPr>
          <a:xfrm>
            <a:off x="10741525" y="3914843"/>
            <a:ext cx="754031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MisIndexed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68" name="quadrant-prediction-only"/>
          <p:cNvSpPr>
            <a:spLocks noGrp="1"/>
          </p:cNvSpPr>
          <p:nvPr/>
        </p:nvSpPr>
        <p:spPr>
          <a:xfrm>
            <a:off x="3257550" y="904875"/>
            <a:ext cx="165735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prediction only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69" name="quadrant-prediction-only-count"/>
          <p:cNvSpPr>
            <a:spLocks noGrp="1"/>
          </p:cNvSpPr>
          <p:nvPr/>
        </p:nvSpPr>
        <p:spPr>
          <a:xfrm>
            <a:off x="3257550" y="1066800"/>
            <a:ext cx="70485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0" name="quadrant-better-both"/>
          <p:cNvSpPr>
            <a:spLocks noGrp="1"/>
          </p:cNvSpPr>
          <p:nvPr/>
        </p:nvSpPr>
        <p:spPr>
          <a:xfrm>
            <a:off x="5362575" y="723900"/>
            <a:ext cx="126682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on both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1" name="quadrant-better-both-count"/>
          <p:cNvSpPr>
            <a:spLocks noGrp="1"/>
          </p:cNvSpPr>
          <p:nvPr/>
        </p:nvSpPr>
        <p:spPr>
          <a:xfrm>
            <a:off x="5915025" y="885825"/>
            <a:ext cx="7143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13/30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2" name="quadrant-worse-both"/>
          <p:cNvSpPr>
            <a:spLocks noGrp="1"/>
          </p:cNvSpPr>
          <p:nvPr/>
        </p:nvSpPr>
        <p:spPr>
          <a:xfrm>
            <a:off x="3257550" y="2933700"/>
            <a:ext cx="13239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Worse on both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3" name="quadrant-worse-both-count"/>
          <p:cNvSpPr>
            <a:spLocks noGrp="1"/>
          </p:cNvSpPr>
          <p:nvPr/>
        </p:nvSpPr>
        <p:spPr>
          <a:xfrm>
            <a:off x="3257550" y="3095625"/>
            <a:ext cx="70485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3/30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4" name="quadrant-retest-only"/>
          <p:cNvSpPr>
            <a:spLocks noGrp="1"/>
          </p:cNvSpPr>
          <p:nvPr/>
        </p:nvSpPr>
        <p:spPr>
          <a:xfrm>
            <a:off x="5248275" y="2933700"/>
            <a:ext cx="138112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retest only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5" name="quadrant-retest-only-count"/>
          <p:cNvSpPr>
            <a:spLocks noGrp="1"/>
          </p:cNvSpPr>
          <p:nvPr/>
        </p:nvSpPr>
        <p:spPr>
          <a:xfrm>
            <a:off x="5915025" y="3095625"/>
            <a:ext cx="7143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13/30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6" name="quadrant-prediction-only"/>
          <p:cNvSpPr>
            <a:spLocks noGrp="1"/>
          </p:cNvSpPr>
          <p:nvPr/>
        </p:nvSpPr>
        <p:spPr>
          <a:xfrm>
            <a:off x="8039100" y="904875"/>
            <a:ext cx="165735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prediction only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7" name="quadrant-prediction-only-count"/>
          <p:cNvSpPr>
            <a:spLocks noGrp="1"/>
          </p:cNvSpPr>
          <p:nvPr/>
        </p:nvSpPr>
        <p:spPr>
          <a:xfrm>
            <a:off x="8039100" y="1066800"/>
            <a:ext cx="70485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4/30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8" name="quadrant-better-both"/>
          <p:cNvSpPr>
            <a:spLocks noGrp="1"/>
          </p:cNvSpPr>
          <p:nvPr/>
        </p:nvSpPr>
        <p:spPr>
          <a:xfrm>
            <a:off x="10010775" y="723900"/>
            <a:ext cx="126682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on both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79" name="quadrant-better-both-count"/>
          <p:cNvSpPr>
            <a:spLocks noGrp="1"/>
          </p:cNvSpPr>
          <p:nvPr/>
        </p:nvSpPr>
        <p:spPr>
          <a:xfrm>
            <a:off x="10563225" y="885825"/>
            <a:ext cx="7143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4/30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0" name="quadrant-worse-both"/>
          <p:cNvSpPr>
            <a:spLocks noGrp="1"/>
          </p:cNvSpPr>
          <p:nvPr/>
        </p:nvSpPr>
        <p:spPr>
          <a:xfrm>
            <a:off x="8039100" y="2933700"/>
            <a:ext cx="13239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Worse on both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1" name="quadrant-worse-both-count"/>
          <p:cNvSpPr>
            <a:spLocks noGrp="1"/>
          </p:cNvSpPr>
          <p:nvPr/>
        </p:nvSpPr>
        <p:spPr>
          <a:xfrm>
            <a:off x="8039100" y="3095625"/>
            <a:ext cx="704850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17/30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2" name="quadrant-retest-only"/>
          <p:cNvSpPr>
            <a:spLocks noGrp="1"/>
          </p:cNvSpPr>
          <p:nvPr/>
        </p:nvSpPr>
        <p:spPr>
          <a:xfrm>
            <a:off x="9896475" y="2933700"/>
            <a:ext cx="138112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Better retest only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3" name="quadrant-retest-only-count"/>
          <p:cNvSpPr>
            <a:spLocks noGrp="1"/>
          </p:cNvSpPr>
          <p:nvPr/>
        </p:nvSpPr>
        <p:spPr>
          <a:xfrm>
            <a:off x="10563225" y="3095625"/>
            <a:ext cx="7143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r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5/30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4" name="example-callout"/>
          <p:cNvSpPr>
            <a:spLocks noGrp="1"/>
          </p:cNvSpPr>
          <p:nvPr/>
        </p:nvSpPr>
        <p:spPr>
          <a:xfrm>
            <a:off x="3895725" y="2695575"/>
            <a:ext cx="1057275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0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Example in c–d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85" name="example-leader"/>
          <p:cNvSpPr>
            <a:spLocks noGrp="1"/>
          </p:cNvSpPr>
          <p:nvPr/>
        </p:nvSpPr>
        <p:spPr>
          <a:xfrm>
            <a:off x="4819650" y="2733675"/>
            <a:ext cx="152400" cy="66675"/>
          </a:xfrm>
          <a:custGeom>
            <a:avLst/>
            <a:gdLst/>
            <a:ahLst/>
            <a:cxnLst/>
            <a:pathLst>
              <a:path w="152400" h="66675">
                <a:moveTo>
                  <a:pt x="0" y="66675"/>
                </a:moveTo>
                <a:lnTo>
                  <a:pt x="152400" y="0"/>
                </a:lnTo>
              </a:path>
            </a:pathLst>
          </a:custGeom>
          <a:noFill/>
          <a:ln w="6668">
            <a:solidFill>
              <a:srgbClr val="434343"/>
            </a:solidFill>
          </a:ln>
        </p:spPr>
      </p:sp>
      <p:sp>
        <p:nvSpPr>
          <p:cNvPr id="387" name="arm-legend-label"/>
          <p:cNvSpPr>
            <a:spLocks noGrp="1"/>
          </p:cNvSpPr>
          <p:nvPr/>
        </p:nvSpPr>
        <p:spPr>
          <a:xfrm>
            <a:off x="7773035" y="3910314"/>
            <a:ext cx="8667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Information: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8" name="Figure 3 plot object 359"/>
          <p:cNvSpPr>
            <a:spLocks noGrp="1"/>
          </p:cNvSpPr>
          <p:nvPr/>
        </p:nvSpPr>
        <p:spPr>
          <a:xfrm>
            <a:off x="3889034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637482"/>
          </a:solidFill>
          <a:ln w="19765">
            <a:solidFill>
              <a:srgbClr val="637482"/>
            </a:solidFill>
            <a:prstDash val="solid"/>
          </a:ln>
        </p:spPr>
      </p:sp>
      <p:sp>
        <p:nvSpPr>
          <p:cNvPr id="29" name="Opaque"/>
          <p:cNvSpPr>
            <a:spLocks noGrp="1"/>
          </p:cNvSpPr>
          <p:nvPr/>
        </p:nvSpPr>
        <p:spPr>
          <a:xfrm>
            <a:off x="4116726" y="3914843"/>
            <a:ext cx="541558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Opaque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1" name="Figure 3 plot object 361"/>
          <p:cNvSpPr>
            <a:spLocks noGrp="1"/>
          </p:cNvSpPr>
          <p:nvPr/>
        </p:nvSpPr>
        <p:spPr>
          <a:xfrm>
            <a:off x="4837677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277F8A"/>
          </a:solidFill>
          <a:ln w="19765">
            <a:solidFill>
              <a:srgbClr val="277F8A"/>
            </a:solidFill>
            <a:prstDash val="solid"/>
          </a:ln>
        </p:spPr>
      </p:sp>
      <p:sp>
        <p:nvSpPr>
          <p:cNvPr id="32" name="Aligned"/>
          <p:cNvSpPr>
            <a:spLocks noGrp="1"/>
          </p:cNvSpPr>
          <p:nvPr/>
        </p:nvSpPr>
        <p:spPr>
          <a:xfrm>
            <a:off x="5065368" y="3914843"/>
            <a:ext cx="516852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Aligned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4" name="Figure 3 plot object 363"/>
          <p:cNvSpPr>
            <a:spLocks noGrp="1"/>
          </p:cNvSpPr>
          <p:nvPr/>
        </p:nvSpPr>
        <p:spPr>
          <a:xfrm>
            <a:off x="5756415" y="3966034"/>
            <a:ext cx="79060" cy="79060"/>
          </a:xfrm>
          <a:custGeom>
            <a:avLst/>
            <a:gdLst/>
            <a:ahLst/>
            <a:cxnLst/>
            <a:pathLst>
              <a:path w="79060" h="79060">
                <a:moveTo>
                  <a:pt x="39530" y="79060"/>
                </a:moveTo>
                <a:cubicBezTo>
                  <a:pt x="50013" y="79060"/>
                  <a:pt x="60069" y="74894"/>
                  <a:pt x="67482" y="67482"/>
                </a:cubicBezTo>
                <a:cubicBezTo>
                  <a:pt x="74894" y="60069"/>
                  <a:pt x="79060" y="50013"/>
                  <a:pt x="79060" y="39530"/>
                </a:cubicBezTo>
                <a:cubicBezTo>
                  <a:pt x="79060" y="29046"/>
                  <a:pt x="74894" y="18991"/>
                  <a:pt x="67482" y="11578"/>
                </a:cubicBezTo>
                <a:cubicBezTo>
                  <a:pt x="60069" y="4165"/>
                  <a:pt x="50013" y="0"/>
                  <a:pt x="39530" y="0"/>
                </a:cubicBezTo>
                <a:cubicBezTo>
                  <a:pt x="29046" y="0"/>
                  <a:pt x="18991" y="4165"/>
                  <a:pt x="11578" y="11578"/>
                </a:cubicBezTo>
                <a:cubicBezTo>
                  <a:pt x="4165" y="18991"/>
                  <a:pt x="0" y="29046"/>
                  <a:pt x="0" y="39530"/>
                </a:cubicBezTo>
                <a:cubicBezTo>
                  <a:pt x="0" y="50013"/>
                  <a:pt x="4165" y="60069"/>
                  <a:pt x="11578" y="67482"/>
                </a:cubicBezTo>
                <a:cubicBezTo>
                  <a:pt x="18991" y="74894"/>
                  <a:pt x="29046" y="79060"/>
                  <a:pt x="39530" y="79060"/>
                </a:cubicBezTo>
                <a:close/>
              </a:path>
            </a:pathLst>
          </a:custGeom>
          <a:solidFill>
            <a:srgbClr val="BC7850"/>
          </a:solidFill>
          <a:ln w="19765">
            <a:solidFill>
              <a:srgbClr val="BC7850"/>
            </a:solidFill>
            <a:prstDash val="solid"/>
          </a:ln>
        </p:spPr>
      </p:sp>
      <p:sp>
        <p:nvSpPr>
          <p:cNvPr id="35" name="MisIndexed"/>
          <p:cNvSpPr>
            <a:spLocks noGrp="1"/>
          </p:cNvSpPr>
          <p:nvPr/>
        </p:nvSpPr>
        <p:spPr>
          <a:xfrm>
            <a:off x="5984106" y="3914843"/>
            <a:ext cx="754031" cy="1955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 i="0">
                <a:solidFill>
                  <a:srgbClr val="17171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 i="0">
                <a:solidFill>
                  <a:srgbClr val="17171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MisIndexed</a:t>
            </a:r>
            <a:endParaRPr sz="1200" b="0" i="0">
              <a:solidFill>
                <a:srgbClr val="17171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7" name="arm-legend-label"/>
          <p:cNvSpPr>
            <a:spLocks noGrp="1"/>
          </p:cNvSpPr>
          <p:nvPr/>
        </p:nvSpPr>
        <p:spPr>
          <a:xfrm>
            <a:off x="3015615" y="3910314"/>
            <a:ext cx="8667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 algn="l">
              <a:def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6161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Information:</a:t>
            </a:r>
            <a:endParaRPr sz="1200" b="0">
              <a:solidFill>
                <a:srgbClr val="16161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5" name="矩形 234"/>
          <p:cNvSpPr>
            <a:spLocks noGrp="1"/>
          </p:cNvSpPr>
          <p:nvPr/>
        </p:nvSpPr>
        <p:spPr>
          <a:xfrm>
            <a:off x="568960" y="1099820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</a:t>
            </a:r>
            <a:endParaRPr sz="20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795655" y="1127125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Electrochemistry Discovery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49325" y="1483042"/>
            <a:ext cx="334835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6A737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Score MAE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" name="直接连接符 3"/>
          <p:cNvSpPr>
            <a:spLocks noGrp="1"/>
          </p:cNvSpPr>
          <p:nvPr/>
        </p:nvSpPr>
        <p:spPr>
          <a:xfrm>
            <a:off x="1582420" y="219710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5" name="椭圆 4"/>
          <p:cNvSpPr>
            <a:spLocks noGrp="1"/>
          </p:cNvSpPr>
          <p:nvPr/>
        </p:nvSpPr>
        <p:spPr>
          <a:xfrm>
            <a:off x="1501140" y="2115185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6" name="椭圆 5"/>
          <p:cNvSpPr>
            <a:spLocks noGrp="1"/>
          </p:cNvSpPr>
          <p:nvPr/>
        </p:nvSpPr>
        <p:spPr>
          <a:xfrm>
            <a:off x="3084830" y="2115185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75690" y="1779588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659380" y="1779588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30605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416B9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0.1738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614295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7F8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0.1122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872230" y="2035175"/>
            <a:ext cx="63373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11/15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772535" y="2286000"/>
            <a:ext cx="83248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" name="直接连接符 12"/>
          <p:cNvSpPr>
            <a:spLocks noGrp="1"/>
          </p:cNvSpPr>
          <p:nvPr/>
        </p:nvSpPr>
        <p:spPr>
          <a:xfrm>
            <a:off x="2559685" y="2893695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14" name="椭圆 13"/>
          <p:cNvSpPr>
            <a:spLocks noGrp="1"/>
          </p:cNvSpPr>
          <p:nvPr/>
        </p:nvSpPr>
        <p:spPr>
          <a:xfrm>
            <a:off x="1538605" y="3196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5" name="椭圆 14"/>
          <p:cNvSpPr>
            <a:spLocks noGrp="1"/>
          </p:cNvSpPr>
          <p:nvPr/>
        </p:nvSpPr>
        <p:spPr>
          <a:xfrm>
            <a:off x="1894205" y="360426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" name="椭圆 15"/>
          <p:cNvSpPr>
            <a:spLocks noGrp="1"/>
          </p:cNvSpPr>
          <p:nvPr/>
        </p:nvSpPr>
        <p:spPr>
          <a:xfrm>
            <a:off x="2211070" y="306133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7" name="椭圆 16"/>
          <p:cNvSpPr>
            <a:spLocks noGrp="1"/>
          </p:cNvSpPr>
          <p:nvPr/>
        </p:nvSpPr>
        <p:spPr>
          <a:xfrm>
            <a:off x="2421255" y="373951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8" name="椭圆 17"/>
          <p:cNvSpPr>
            <a:spLocks noGrp="1"/>
          </p:cNvSpPr>
          <p:nvPr/>
        </p:nvSpPr>
        <p:spPr>
          <a:xfrm>
            <a:off x="261112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9" name="椭圆 18"/>
          <p:cNvSpPr>
            <a:spLocks noGrp="1"/>
          </p:cNvSpPr>
          <p:nvPr/>
        </p:nvSpPr>
        <p:spPr>
          <a:xfrm>
            <a:off x="2642870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0" name="椭圆 19"/>
          <p:cNvSpPr>
            <a:spLocks noGrp="1"/>
          </p:cNvSpPr>
          <p:nvPr/>
        </p:nvSpPr>
        <p:spPr>
          <a:xfrm>
            <a:off x="2679065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" name="椭圆 20"/>
          <p:cNvSpPr>
            <a:spLocks noGrp="1"/>
          </p:cNvSpPr>
          <p:nvPr/>
        </p:nvSpPr>
        <p:spPr>
          <a:xfrm>
            <a:off x="2869565" y="360426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2" name="椭圆 21"/>
          <p:cNvSpPr>
            <a:spLocks noGrp="1"/>
          </p:cNvSpPr>
          <p:nvPr/>
        </p:nvSpPr>
        <p:spPr>
          <a:xfrm>
            <a:off x="3075305" y="3196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3" name="椭圆 22"/>
          <p:cNvSpPr>
            <a:spLocks noGrp="1"/>
          </p:cNvSpPr>
          <p:nvPr/>
        </p:nvSpPr>
        <p:spPr>
          <a:xfrm>
            <a:off x="3296285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4" name="椭圆 23"/>
          <p:cNvSpPr>
            <a:spLocks noGrp="1"/>
          </p:cNvSpPr>
          <p:nvPr/>
        </p:nvSpPr>
        <p:spPr>
          <a:xfrm>
            <a:off x="3376295" y="306133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5" name="椭圆 24"/>
          <p:cNvSpPr>
            <a:spLocks noGrp="1"/>
          </p:cNvSpPr>
          <p:nvPr/>
        </p:nvSpPr>
        <p:spPr>
          <a:xfrm>
            <a:off x="349885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6" name="椭圆 25"/>
          <p:cNvSpPr>
            <a:spLocks noGrp="1"/>
          </p:cNvSpPr>
          <p:nvPr/>
        </p:nvSpPr>
        <p:spPr>
          <a:xfrm>
            <a:off x="3527425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7" name="椭圆 26"/>
          <p:cNvSpPr>
            <a:spLocks noGrp="1"/>
          </p:cNvSpPr>
          <p:nvPr/>
        </p:nvSpPr>
        <p:spPr>
          <a:xfrm>
            <a:off x="3586480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8" name="椭圆 27"/>
          <p:cNvSpPr>
            <a:spLocks noGrp="1"/>
          </p:cNvSpPr>
          <p:nvPr/>
        </p:nvSpPr>
        <p:spPr>
          <a:xfrm>
            <a:off x="371348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9" name="菱形 28"/>
          <p:cNvSpPr>
            <a:spLocks noGrp="1"/>
          </p:cNvSpPr>
          <p:nvPr/>
        </p:nvSpPr>
        <p:spPr>
          <a:xfrm>
            <a:off x="2865120" y="346392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30" name="直接连接符 29"/>
          <p:cNvSpPr>
            <a:spLocks noGrp="1"/>
          </p:cNvSpPr>
          <p:nvPr/>
        </p:nvSpPr>
        <p:spPr>
          <a:xfrm>
            <a:off x="795655" y="426021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31" name="直接连接符 30"/>
          <p:cNvSpPr>
            <a:spLocks noGrp="1"/>
          </p:cNvSpPr>
          <p:nvPr/>
        </p:nvSpPr>
        <p:spPr>
          <a:xfrm>
            <a:off x="840740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96570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-0.3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3" name="直接连接符 32"/>
          <p:cNvSpPr>
            <a:spLocks noGrp="1"/>
          </p:cNvSpPr>
          <p:nvPr/>
        </p:nvSpPr>
        <p:spPr>
          <a:xfrm>
            <a:off x="255968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2216150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5" name="直接连接符 34"/>
          <p:cNvSpPr>
            <a:spLocks noGrp="1"/>
          </p:cNvSpPr>
          <p:nvPr/>
        </p:nvSpPr>
        <p:spPr>
          <a:xfrm>
            <a:off x="427926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3935095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+0.3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677545" y="4640580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Prediction error reduction</a:t>
            </a:r>
            <a:endParaRPr sz="18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4867275" y="1099820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</a:t>
            </a:r>
            <a:endParaRPr sz="20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5093335" y="1127125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Electrochemistry Optimization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5247640" y="1483042"/>
            <a:ext cx="334835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6A737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Score MAE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1" name="直接连接符 40"/>
          <p:cNvSpPr>
            <a:spLocks noGrp="1"/>
          </p:cNvSpPr>
          <p:nvPr/>
        </p:nvSpPr>
        <p:spPr>
          <a:xfrm>
            <a:off x="5880735" y="219710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42" name="椭圆 41"/>
          <p:cNvSpPr>
            <a:spLocks noGrp="1"/>
          </p:cNvSpPr>
          <p:nvPr/>
        </p:nvSpPr>
        <p:spPr>
          <a:xfrm>
            <a:off x="5799455" y="2115185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43" name="椭圆 42"/>
          <p:cNvSpPr>
            <a:spLocks noGrp="1"/>
          </p:cNvSpPr>
          <p:nvPr/>
        </p:nvSpPr>
        <p:spPr>
          <a:xfrm>
            <a:off x="7383145" y="2115185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5374005" y="1779588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6957695" y="1779588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5328920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416B9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0.1781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6912610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7F8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0.1082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8169910" y="2035175"/>
            <a:ext cx="63373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8070850" y="2286000"/>
            <a:ext cx="83248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0" name="直接连接符 49"/>
          <p:cNvSpPr>
            <a:spLocks noGrp="1"/>
          </p:cNvSpPr>
          <p:nvPr/>
        </p:nvSpPr>
        <p:spPr>
          <a:xfrm>
            <a:off x="6858000" y="2893695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51" name="椭圆 50"/>
          <p:cNvSpPr>
            <a:spLocks noGrp="1"/>
          </p:cNvSpPr>
          <p:nvPr/>
        </p:nvSpPr>
        <p:spPr>
          <a:xfrm>
            <a:off x="6109335" y="3196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52" name="椭圆 51"/>
          <p:cNvSpPr>
            <a:spLocks noGrp="1"/>
          </p:cNvSpPr>
          <p:nvPr/>
        </p:nvSpPr>
        <p:spPr>
          <a:xfrm>
            <a:off x="6660515" y="360426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53" name="椭圆 52"/>
          <p:cNvSpPr>
            <a:spLocks noGrp="1"/>
          </p:cNvSpPr>
          <p:nvPr/>
        </p:nvSpPr>
        <p:spPr>
          <a:xfrm>
            <a:off x="6776085" y="306133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54" name="椭圆 53"/>
          <p:cNvSpPr>
            <a:spLocks noGrp="1"/>
          </p:cNvSpPr>
          <p:nvPr/>
        </p:nvSpPr>
        <p:spPr>
          <a:xfrm>
            <a:off x="6983095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5" name="椭圆 54"/>
          <p:cNvSpPr>
            <a:spLocks noGrp="1"/>
          </p:cNvSpPr>
          <p:nvPr/>
        </p:nvSpPr>
        <p:spPr>
          <a:xfrm>
            <a:off x="701802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6" name="椭圆 55"/>
          <p:cNvSpPr>
            <a:spLocks noGrp="1"/>
          </p:cNvSpPr>
          <p:nvPr/>
        </p:nvSpPr>
        <p:spPr>
          <a:xfrm>
            <a:off x="7058025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7" name="椭圆 56"/>
          <p:cNvSpPr>
            <a:spLocks noGrp="1"/>
          </p:cNvSpPr>
          <p:nvPr/>
        </p:nvSpPr>
        <p:spPr>
          <a:xfrm>
            <a:off x="7167880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8" name="椭圆 57"/>
          <p:cNvSpPr>
            <a:spLocks noGrp="1"/>
          </p:cNvSpPr>
          <p:nvPr/>
        </p:nvSpPr>
        <p:spPr>
          <a:xfrm>
            <a:off x="7272020" y="360426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59" name="椭圆 58"/>
          <p:cNvSpPr>
            <a:spLocks noGrp="1"/>
          </p:cNvSpPr>
          <p:nvPr/>
        </p:nvSpPr>
        <p:spPr>
          <a:xfrm>
            <a:off x="7291070" y="3196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0" name="椭圆 59"/>
          <p:cNvSpPr>
            <a:spLocks noGrp="1"/>
          </p:cNvSpPr>
          <p:nvPr/>
        </p:nvSpPr>
        <p:spPr>
          <a:xfrm>
            <a:off x="7416165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1" name="椭圆 60"/>
          <p:cNvSpPr>
            <a:spLocks noGrp="1"/>
          </p:cNvSpPr>
          <p:nvPr/>
        </p:nvSpPr>
        <p:spPr>
          <a:xfrm>
            <a:off x="7447915" y="306133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2" name="椭圆 61"/>
          <p:cNvSpPr>
            <a:spLocks noGrp="1"/>
          </p:cNvSpPr>
          <p:nvPr/>
        </p:nvSpPr>
        <p:spPr>
          <a:xfrm>
            <a:off x="7480935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3" name="椭圆 62"/>
          <p:cNvSpPr>
            <a:spLocks noGrp="1"/>
          </p:cNvSpPr>
          <p:nvPr/>
        </p:nvSpPr>
        <p:spPr>
          <a:xfrm>
            <a:off x="7734300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4" name="椭圆 63"/>
          <p:cNvSpPr>
            <a:spLocks noGrp="1"/>
          </p:cNvSpPr>
          <p:nvPr/>
        </p:nvSpPr>
        <p:spPr>
          <a:xfrm>
            <a:off x="7835265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5" name="椭圆 64"/>
          <p:cNvSpPr>
            <a:spLocks noGrp="1"/>
          </p:cNvSpPr>
          <p:nvPr/>
        </p:nvSpPr>
        <p:spPr>
          <a:xfrm>
            <a:off x="7884160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66" name="菱形 65"/>
          <p:cNvSpPr>
            <a:spLocks noGrp="1"/>
          </p:cNvSpPr>
          <p:nvPr/>
        </p:nvSpPr>
        <p:spPr>
          <a:xfrm>
            <a:off x="7267575" y="346392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67" name="直接连接符 66"/>
          <p:cNvSpPr>
            <a:spLocks noGrp="1"/>
          </p:cNvSpPr>
          <p:nvPr/>
        </p:nvSpPr>
        <p:spPr>
          <a:xfrm>
            <a:off x="5093335" y="426021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68" name="直接连接符 67"/>
          <p:cNvSpPr>
            <a:spLocks noGrp="1"/>
          </p:cNvSpPr>
          <p:nvPr/>
        </p:nvSpPr>
        <p:spPr>
          <a:xfrm>
            <a:off x="513905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4794885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-0.3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0" name="直接连接符 69"/>
          <p:cNvSpPr>
            <a:spLocks noGrp="1"/>
          </p:cNvSpPr>
          <p:nvPr/>
        </p:nvSpPr>
        <p:spPr>
          <a:xfrm>
            <a:off x="6858000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71" name="矩形 70"/>
          <p:cNvSpPr>
            <a:spLocks noGrp="1"/>
          </p:cNvSpPr>
          <p:nvPr/>
        </p:nvSpPr>
        <p:spPr>
          <a:xfrm>
            <a:off x="6514465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2" name="直接连接符 71"/>
          <p:cNvSpPr>
            <a:spLocks noGrp="1"/>
          </p:cNvSpPr>
          <p:nvPr/>
        </p:nvSpPr>
        <p:spPr>
          <a:xfrm>
            <a:off x="8577580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73" name="矩形 72"/>
          <p:cNvSpPr>
            <a:spLocks noGrp="1"/>
          </p:cNvSpPr>
          <p:nvPr/>
        </p:nvSpPr>
        <p:spPr>
          <a:xfrm>
            <a:off x="8233410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+0.3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4" name="矩形 73"/>
          <p:cNvSpPr>
            <a:spLocks noGrp="1"/>
          </p:cNvSpPr>
          <p:nvPr/>
        </p:nvSpPr>
        <p:spPr>
          <a:xfrm>
            <a:off x="4975860" y="4640580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Prediction error reduction</a:t>
            </a:r>
            <a:endParaRPr sz="18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5" name="矩形 74"/>
          <p:cNvSpPr>
            <a:spLocks noGrp="1"/>
          </p:cNvSpPr>
          <p:nvPr/>
        </p:nvSpPr>
        <p:spPr>
          <a:xfrm>
            <a:off x="9165590" y="1099820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</a:t>
            </a:r>
            <a:endParaRPr sz="20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6" name="矩形 75"/>
          <p:cNvSpPr>
            <a:spLocks noGrp="1"/>
          </p:cNvSpPr>
          <p:nvPr/>
        </p:nvSpPr>
        <p:spPr>
          <a:xfrm>
            <a:off x="9391650" y="1127125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Partitioning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7" name="矩形 76"/>
          <p:cNvSpPr>
            <a:spLocks noGrp="1"/>
          </p:cNvSpPr>
          <p:nvPr/>
        </p:nvSpPr>
        <p:spPr>
          <a:xfrm>
            <a:off x="9545320" y="1483042"/>
            <a:ext cx="334835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6A737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Organic-fraction MAE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8" name="直接连接符 77"/>
          <p:cNvSpPr>
            <a:spLocks noGrp="1"/>
          </p:cNvSpPr>
          <p:nvPr/>
        </p:nvSpPr>
        <p:spPr>
          <a:xfrm>
            <a:off x="10179050" y="219710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79" name="椭圆 78"/>
          <p:cNvSpPr>
            <a:spLocks noGrp="1"/>
          </p:cNvSpPr>
          <p:nvPr/>
        </p:nvSpPr>
        <p:spPr>
          <a:xfrm>
            <a:off x="10097770" y="2115185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80" name="椭圆 79"/>
          <p:cNvSpPr>
            <a:spLocks noGrp="1"/>
          </p:cNvSpPr>
          <p:nvPr/>
        </p:nvSpPr>
        <p:spPr>
          <a:xfrm>
            <a:off x="11680825" y="2115185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81" name="矩形 80"/>
          <p:cNvSpPr>
            <a:spLocks noGrp="1"/>
          </p:cNvSpPr>
          <p:nvPr/>
        </p:nvSpPr>
        <p:spPr>
          <a:xfrm>
            <a:off x="9672320" y="1779588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2" name="矩形 81"/>
          <p:cNvSpPr>
            <a:spLocks noGrp="1"/>
          </p:cNvSpPr>
          <p:nvPr/>
        </p:nvSpPr>
        <p:spPr>
          <a:xfrm>
            <a:off x="11256010" y="1779588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3" name="矩形 82"/>
          <p:cNvSpPr>
            <a:spLocks noGrp="1"/>
          </p:cNvSpPr>
          <p:nvPr/>
        </p:nvSpPr>
        <p:spPr>
          <a:xfrm>
            <a:off x="9627235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416B9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0.0829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4" name="矩形 83"/>
          <p:cNvSpPr>
            <a:spLocks noGrp="1"/>
          </p:cNvSpPr>
          <p:nvPr/>
        </p:nvSpPr>
        <p:spPr>
          <a:xfrm>
            <a:off x="11210290" y="234188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7F8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0.0238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5" name="矩形 84"/>
          <p:cNvSpPr>
            <a:spLocks noGrp="1"/>
          </p:cNvSpPr>
          <p:nvPr/>
        </p:nvSpPr>
        <p:spPr>
          <a:xfrm>
            <a:off x="12468225" y="2035175"/>
            <a:ext cx="63373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13/15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6" name="矩形 85"/>
          <p:cNvSpPr>
            <a:spLocks noGrp="1"/>
          </p:cNvSpPr>
          <p:nvPr/>
        </p:nvSpPr>
        <p:spPr>
          <a:xfrm>
            <a:off x="12368530" y="2286000"/>
            <a:ext cx="82359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7" name="直接连接符 86"/>
          <p:cNvSpPr>
            <a:spLocks noGrp="1"/>
          </p:cNvSpPr>
          <p:nvPr/>
        </p:nvSpPr>
        <p:spPr>
          <a:xfrm>
            <a:off x="11156315" y="2893695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88" name="椭圆 87"/>
          <p:cNvSpPr>
            <a:spLocks noGrp="1"/>
          </p:cNvSpPr>
          <p:nvPr/>
        </p:nvSpPr>
        <p:spPr>
          <a:xfrm>
            <a:off x="10812145" y="3196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89" name="椭圆 88"/>
          <p:cNvSpPr>
            <a:spLocks noGrp="1"/>
          </p:cNvSpPr>
          <p:nvPr/>
        </p:nvSpPr>
        <p:spPr>
          <a:xfrm>
            <a:off x="11092815" y="360426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90" name="椭圆 89"/>
          <p:cNvSpPr>
            <a:spLocks noGrp="1"/>
          </p:cNvSpPr>
          <p:nvPr/>
        </p:nvSpPr>
        <p:spPr>
          <a:xfrm>
            <a:off x="11123930" y="306133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1" name="椭圆 90"/>
          <p:cNvSpPr>
            <a:spLocks noGrp="1"/>
          </p:cNvSpPr>
          <p:nvPr/>
        </p:nvSpPr>
        <p:spPr>
          <a:xfrm>
            <a:off x="11163935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2" name="椭圆 91"/>
          <p:cNvSpPr>
            <a:spLocks noGrp="1"/>
          </p:cNvSpPr>
          <p:nvPr/>
        </p:nvSpPr>
        <p:spPr>
          <a:xfrm>
            <a:off x="11370945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3" name="椭圆 92"/>
          <p:cNvSpPr>
            <a:spLocks noGrp="1"/>
          </p:cNvSpPr>
          <p:nvPr/>
        </p:nvSpPr>
        <p:spPr>
          <a:xfrm>
            <a:off x="11374755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4" name="椭圆 93"/>
          <p:cNvSpPr>
            <a:spLocks noGrp="1"/>
          </p:cNvSpPr>
          <p:nvPr/>
        </p:nvSpPr>
        <p:spPr>
          <a:xfrm>
            <a:off x="11410950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5" name="椭圆 94"/>
          <p:cNvSpPr>
            <a:spLocks noGrp="1"/>
          </p:cNvSpPr>
          <p:nvPr/>
        </p:nvSpPr>
        <p:spPr>
          <a:xfrm>
            <a:off x="11436985" y="360426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6" name="椭圆 95"/>
          <p:cNvSpPr>
            <a:spLocks noGrp="1"/>
          </p:cNvSpPr>
          <p:nvPr/>
        </p:nvSpPr>
        <p:spPr>
          <a:xfrm>
            <a:off x="11623675" y="3196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7" name="椭圆 96"/>
          <p:cNvSpPr>
            <a:spLocks noGrp="1"/>
          </p:cNvSpPr>
          <p:nvPr/>
        </p:nvSpPr>
        <p:spPr>
          <a:xfrm>
            <a:off x="11722100" y="373951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8" name="椭圆 97"/>
          <p:cNvSpPr>
            <a:spLocks noGrp="1"/>
          </p:cNvSpPr>
          <p:nvPr/>
        </p:nvSpPr>
        <p:spPr>
          <a:xfrm>
            <a:off x="11778615" y="306133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99" name="椭圆 98"/>
          <p:cNvSpPr>
            <a:spLocks noGrp="1"/>
          </p:cNvSpPr>
          <p:nvPr/>
        </p:nvSpPr>
        <p:spPr>
          <a:xfrm>
            <a:off x="11975465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00" name="椭圆 99"/>
          <p:cNvSpPr>
            <a:spLocks noGrp="1"/>
          </p:cNvSpPr>
          <p:nvPr/>
        </p:nvSpPr>
        <p:spPr>
          <a:xfrm>
            <a:off x="12060555" y="387540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01" name="椭圆 100"/>
          <p:cNvSpPr>
            <a:spLocks noGrp="1"/>
          </p:cNvSpPr>
          <p:nvPr/>
        </p:nvSpPr>
        <p:spPr>
          <a:xfrm>
            <a:off x="12603480" y="333248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02" name="椭圆 101"/>
          <p:cNvSpPr>
            <a:spLocks noGrp="1"/>
          </p:cNvSpPr>
          <p:nvPr/>
        </p:nvSpPr>
        <p:spPr>
          <a:xfrm>
            <a:off x="12668885" y="346837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03" name="菱形 102"/>
          <p:cNvSpPr>
            <a:spLocks noGrp="1"/>
          </p:cNvSpPr>
          <p:nvPr/>
        </p:nvSpPr>
        <p:spPr>
          <a:xfrm>
            <a:off x="11432540" y="346392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104" name="直接连接符 103"/>
          <p:cNvSpPr>
            <a:spLocks noGrp="1"/>
          </p:cNvSpPr>
          <p:nvPr/>
        </p:nvSpPr>
        <p:spPr>
          <a:xfrm>
            <a:off x="9391650" y="426021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105" name="直接连接符 104"/>
          <p:cNvSpPr>
            <a:spLocks noGrp="1"/>
          </p:cNvSpPr>
          <p:nvPr/>
        </p:nvSpPr>
        <p:spPr>
          <a:xfrm>
            <a:off x="943673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06" name="矩形 105"/>
          <p:cNvSpPr>
            <a:spLocks noGrp="1"/>
          </p:cNvSpPr>
          <p:nvPr/>
        </p:nvSpPr>
        <p:spPr>
          <a:xfrm>
            <a:off x="9093200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-0.2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7" name="直接连接符 106"/>
          <p:cNvSpPr>
            <a:spLocks noGrp="1"/>
          </p:cNvSpPr>
          <p:nvPr/>
        </p:nvSpPr>
        <p:spPr>
          <a:xfrm>
            <a:off x="11156315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08" name="矩形 107"/>
          <p:cNvSpPr>
            <a:spLocks noGrp="1"/>
          </p:cNvSpPr>
          <p:nvPr/>
        </p:nvSpPr>
        <p:spPr>
          <a:xfrm>
            <a:off x="10812145" y="436880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9" name="直接连接符 108"/>
          <p:cNvSpPr>
            <a:spLocks noGrp="1"/>
          </p:cNvSpPr>
          <p:nvPr/>
        </p:nvSpPr>
        <p:spPr>
          <a:xfrm>
            <a:off x="12875260" y="426021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10" name="矩形 109"/>
          <p:cNvSpPr>
            <a:spLocks noGrp="1"/>
          </p:cNvSpPr>
          <p:nvPr/>
        </p:nvSpPr>
        <p:spPr>
          <a:xfrm>
            <a:off x="12531725" y="4368800"/>
            <a:ext cx="660400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+0.2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1" name="矩形 110"/>
          <p:cNvSpPr>
            <a:spLocks noGrp="1"/>
          </p:cNvSpPr>
          <p:nvPr/>
        </p:nvSpPr>
        <p:spPr>
          <a:xfrm>
            <a:off x="9274175" y="4640580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Prediction error reduction</a:t>
            </a:r>
            <a:endParaRPr sz="18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2" name="矩形 111"/>
          <p:cNvSpPr>
            <a:spLocks noGrp="1"/>
          </p:cNvSpPr>
          <p:nvPr/>
        </p:nvSpPr>
        <p:spPr>
          <a:xfrm>
            <a:off x="568960" y="5247005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d</a:t>
            </a:r>
            <a:endParaRPr sz="20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3" name="矩形 112"/>
          <p:cNvSpPr>
            <a:spLocks noGrp="1"/>
          </p:cNvSpPr>
          <p:nvPr/>
        </p:nvSpPr>
        <p:spPr>
          <a:xfrm>
            <a:off x="795655" y="5274310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Crystallization Recovery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4" name="矩形 113"/>
          <p:cNvSpPr>
            <a:spLocks noGrp="1"/>
          </p:cNvSpPr>
          <p:nvPr/>
        </p:nvSpPr>
        <p:spPr>
          <a:xfrm>
            <a:off x="949325" y="5630228"/>
            <a:ext cx="334835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6A737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Recovery MAE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5" name="直接连接符 114"/>
          <p:cNvSpPr>
            <a:spLocks noGrp="1"/>
          </p:cNvSpPr>
          <p:nvPr/>
        </p:nvSpPr>
        <p:spPr>
          <a:xfrm>
            <a:off x="1582420" y="634365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116" name="椭圆 115"/>
          <p:cNvSpPr>
            <a:spLocks noGrp="1"/>
          </p:cNvSpPr>
          <p:nvPr/>
        </p:nvSpPr>
        <p:spPr>
          <a:xfrm>
            <a:off x="1501140" y="6262370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117" name="椭圆 116"/>
          <p:cNvSpPr>
            <a:spLocks noGrp="1"/>
          </p:cNvSpPr>
          <p:nvPr/>
        </p:nvSpPr>
        <p:spPr>
          <a:xfrm>
            <a:off x="3084830" y="6262370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18" name="矩形 117"/>
          <p:cNvSpPr>
            <a:spLocks noGrp="1"/>
          </p:cNvSpPr>
          <p:nvPr/>
        </p:nvSpPr>
        <p:spPr>
          <a:xfrm>
            <a:off x="1075690" y="5926772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9" name="矩形 118"/>
          <p:cNvSpPr>
            <a:spLocks noGrp="1"/>
          </p:cNvSpPr>
          <p:nvPr/>
        </p:nvSpPr>
        <p:spPr>
          <a:xfrm>
            <a:off x="2659380" y="5926772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0" name="矩形 119"/>
          <p:cNvSpPr>
            <a:spLocks noGrp="1"/>
          </p:cNvSpPr>
          <p:nvPr/>
        </p:nvSpPr>
        <p:spPr>
          <a:xfrm>
            <a:off x="1030605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416B9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0.1043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1" name="矩形 120"/>
          <p:cNvSpPr>
            <a:spLocks noGrp="1"/>
          </p:cNvSpPr>
          <p:nvPr/>
        </p:nvSpPr>
        <p:spPr>
          <a:xfrm>
            <a:off x="2614295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7F8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0.0794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2" name="矩形 121"/>
          <p:cNvSpPr>
            <a:spLocks noGrp="1"/>
          </p:cNvSpPr>
          <p:nvPr/>
        </p:nvSpPr>
        <p:spPr>
          <a:xfrm>
            <a:off x="3872230" y="6182360"/>
            <a:ext cx="63373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8/15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3" name="矩形 122"/>
          <p:cNvSpPr>
            <a:spLocks noGrp="1"/>
          </p:cNvSpPr>
          <p:nvPr/>
        </p:nvSpPr>
        <p:spPr>
          <a:xfrm>
            <a:off x="3772535" y="6432550"/>
            <a:ext cx="83248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4" name="直接连接符 123"/>
          <p:cNvSpPr>
            <a:spLocks noGrp="1"/>
          </p:cNvSpPr>
          <p:nvPr/>
        </p:nvSpPr>
        <p:spPr>
          <a:xfrm>
            <a:off x="2559685" y="7040880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125" name="椭圆 124"/>
          <p:cNvSpPr>
            <a:spLocks noGrp="1"/>
          </p:cNvSpPr>
          <p:nvPr/>
        </p:nvSpPr>
        <p:spPr>
          <a:xfrm>
            <a:off x="2068195" y="734377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26" name="椭圆 125"/>
          <p:cNvSpPr>
            <a:spLocks noGrp="1"/>
          </p:cNvSpPr>
          <p:nvPr/>
        </p:nvSpPr>
        <p:spPr>
          <a:xfrm>
            <a:off x="2173605" y="775081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27" name="椭圆 126"/>
          <p:cNvSpPr>
            <a:spLocks noGrp="1"/>
          </p:cNvSpPr>
          <p:nvPr/>
        </p:nvSpPr>
        <p:spPr>
          <a:xfrm>
            <a:off x="2264410" y="720788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28" name="椭圆 127"/>
          <p:cNvSpPr>
            <a:spLocks noGrp="1"/>
          </p:cNvSpPr>
          <p:nvPr/>
        </p:nvSpPr>
        <p:spPr>
          <a:xfrm>
            <a:off x="2363470" y="788670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29" name="椭圆 128"/>
          <p:cNvSpPr>
            <a:spLocks noGrp="1"/>
          </p:cNvSpPr>
          <p:nvPr/>
        </p:nvSpPr>
        <p:spPr>
          <a:xfrm>
            <a:off x="2429510" y="761492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30" name="椭圆 129"/>
          <p:cNvSpPr>
            <a:spLocks noGrp="1"/>
          </p:cNvSpPr>
          <p:nvPr/>
        </p:nvSpPr>
        <p:spPr>
          <a:xfrm>
            <a:off x="2457450" y="747966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31" name="椭圆 130"/>
          <p:cNvSpPr>
            <a:spLocks noGrp="1"/>
          </p:cNvSpPr>
          <p:nvPr/>
        </p:nvSpPr>
        <p:spPr>
          <a:xfrm>
            <a:off x="2477135" y="8022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32" name="椭圆 131"/>
          <p:cNvSpPr>
            <a:spLocks noGrp="1"/>
          </p:cNvSpPr>
          <p:nvPr/>
        </p:nvSpPr>
        <p:spPr>
          <a:xfrm>
            <a:off x="2534285" y="775081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3" name="椭圆 132"/>
          <p:cNvSpPr>
            <a:spLocks noGrp="1"/>
          </p:cNvSpPr>
          <p:nvPr/>
        </p:nvSpPr>
        <p:spPr>
          <a:xfrm>
            <a:off x="2540000" y="734377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4" name="椭圆 133"/>
          <p:cNvSpPr>
            <a:spLocks noGrp="1"/>
          </p:cNvSpPr>
          <p:nvPr/>
        </p:nvSpPr>
        <p:spPr>
          <a:xfrm>
            <a:off x="2577465" y="788670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5" name="椭圆 134"/>
          <p:cNvSpPr>
            <a:spLocks noGrp="1"/>
          </p:cNvSpPr>
          <p:nvPr/>
        </p:nvSpPr>
        <p:spPr>
          <a:xfrm>
            <a:off x="2830830" y="720788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6" name="椭圆 135"/>
          <p:cNvSpPr>
            <a:spLocks noGrp="1"/>
          </p:cNvSpPr>
          <p:nvPr/>
        </p:nvSpPr>
        <p:spPr>
          <a:xfrm>
            <a:off x="2910205" y="761492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7" name="椭圆 136"/>
          <p:cNvSpPr>
            <a:spLocks noGrp="1"/>
          </p:cNvSpPr>
          <p:nvPr/>
        </p:nvSpPr>
        <p:spPr>
          <a:xfrm>
            <a:off x="3000375" y="8022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8" name="椭圆 137"/>
          <p:cNvSpPr>
            <a:spLocks noGrp="1"/>
          </p:cNvSpPr>
          <p:nvPr/>
        </p:nvSpPr>
        <p:spPr>
          <a:xfrm>
            <a:off x="3141980" y="747966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39" name="直接连接符 138"/>
          <p:cNvSpPr>
            <a:spLocks noGrp="1"/>
          </p:cNvSpPr>
          <p:nvPr/>
        </p:nvSpPr>
        <p:spPr>
          <a:xfrm>
            <a:off x="4019550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140" name="直接连接符 139"/>
          <p:cNvSpPr>
            <a:spLocks noGrp="1"/>
          </p:cNvSpPr>
          <p:nvPr/>
        </p:nvSpPr>
        <p:spPr>
          <a:xfrm flipV="1">
            <a:off x="4019550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141" name="菱形 140"/>
          <p:cNvSpPr>
            <a:spLocks noGrp="1"/>
          </p:cNvSpPr>
          <p:nvPr/>
        </p:nvSpPr>
        <p:spPr>
          <a:xfrm>
            <a:off x="2529840" y="761047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142" name="直接连接符 141"/>
          <p:cNvSpPr>
            <a:spLocks noGrp="1"/>
          </p:cNvSpPr>
          <p:nvPr/>
        </p:nvSpPr>
        <p:spPr>
          <a:xfrm>
            <a:off x="795655" y="840676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143" name="直接连接符 142"/>
          <p:cNvSpPr>
            <a:spLocks noGrp="1"/>
          </p:cNvSpPr>
          <p:nvPr/>
        </p:nvSpPr>
        <p:spPr>
          <a:xfrm>
            <a:off x="840740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44" name="矩形 143"/>
          <p:cNvSpPr>
            <a:spLocks noGrp="1"/>
          </p:cNvSpPr>
          <p:nvPr/>
        </p:nvSpPr>
        <p:spPr>
          <a:xfrm>
            <a:off x="496570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-0.3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5" name="直接连接符 144"/>
          <p:cNvSpPr>
            <a:spLocks noGrp="1"/>
          </p:cNvSpPr>
          <p:nvPr/>
        </p:nvSpPr>
        <p:spPr>
          <a:xfrm>
            <a:off x="255968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46" name="矩形 145"/>
          <p:cNvSpPr>
            <a:spLocks noGrp="1"/>
          </p:cNvSpPr>
          <p:nvPr/>
        </p:nvSpPr>
        <p:spPr>
          <a:xfrm>
            <a:off x="2216150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7" name="直接连接符 146"/>
          <p:cNvSpPr>
            <a:spLocks noGrp="1"/>
          </p:cNvSpPr>
          <p:nvPr/>
        </p:nvSpPr>
        <p:spPr>
          <a:xfrm>
            <a:off x="427926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48" name="矩形 147"/>
          <p:cNvSpPr>
            <a:spLocks noGrp="1"/>
          </p:cNvSpPr>
          <p:nvPr/>
        </p:nvSpPr>
        <p:spPr>
          <a:xfrm>
            <a:off x="3935095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+0.3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9" name="矩形 148"/>
          <p:cNvSpPr>
            <a:spLocks noGrp="1"/>
          </p:cNvSpPr>
          <p:nvPr/>
        </p:nvSpPr>
        <p:spPr>
          <a:xfrm>
            <a:off x="677545" y="8787765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Prediction error reduction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0" name="矩形 149"/>
          <p:cNvSpPr>
            <a:spLocks noGrp="1"/>
          </p:cNvSpPr>
          <p:nvPr/>
        </p:nvSpPr>
        <p:spPr>
          <a:xfrm>
            <a:off x="4867275" y="5247005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</a:t>
            </a:r>
            <a:endParaRPr sz="20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1" name="矩形 150"/>
          <p:cNvSpPr>
            <a:spLocks noGrp="1"/>
          </p:cNvSpPr>
          <p:nvPr/>
        </p:nvSpPr>
        <p:spPr>
          <a:xfrm>
            <a:off x="5036503" y="5274310"/>
            <a:ext cx="377825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Crystallization Fines interval coverage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2" name="矩形 151"/>
          <p:cNvSpPr>
            <a:spLocks noGrp="1"/>
          </p:cNvSpPr>
          <p:nvPr/>
        </p:nvSpPr>
        <p:spPr>
          <a:xfrm>
            <a:off x="5247640" y="5630228"/>
            <a:ext cx="334835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6A737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Fines coverage (%)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3" name="直接连接符 152"/>
          <p:cNvSpPr>
            <a:spLocks noGrp="1"/>
          </p:cNvSpPr>
          <p:nvPr/>
        </p:nvSpPr>
        <p:spPr>
          <a:xfrm>
            <a:off x="5880735" y="634365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154" name="椭圆 153"/>
          <p:cNvSpPr>
            <a:spLocks noGrp="1"/>
          </p:cNvSpPr>
          <p:nvPr/>
        </p:nvSpPr>
        <p:spPr>
          <a:xfrm>
            <a:off x="5799455" y="6262370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155" name="椭圆 154"/>
          <p:cNvSpPr>
            <a:spLocks noGrp="1"/>
          </p:cNvSpPr>
          <p:nvPr/>
        </p:nvSpPr>
        <p:spPr>
          <a:xfrm>
            <a:off x="7383145" y="6262370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56" name="矩形 155"/>
          <p:cNvSpPr>
            <a:spLocks noGrp="1"/>
          </p:cNvSpPr>
          <p:nvPr/>
        </p:nvSpPr>
        <p:spPr>
          <a:xfrm>
            <a:off x="5374005" y="5926772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7" name="矩形 156"/>
          <p:cNvSpPr>
            <a:spLocks noGrp="1"/>
          </p:cNvSpPr>
          <p:nvPr/>
        </p:nvSpPr>
        <p:spPr>
          <a:xfrm>
            <a:off x="6957695" y="5926772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8" name="矩形 157"/>
          <p:cNvSpPr>
            <a:spLocks noGrp="1"/>
          </p:cNvSpPr>
          <p:nvPr/>
        </p:nvSpPr>
        <p:spPr>
          <a:xfrm>
            <a:off x="5328920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416B9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35.6%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9" name="矩形 158"/>
          <p:cNvSpPr>
            <a:spLocks noGrp="1"/>
          </p:cNvSpPr>
          <p:nvPr/>
        </p:nvSpPr>
        <p:spPr>
          <a:xfrm>
            <a:off x="6912610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7F8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43.9%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0" name="矩形 159"/>
          <p:cNvSpPr>
            <a:spLocks noGrp="1"/>
          </p:cNvSpPr>
          <p:nvPr/>
        </p:nvSpPr>
        <p:spPr>
          <a:xfrm>
            <a:off x="8169910" y="6182360"/>
            <a:ext cx="63373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7/15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1" name="矩形 160"/>
          <p:cNvSpPr>
            <a:spLocks noGrp="1"/>
          </p:cNvSpPr>
          <p:nvPr/>
        </p:nvSpPr>
        <p:spPr>
          <a:xfrm>
            <a:off x="8070850" y="6432550"/>
            <a:ext cx="83248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2" name="直接连接符 161"/>
          <p:cNvSpPr>
            <a:spLocks noGrp="1"/>
          </p:cNvSpPr>
          <p:nvPr/>
        </p:nvSpPr>
        <p:spPr>
          <a:xfrm>
            <a:off x="6858000" y="7040880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163" name="椭圆 162"/>
          <p:cNvSpPr>
            <a:spLocks noGrp="1"/>
          </p:cNvSpPr>
          <p:nvPr/>
        </p:nvSpPr>
        <p:spPr>
          <a:xfrm>
            <a:off x="6235065" y="734377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4" name="椭圆 163"/>
          <p:cNvSpPr>
            <a:spLocks noGrp="1"/>
          </p:cNvSpPr>
          <p:nvPr/>
        </p:nvSpPr>
        <p:spPr>
          <a:xfrm>
            <a:off x="6235065" y="775081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5" name="椭圆 164"/>
          <p:cNvSpPr>
            <a:spLocks noGrp="1"/>
          </p:cNvSpPr>
          <p:nvPr/>
        </p:nvSpPr>
        <p:spPr>
          <a:xfrm>
            <a:off x="6521450" y="720788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6" name="椭圆 165"/>
          <p:cNvSpPr>
            <a:spLocks noGrp="1"/>
          </p:cNvSpPr>
          <p:nvPr/>
        </p:nvSpPr>
        <p:spPr>
          <a:xfrm>
            <a:off x="6521450" y="788670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167" name="椭圆 166"/>
          <p:cNvSpPr>
            <a:spLocks noGrp="1"/>
          </p:cNvSpPr>
          <p:nvPr/>
        </p:nvSpPr>
        <p:spPr>
          <a:xfrm>
            <a:off x="6808470" y="7614920"/>
            <a:ext cx="99695" cy="99695"/>
          </a:xfrm>
          <a:prstGeom prst="ellipse">
            <a:avLst/>
          </a:prstGeom>
          <a:solidFill>
            <a:srgbClr val="6A737B"/>
          </a:solidFill>
          <a:ln w="9525">
            <a:solidFill>
              <a:srgbClr val="6A737B"/>
            </a:solidFill>
          </a:ln>
        </p:spPr>
      </p:sp>
      <p:sp>
        <p:nvSpPr>
          <p:cNvPr id="168" name="椭圆 167"/>
          <p:cNvSpPr>
            <a:spLocks noGrp="1"/>
          </p:cNvSpPr>
          <p:nvPr/>
        </p:nvSpPr>
        <p:spPr>
          <a:xfrm>
            <a:off x="6808470" y="7479665"/>
            <a:ext cx="99695" cy="99695"/>
          </a:xfrm>
          <a:prstGeom prst="ellipse">
            <a:avLst/>
          </a:prstGeom>
          <a:solidFill>
            <a:srgbClr val="6A737B"/>
          </a:solidFill>
          <a:ln w="9525">
            <a:solidFill>
              <a:srgbClr val="6A737B"/>
            </a:solidFill>
          </a:ln>
        </p:spPr>
      </p:sp>
      <p:sp>
        <p:nvSpPr>
          <p:cNvPr id="169" name="椭圆 168"/>
          <p:cNvSpPr>
            <a:spLocks noGrp="1"/>
          </p:cNvSpPr>
          <p:nvPr/>
        </p:nvSpPr>
        <p:spPr>
          <a:xfrm>
            <a:off x="6808470" y="8022590"/>
            <a:ext cx="99695" cy="99695"/>
          </a:xfrm>
          <a:prstGeom prst="ellipse">
            <a:avLst/>
          </a:prstGeom>
          <a:solidFill>
            <a:srgbClr val="6A737B"/>
          </a:solidFill>
          <a:ln w="9525">
            <a:solidFill>
              <a:srgbClr val="6A737B"/>
            </a:solidFill>
          </a:ln>
        </p:spPr>
      </p:sp>
      <p:sp>
        <p:nvSpPr>
          <p:cNvPr id="170" name="椭圆 169"/>
          <p:cNvSpPr>
            <a:spLocks noGrp="1"/>
          </p:cNvSpPr>
          <p:nvPr/>
        </p:nvSpPr>
        <p:spPr>
          <a:xfrm>
            <a:off x="6808470" y="7750810"/>
            <a:ext cx="99695" cy="99695"/>
          </a:xfrm>
          <a:prstGeom prst="ellipse">
            <a:avLst/>
          </a:prstGeom>
          <a:solidFill>
            <a:srgbClr val="6A737B"/>
          </a:solidFill>
          <a:ln w="9525">
            <a:solidFill>
              <a:srgbClr val="6A737B"/>
            </a:solidFill>
          </a:ln>
        </p:spPr>
      </p:sp>
      <p:sp>
        <p:nvSpPr>
          <p:cNvPr id="171" name="椭圆 170"/>
          <p:cNvSpPr>
            <a:spLocks noGrp="1"/>
          </p:cNvSpPr>
          <p:nvPr/>
        </p:nvSpPr>
        <p:spPr>
          <a:xfrm>
            <a:off x="7094855" y="734377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2" name="椭圆 171"/>
          <p:cNvSpPr>
            <a:spLocks noGrp="1"/>
          </p:cNvSpPr>
          <p:nvPr/>
        </p:nvSpPr>
        <p:spPr>
          <a:xfrm>
            <a:off x="7094855" y="788670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3" name="椭圆 172"/>
          <p:cNvSpPr>
            <a:spLocks noGrp="1"/>
          </p:cNvSpPr>
          <p:nvPr/>
        </p:nvSpPr>
        <p:spPr>
          <a:xfrm>
            <a:off x="7381240" y="720788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4" name="椭圆 173"/>
          <p:cNvSpPr>
            <a:spLocks noGrp="1"/>
          </p:cNvSpPr>
          <p:nvPr/>
        </p:nvSpPr>
        <p:spPr>
          <a:xfrm>
            <a:off x="7381240" y="761492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5" name="椭圆 174"/>
          <p:cNvSpPr>
            <a:spLocks noGrp="1"/>
          </p:cNvSpPr>
          <p:nvPr/>
        </p:nvSpPr>
        <p:spPr>
          <a:xfrm>
            <a:off x="7954645" y="8022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6" name="椭圆 175"/>
          <p:cNvSpPr>
            <a:spLocks noGrp="1"/>
          </p:cNvSpPr>
          <p:nvPr/>
        </p:nvSpPr>
        <p:spPr>
          <a:xfrm>
            <a:off x="8241030" y="747966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77" name="直接连接符 176"/>
          <p:cNvSpPr>
            <a:spLocks noGrp="1"/>
          </p:cNvSpPr>
          <p:nvPr/>
        </p:nvSpPr>
        <p:spPr>
          <a:xfrm>
            <a:off x="8518525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178" name="直接连接符 177"/>
          <p:cNvSpPr>
            <a:spLocks noGrp="1"/>
          </p:cNvSpPr>
          <p:nvPr/>
        </p:nvSpPr>
        <p:spPr>
          <a:xfrm flipV="1">
            <a:off x="8518525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179" name="菱形 178"/>
          <p:cNvSpPr>
            <a:spLocks noGrp="1"/>
          </p:cNvSpPr>
          <p:nvPr/>
        </p:nvSpPr>
        <p:spPr>
          <a:xfrm>
            <a:off x="6804025" y="761047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180" name="直接连接符 179"/>
          <p:cNvSpPr>
            <a:spLocks noGrp="1"/>
          </p:cNvSpPr>
          <p:nvPr/>
        </p:nvSpPr>
        <p:spPr>
          <a:xfrm>
            <a:off x="5093335" y="840676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181" name="直接连接符 180"/>
          <p:cNvSpPr>
            <a:spLocks noGrp="1"/>
          </p:cNvSpPr>
          <p:nvPr/>
        </p:nvSpPr>
        <p:spPr>
          <a:xfrm>
            <a:off x="513905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82" name="矩形 181"/>
          <p:cNvSpPr>
            <a:spLocks noGrp="1"/>
          </p:cNvSpPr>
          <p:nvPr/>
        </p:nvSpPr>
        <p:spPr>
          <a:xfrm>
            <a:off x="4794885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-50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3" name="直接连接符 182"/>
          <p:cNvSpPr>
            <a:spLocks noGrp="1"/>
          </p:cNvSpPr>
          <p:nvPr/>
        </p:nvSpPr>
        <p:spPr>
          <a:xfrm>
            <a:off x="6858000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84" name="矩形 183"/>
          <p:cNvSpPr>
            <a:spLocks noGrp="1"/>
          </p:cNvSpPr>
          <p:nvPr/>
        </p:nvSpPr>
        <p:spPr>
          <a:xfrm>
            <a:off x="6514465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5" name="直接连接符 184"/>
          <p:cNvSpPr>
            <a:spLocks noGrp="1"/>
          </p:cNvSpPr>
          <p:nvPr/>
        </p:nvSpPr>
        <p:spPr>
          <a:xfrm>
            <a:off x="8577580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186" name="矩形 185"/>
          <p:cNvSpPr>
            <a:spLocks noGrp="1"/>
          </p:cNvSpPr>
          <p:nvPr/>
        </p:nvSpPr>
        <p:spPr>
          <a:xfrm>
            <a:off x="8233410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+50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7" name="矩形 186"/>
          <p:cNvSpPr>
            <a:spLocks noGrp="1"/>
          </p:cNvSpPr>
          <p:nvPr/>
        </p:nvSpPr>
        <p:spPr>
          <a:xfrm>
            <a:off x="4975860" y="8787765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Coverage gain (percentage points)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8" name="矩形 187"/>
          <p:cNvSpPr>
            <a:spLocks noGrp="1"/>
          </p:cNvSpPr>
          <p:nvPr/>
        </p:nvSpPr>
        <p:spPr>
          <a:xfrm>
            <a:off x="9165590" y="5247005"/>
            <a:ext cx="28956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</a:t>
            </a:r>
            <a:endParaRPr sz="20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9" name="矩形 188"/>
          <p:cNvSpPr>
            <a:spLocks noGrp="1"/>
          </p:cNvSpPr>
          <p:nvPr/>
        </p:nvSpPr>
        <p:spPr>
          <a:xfrm>
            <a:off x="9391650" y="5274310"/>
            <a:ext cx="366458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Crystallization Retested recovery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90" name="矩形 189"/>
          <p:cNvSpPr>
            <a:spLocks noGrp="1"/>
          </p:cNvSpPr>
          <p:nvPr/>
        </p:nvSpPr>
        <p:spPr>
          <a:xfrm>
            <a:off x="9545320" y="5630228"/>
            <a:ext cx="334835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6A737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Retested recovery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91" name="直接连接符 190"/>
          <p:cNvSpPr>
            <a:spLocks noGrp="1"/>
          </p:cNvSpPr>
          <p:nvPr/>
        </p:nvSpPr>
        <p:spPr>
          <a:xfrm>
            <a:off x="10179050" y="6343650"/>
            <a:ext cx="1583690" cy="635"/>
          </a:xfrm>
          <a:prstGeom prst="line">
            <a:avLst/>
          </a:prstGeom>
          <a:noFill/>
          <a:ln w="19050">
            <a:solidFill>
              <a:srgbClr val="D7DDE1"/>
            </a:solidFill>
          </a:ln>
        </p:spPr>
      </p:sp>
      <p:sp>
        <p:nvSpPr>
          <p:cNvPr id="192" name="椭圆 191"/>
          <p:cNvSpPr>
            <a:spLocks noGrp="1"/>
          </p:cNvSpPr>
          <p:nvPr/>
        </p:nvSpPr>
        <p:spPr>
          <a:xfrm>
            <a:off x="10097770" y="6262370"/>
            <a:ext cx="163195" cy="163195"/>
          </a:xfrm>
          <a:prstGeom prst="ellipse">
            <a:avLst/>
          </a:prstGeom>
          <a:solidFill>
            <a:srgbClr val="416B92"/>
          </a:solidFill>
          <a:ln w="9525">
            <a:solidFill>
              <a:srgbClr val="416B92"/>
            </a:solidFill>
          </a:ln>
        </p:spPr>
      </p:sp>
      <p:sp>
        <p:nvSpPr>
          <p:cNvPr id="193" name="椭圆 192"/>
          <p:cNvSpPr>
            <a:spLocks noGrp="1"/>
          </p:cNvSpPr>
          <p:nvPr/>
        </p:nvSpPr>
        <p:spPr>
          <a:xfrm>
            <a:off x="11680825" y="6262370"/>
            <a:ext cx="163195" cy="1631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194" name="矩形 193"/>
          <p:cNvSpPr>
            <a:spLocks noGrp="1"/>
          </p:cNvSpPr>
          <p:nvPr/>
        </p:nvSpPr>
        <p:spPr>
          <a:xfrm>
            <a:off x="9672320" y="5926772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95" name="矩形 194"/>
          <p:cNvSpPr>
            <a:spLocks noGrp="1"/>
          </p:cNvSpPr>
          <p:nvPr/>
        </p:nvSpPr>
        <p:spPr>
          <a:xfrm>
            <a:off x="11256010" y="5926772"/>
            <a:ext cx="1013460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 batches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96" name="矩形 195"/>
          <p:cNvSpPr>
            <a:spLocks noGrp="1"/>
          </p:cNvSpPr>
          <p:nvPr/>
        </p:nvSpPr>
        <p:spPr>
          <a:xfrm>
            <a:off x="9627235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416B92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416B92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42.1%</a:t>
            </a:r>
            <a:endParaRPr sz="1600" b="0">
              <a:solidFill>
                <a:srgbClr val="416B92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97" name="矩形 196"/>
          <p:cNvSpPr>
            <a:spLocks noGrp="1"/>
          </p:cNvSpPr>
          <p:nvPr/>
        </p:nvSpPr>
        <p:spPr>
          <a:xfrm>
            <a:off x="11210290" y="6488430"/>
            <a:ext cx="110426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77F8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77F8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39.9%</a:t>
            </a:r>
            <a:endParaRPr sz="1600" b="0">
              <a:solidFill>
                <a:srgbClr val="277F8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98" name="矩形 197"/>
          <p:cNvSpPr>
            <a:spLocks noGrp="1"/>
          </p:cNvSpPr>
          <p:nvPr/>
        </p:nvSpPr>
        <p:spPr>
          <a:xfrm>
            <a:off x="12468225" y="6182360"/>
            <a:ext cx="63373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00" b="1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7/15</a:t>
            </a:r>
            <a:endParaRPr sz="1800" b="1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99" name="矩形 198"/>
          <p:cNvSpPr>
            <a:spLocks noGrp="1"/>
          </p:cNvSpPr>
          <p:nvPr/>
        </p:nvSpPr>
        <p:spPr>
          <a:xfrm>
            <a:off x="12368530" y="6432550"/>
            <a:ext cx="823595" cy="256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6A737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6A737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improved</a:t>
            </a:r>
            <a:endParaRPr sz="1600" b="0">
              <a:solidFill>
                <a:srgbClr val="6A737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00" name="直接连接符 199"/>
          <p:cNvSpPr>
            <a:spLocks noGrp="1"/>
          </p:cNvSpPr>
          <p:nvPr/>
        </p:nvSpPr>
        <p:spPr>
          <a:xfrm>
            <a:off x="11156315" y="7040880"/>
            <a:ext cx="635" cy="1230630"/>
          </a:xfrm>
          <a:prstGeom prst="line">
            <a:avLst/>
          </a:prstGeom>
          <a:noFill/>
          <a:ln w="11430">
            <a:solidFill>
              <a:srgbClr val="6A737B"/>
            </a:solidFill>
          </a:ln>
        </p:spPr>
      </p:sp>
      <p:sp>
        <p:nvSpPr>
          <p:cNvPr id="201" name="椭圆 200"/>
          <p:cNvSpPr>
            <a:spLocks noGrp="1"/>
          </p:cNvSpPr>
          <p:nvPr/>
        </p:nvSpPr>
        <p:spPr>
          <a:xfrm>
            <a:off x="9815830" y="734377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2" name="椭圆 201"/>
          <p:cNvSpPr>
            <a:spLocks noGrp="1"/>
          </p:cNvSpPr>
          <p:nvPr/>
        </p:nvSpPr>
        <p:spPr>
          <a:xfrm>
            <a:off x="9850120" y="775081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3" name="椭圆 202"/>
          <p:cNvSpPr>
            <a:spLocks noGrp="1"/>
          </p:cNvSpPr>
          <p:nvPr/>
        </p:nvSpPr>
        <p:spPr>
          <a:xfrm>
            <a:off x="10469880" y="720788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4" name="椭圆 203"/>
          <p:cNvSpPr>
            <a:spLocks noGrp="1"/>
          </p:cNvSpPr>
          <p:nvPr/>
        </p:nvSpPr>
        <p:spPr>
          <a:xfrm>
            <a:off x="10502265" y="788670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5" name="椭圆 204"/>
          <p:cNvSpPr>
            <a:spLocks noGrp="1"/>
          </p:cNvSpPr>
          <p:nvPr/>
        </p:nvSpPr>
        <p:spPr>
          <a:xfrm>
            <a:off x="10633075" y="761492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6" name="椭圆 205"/>
          <p:cNvSpPr>
            <a:spLocks noGrp="1"/>
          </p:cNvSpPr>
          <p:nvPr/>
        </p:nvSpPr>
        <p:spPr>
          <a:xfrm>
            <a:off x="10947400" y="7479665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7" name="椭圆 206"/>
          <p:cNvSpPr>
            <a:spLocks noGrp="1"/>
          </p:cNvSpPr>
          <p:nvPr/>
        </p:nvSpPr>
        <p:spPr>
          <a:xfrm>
            <a:off x="10957560" y="802259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8" name="椭圆 207"/>
          <p:cNvSpPr>
            <a:spLocks noGrp="1"/>
          </p:cNvSpPr>
          <p:nvPr/>
        </p:nvSpPr>
        <p:spPr>
          <a:xfrm>
            <a:off x="11012805" y="7750810"/>
            <a:ext cx="99695" cy="9969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09" name="椭圆 208"/>
          <p:cNvSpPr>
            <a:spLocks noGrp="1"/>
          </p:cNvSpPr>
          <p:nvPr/>
        </p:nvSpPr>
        <p:spPr>
          <a:xfrm>
            <a:off x="11155045" y="734377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0" name="椭圆 209"/>
          <p:cNvSpPr>
            <a:spLocks noGrp="1"/>
          </p:cNvSpPr>
          <p:nvPr/>
        </p:nvSpPr>
        <p:spPr>
          <a:xfrm>
            <a:off x="11189970" y="788670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1" name="椭圆 210"/>
          <p:cNvSpPr>
            <a:spLocks noGrp="1"/>
          </p:cNvSpPr>
          <p:nvPr/>
        </p:nvSpPr>
        <p:spPr>
          <a:xfrm>
            <a:off x="11224260" y="720788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2" name="椭圆 211"/>
          <p:cNvSpPr>
            <a:spLocks noGrp="1"/>
          </p:cNvSpPr>
          <p:nvPr/>
        </p:nvSpPr>
        <p:spPr>
          <a:xfrm>
            <a:off x="11297285" y="761492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3" name="椭圆 212"/>
          <p:cNvSpPr>
            <a:spLocks noGrp="1"/>
          </p:cNvSpPr>
          <p:nvPr/>
        </p:nvSpPr>
        <p:spPr>
          <a:xfrm>
            <a:off x="11327765" y="8022590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4" name="椭圆 213"/>
          <p:cNvSpPr>
            <a:spLocks noGrp="1"/>
          </p:cNvSpPr>
          <p:nvPr/>
        </p:nvSpPr>
        <p:spPr>
          <a:xfrm>
            <a:off x="12622530" y="7479665"/>
            <a:ext cx="99695" cy="9969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15" name="直接连接符 214"/>
          <p:cNvSpPr>
            <a:spLocks noGrp="1"/>
          </p:cNvSpPr>
          <p:nvPr/>
        </p:nvSpPr>
        <p:spPr>
          <a:xfrm>
            <a:off x="12671425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216" name="直接连接符 215"/>
          <p:cNvSpPr>
            <a:spLocks noGrp="1"/>
          </p:cNvSpPr>
          <p:nvPr/>
        </p:nvSpPr>
        <p:spPr>
          <a:xfrm flipV="1">
            <a:off x="12671425" y="7606030"/>
            <a:ext cx="117475" cy="117475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217" name="菱形 216"/>
          <p:cNvSpPr>
            <a:spLocks noGrp="1"/>
          </p:cNvSpPr>
          <p:nvPr/>
        </p:nvSpPr>
        <p:spPr>
          <a:xfrm>
            <a:off x="11008360" y="761047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218" name="直接连接符 217"/>
          <p:cNvSpPr>
            <a:spLocks noGrp="1"/>
          </p:cNvSpPr>
          <p:nvPr/>
        </p:nvSpPr>
        <p:spPr>
          <a:xfrm>
            <a:off x="9391650" y="8406765"/>
            <a:ext cx="3529330" cy="635"/>
          </a:xfrm>
          <a:prstGeom prst="line">
            <a:avLst/>
          </a:prstGeom>
          <a:noFill/>
          <a:ln w="12383">
            <a:solidFill>
              <a:srgbClr val="24292D"/>
            </a:solidFill>
          </a:ln>
        </p:spPr>
      </p:sp>
      <p:sp>
        <p:nvSpPr>
          <p:cNvPr id="219" name="直接连接符 218"/>
          <p:cNvSpPr>
            <a:spLocks noGrp="1"/>
          </p:cNvSpPr>
          <p:nvPr/>
        </p:nvSpPr>
        <p:spPr>
          <a:xfrm>
            <a:off x="943673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220" name="矩形 219"/>
          <p:cNvSpPr>
            <a:spLocks noGrp="1"/>
          </p:cNvSpPr>
          <p:nvPr/>
        </p:nvSpPr>
        <p:spPr>
          <a:xfrm>
            <a:off x="9093200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-0.6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1" name="直接连接符 220"/>
          <p:cNvSpPr>
            <a:spLocks noGrp="1"/>
          </p:cNvSpPr>
          <p:nvPr/>
        </p:nvSpPr>
        <p:spPr>
          <a:xfrm>
            <a:off x="11156315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222" name="矩形 221"/>
          <p:cNvSpPr>
            <a:spLocks noGrp="1"/>
          </p:cNvSpPr>
          <p:nvPr/>
        </p:nvSpPr>
        <p:spPr>
          <a:xfrm>
            <a:off x="10812145" y="8515350"/>
            <a:ext cx="687705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3" name="直接连接符 222"/>
          <p:cNvSpPr>
            <a:spLocks noGrp="1"/>
          </p:cNvSpPr>
          <p:nvPr/>
        </p:nvSpPr>
        <p:spPr>
          <a:xfrm>
            <a:off x="12875260" y="8406765"/>
            <a:ext cx="635" cy="72390"/>
          </a:xfrm>
          <a:prstGeom prst="line">
            <a:avLst/>
          </a:prstGeom>
          <a:noFill/>
          <a:ln w="9525">
            <a:solidFill>
              <a:srgbClr val="24292D"/>
            </a:solidFill>
          </a:ln>
        </p:spPr>
      </p:sp>
      <p:sp>
        <p:nvSpPr>
          <p:cNvPr id="224" name="矩形 223"/>
          <p:cNvSpPr>
            <a:spLocks noGrp="1"/>
          </p:cNvSpPr>
          <p:nvPr/>
        </p:nvSpPr>
        <p:spPr>
          <a:xfrm>
            <a:off x="12531725" y="8515350"/>
            <a:ext cx="660400" cy="2533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+0.6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5" name="矩形 224"/>
          <p:cNvSpPr>
            <a:spLocks noGrp="1"/>
          </p:cNvSpPr>
          <p:nvPr/>
        </p:nvSpPr>
        <p:spPr>
          <a:xfrm>
            <a:off x="9274175" y="8787765"/>
            <a:ext cx="3764280" cy="3441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Recovery gain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6" name="椭圆 225"/>
          <p:cNvSpPr>
            <a:spLocks noGrp="1"/>
          </p:cNvSpPr>
          <p:nvPr/>
        </p:nvSpPr>
        <p:spPr>
          <a:xfrm>
            <a:off x="1772920" y="9539605"/>
            <a:ext cx="108585" cy="108585"/>
          </a:xfrm>
          <a:prstGeom prst="ellipse">
            <a:avLst/>
          </a:prstGeom>
          <a:solidFill>
            <a:srgbClr val="277F8A"/>
          </a:solidFill>
          <a:ln w="9525">
            <a:solidFill>
              <a:srgbClr val="277F8A"/>
            </a:solidFill>
          </a:ln>
        </p:spPr>
      </p:sp>
      <p:sp>
        <p:nvSpPr>
          <p:cNvPr id="227" name="矩形 226"/>
          <p:cNvSpPr>
            <a:spLocks noGrp="1"/>
          </p:cNvSpPr>
          <p:nvPr/>
        </p:nvSpPr>
        <p:spPr>
          <a:xfrm>
            <a:off x="1998980" y="9457690"/>
            <a:ext cx="1311910" cy="2806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Favorable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8" name="椭圆 227"/>
          <p:cNvSpPr>
            <a:spLocks noGrp="1"/>
          </p:cNvSpPr>
          <p:nvPr/>
        </p:nvSpPr>
        <p:spPr>
          <a:xfrm>
            <a:off x="4098290" y="9539605"/>
            <a:ext cx="108585" cy="108585"/>
          </a:xfrm>
          <a:prstGeom prst="ellipse">
            <a:avLst/>
          </a:prstGeom>
          <a:solidFill>
            <a:srgbClr val="A35F42"/>
          </a:solidFill>
          <a:ln w="9525">
            <a:solidFill>
              <a:srgbClr val="A35F42"/>
            </a:solidFill>
          </a:ln>
        </p:spPr>
      </p:sp>
      <p:sp>
        <p:nvSpPr>
          <p:cNvPr id="229" name="矩形 228"/>
          <p:cNvSpPr>
            <a:spLocks noGrp="1"/>
          </p:cNvSpPr>
          <p:nvPr/>
        </p:nvSpPr>
        <p:spPr>
          <a:xfrm>
            <a:off x="4324350" y="9457690"/>
            <a:ext cx="1447800" cy="2806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Unfavorable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30" name="直接连接符 229"/>
          <p:cNvSpPr>
            <a:spLocks noGrp="1"/>
          </p:cNvSpPr>
          <p:nvPr/>
        </p:nvSpPr>
        <p:spPr>
          <a:xfrm>
            <a:off x="6668135" y="9530080"/>
            <a:ext cx="127000" cy="127000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231" name="直接连接符 230"/>
          <p:cNvSpPr>
            <a:spLocks noGrp="1"/>
          </p:cNvSpPr>
          <p:nvPr/>
        </p:nvSpPr>
        <p:spPr>
          <a:xfrm flipV="1">
            <a:off x="6668135" y="9530080"/>
            <a:ext cx="127000" cy="127000"/>
          </a:xfrm>
          <a:prstGeom prst="line">
            <a:avLst/>
          </a:prstGeom>
          <a:noFill/>
          <a:ln w="19050">
            <a:solidFill>
              <a:srgbClr val="6A737B"/>
            </a:solidFill>
          </a:ln>
        </p:spPr>
      </p:sp>
      <p:sp>
        <p:nvSpPr>
          <p:cNvPr id="232" name="矩形 231"/>
          <p:cNvSpPr>
            <a:spLocks noGrp="1"/>
          </p:cNvSpPr>
          <p:nvPr/>
        </p:nvSpPr>
        <p:spPr>
          <a:xfrm>
            <a:off x="6930390" y="9457690"/>
            <a:ext cx="2216785" cy="2806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Source-assay shortfall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33" name="菱形 232"/>
          <p:cNvSpPr>
            <a:spLocks noGrp="1"/>
          </p:cNvSpPr>
          <p:nvPr/>
        </p:nvSpPr>
        <p:spPr>
          <a:xfrm>
            <a:off x="10368915" y="9539605"/>
            <a:ext cx="108585" cy="108585"/>
          </a:xfrm>
          <a:prstGeom prst="diamond">
            <a:avLst/>
          </a:prstGeom>
          <a:solidFill>
            <a:srgbClr val="24292D"/>
          </a:solidFill>
          <a:ln w="9525">
            <a:solidFill>
              <a:srgbClr val="24292D"/>
            </a:solidFill>
          </a:ln>
        </p:spPr>
      </p:sp>
      <p:sp>
        <p:nvSpPr>
          <p:cNvPr id="234" name="矩形 233"/>
          <p:cNvSpPr>
            <a:spLocks noGrp="1"/>
          </p:cNvSpPr>
          <p:nvPr/>
        </p:nvSpPr>
        <p:spPr>
          <a:xfrm>
            <a:off x="10577195" y="9457690"/>
            <a:ext cx="2035810" cy="28067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00" b="0">
                <a:solidFill>
                  <a:srgbClr val="24292D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24292D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Median (n = 15)</a:t>
            </a:r>
            <a:endParaRPr sz="1600" b="0">
              <a:solidFill>
                <a:srgbClr val="24292D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microsoft.com/office/drawing/2014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31" name="Figure 5 plot object 0">
            <a:extLst>
              <a:ext uri="{FF2B5EF4-FFF2-40B4-BE49-F238E27FC236}">
                <ns2:creationId id="{7984FAF6-1D53-4275-B81E-2412A507B12F}"/>
              </a:ext>
            </a:extLst>
          </p:cNvPr>
          <p:cNvSpPr>
            <a:spLocks noGrp="1"/>
          </p:cNvSpPr>
          <p:nvPr/>
        </p:nvSpPr>
        <p:spPr>
          <a:xfrm>
            <a:off x="342900" y="960120"/>
            <a:ext cx="13030200" cy="9509760"/>
          </a:xfrm>
          <a:custGeom>
            <a:pathLst>
              <a:path w="13030200" h="9509760">
                <a:moveTo>
                  <a:pt x="0" y="9509760"/>
                </a:moveTo>
                <a:lnTo>
                  <a:pt x="13030200" y="9509760"/>
                </a:lnTo>
                <a:lnTo>
                  <a:pt x="13030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2700">
            <a:noFill/>
            <a:prstDash val="solid"/>
          </a:ln>
        </p:spPr>
      </p:sp>
      <p:sp>
        <p:nvSpPr>
          <p:cNvPr id="2" name="Figure 5 plot object 1">
            <a:extLst>
              <a:ext uri="{FF2B5EF4-FFF2-40B4-BE49-F238E27FC236}">
                <ns2:creationId id="{C02172CB-16CF-42A7-8A5C-518B5E281B28}"/>
              </a:ext>
            </a:extLst>
          </p:cNvPr>
          <p:cNvSpPr>
            <a:spLocks noGrp="1"/>
          </p:cNvSpPr>
          <p:nvPr/>
        </p:nvSpPr>
        <p:spPr>
          <a:xfrm>
            <a:off x="1450467" y="1768450"/>
            <a:ext cx="5016627" cy="3185770"/>
          </a:xfrm>
          <a:custGeom>
            <a:pathLst>
              <a:path w="5016627" h="3185770">
                <a:moveTo>
                  <a:pt x="0" y="3185770"/>
                </a:moveTo>
                <a:lnTo>
                  <a:pt x="5016627" y="3185770"/>
                </a:lnTo>
                <a:lnTo>
                  <a:pt x="5016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2700">
            <a:noFill/>
            <a:prstDash val="solid"/>
          </a:ln>
        </p:spPr>
      </p:sp>
      <p:sp>
        <p:nvSpPr>
          <p:cNvPr id="3" name="Figure 5 plot object 2">
            <a:extLst>
              <a:ext uri="{FF2B5EF4-FFF2-40B4-BE49-F238E27FC236}">
                <ns2:creationId id="{839B8007-ACD6-45E2-9E8D-2577B3A56D33}"/>
              </a:ext>
            </a:extLst>
          </p:cNvPr>
          <p:cNvSpPr>
            <a:spLocks noGrp="1"/>
          </p:cNvSpPr>
          <p:nvPr/>
        </p:nvSpPr>
        <p:spPr>
          <a:xfrm>
            <a:off x="1573862" y="1768450"/>
            <a:ext cx="1020845" cy="3185770"/>
          </a:xfrm>
          <a:custGeom>
            <a:pathLst>
              <a:path w="1020845" h="3185770">
                <a:moveTo>
                  <a:pt x="0" y="3185770"/>
                </a:moveTo>
                <a:lnTo>
                  <a:pt x="1020845" y="3185770"/>
                </a:lnTo>
                <a:lnTo>
                  <a:pt x="1020845" y="0"/>
                </a:lnTo>
                <a:lnTo>
                  <a:pt x="0" y="0"/>
                </a:lnTo>
                <a:close/>
              </a:path>
            </a:pathLst>
          </a:custGeom>
          <a:solidFill>
            <a:srgbClr val="EFF2F4"/>
          </a:solidFill>
          <a:ln w="12700">
            <a:solidFill>
              <a:srgbClr val="EFF2F4"/>
            </a:solidFill>
            <a:prstDash val="solid"/>
          </a:ln>
        </p:spPr>
      </p:sp>
      <p:sp>
        <p:nvSpPr>
          <p:cNvPr id="4" name="Figure 5 plot object 3">
            <a:extLst>
              <a:ext uri="{FF2B5EF4-FFF2-40B4-BE49-F238E27FC236}">
                <ns2:creationId id="{A118BF2F-D0FF-4515-B7F1-79DC6B160C90}"/>
              </a:ext>
            </a:extLst>
          </p:cNvPr>
          <p:cNvSpPr>
            <a:spLocks noGrp="1"/>
          </p:cNvSpPr>
          <p:nvPr/>
        </p:nvSpPr>
        <p:spPr>
          <a:xfrm>
            <a:off x="4218840" y="4595014"/>
            <a:ext cx="1673131" cy="145877"/>
          </a:xfrm>
          <a:custGeom>
            <a:pathLst>
              <a:path w="1673131" h="145877">
                <a:moveTo>
                  <a:pt x="0" y="145877"/>
                </a:moveTo>
                <a:lnTo>
                  <a:pt x="1673131" y="145877"/>
                </a:lnTo>
                <a:lnTo>
                  <a:pt x="1673131" y="0"/>
                </a:lnTo>
                <a:lnTo>
                  <a:pt x="0" y="0"/>
                </a:lnTo>
                <a:close/>
              </a:path>
            </a:pathLst>
          </a:custGeom>
          <a:solidFill>
            <a:srgbClr val="E6EAED"/>
          </a:solidFill>
          <a:ln w="12700">
            <a:noFill/>
            <a:prstDash val="solid"/>
          </a:ln>
        </p:spPr>
      </p:sp>
      <p:sp>
        <p:nvSpPr>
          <p:cNvPr id="5" name="Figure 5 plot object 4">
            <a:extLst>
              <a:ext uri="{FF2B5EF4-FFF2-40B4-BE49-F238E27FC236}">
                <ns2:creationId id="{33899DB2-A5AD-4973-AD07-746F130D2705}"/>
              </a:ext>
            </a:extLst>
          </p:cNvPr>
          <p:cNvSpPr>
            <a:spLocks noGrp="1"/>
          </p:cNvSpPr>
          <p:nvPr/>
        </p:nvSpPr>
        <p:spPr>
          <a:xfrm>
            <a:off x="1530206" y="4954219"/>
            <a:ext cx="13" cy="63500"/>
          </a:xfrm>
          <a:custGeom>
            <a:pathLst>
              <a:path w="13" h="63500">
                <a:moveTo>
                  <a:pt x="0" y="0"/>
                </a:moveTo>
                <a:lnTo>
                  <a:pt x="0" y="6350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10⁻⁵">
            <a:extLst>
              <a:ext uri="{FF2B5EF4-FFF2-40B4-BE49-F238E27FC236}">
                <ns2:creationId id="{8E9F1BB1-A195-4CC1-8DAF-7791557E4333}"/>
              </a:ext>
            </a:extLst>
          </p:cNvPr>
          <p:cNvSpPr>
            <a:spLocks noGrp="1"/>
          </p:cNvSpPr>
          <p:nvPr/>
        </p:nvSpPr>
        <p:spPr>
          <a:xfrm rot="0">
            <a:off x="1342087" y="5042341"/>
            <a:ext cx="490538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10⁻⁵</a:t>
            </a:r>
          </a:p>
        </p:txBody>
      </p:sp>
      <p:sp>
        <p:nvSpPr>
          <p:cNvPr id="7" name="Figure 5 plot object 6">
            <a:extLst>
              <a:ext uri="{FF2B5EF4-FFF2-40B4-BE49-F238E27FC236}">
                <ns2:creationId id="{EBD14185-3FE0-4A8A-851C-7D095D345B61}"/>
              </a:ext>
            </a:extLst>
          </p:cNvPr>
          <p:cNvSpPr>
            <a:spLocks noGrp="1"/>
          </p:cNvSpPr>
          <p:nvPr/>
        </p:nvSpPr>
        <p:spPr>
          <a:xfrm>
            <a:off x="3175835" y="4954219"/>
            <a:ext cx="13" cy="63500"/>
          </a:xfrm>
          <a:custGeom>
            <a:pathLst>
              <a:path w="13" h="63500">
                <a:moveTo>
                  <a:pt x="0" y="0"/>
                </a:moveTo>
                <a:lnTo>
                  <a:pt x="0" y="6350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10⁻³">
            <a:extLst>
              <a:ext uri="{FF2B5EF4-FFF2-40B4-BE49-F238E27FC236}">
                <ns2:creationId id="{1859EF7D-AC53-48F1-9DC1-E819CA1C1B8B}"/>
              </a:ext>
            </a:extLst>
          </p:cNvPr>
          <p:cNvSpPr>
            <a:spLocks noGrp="1"/>
          </p:cNvSpPr>
          <p:nvPr/>
        </p:nvSpPr>
        <p:spPr>
          <a:xfrm rot="0">
            <a:off x="2988510" y="5042341"/>
            <a:ext cx="48895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10⁻³</a:t>
            </a:r>
          </a:p>
        </p:txBody>
      </p:sp>
      <p:sp>
        <p:nvSpPr>
          <p:cNvPr id="9" name="Figure 5 plot object 8">
            <a:extLst>
              <a:ext uri="{FF2B5EF4-FFF2-40B4-BE49-F238E27FC236}">
                <ns2:creationId id="{D877F2F0-5008-4936-B1AD-A1C15301225B}"/>
              </a:ext>
            </a:extLst>
          </p:cNvPr>
          <p:cNvSpPr>
            <a:spLocks noGrp="1"/>
          </p:cNvSpPr>
          <p:nvPr/>
        </p:nvSpPr>
        <p:spPr>
          <a:xfrm>
            <a:off x="4821465" y="4954219"/>
            <a:ext cx="13" cy="63500"/>
          </a:xfrm>
          <a:custGeom>
            <a:pathLst>
              <a:path w="13" h="63500">
                <a:moveTo>
                  <a:pt x="0" y="0"/>
                </a:moveTo>
                <a:lnTo>
                  <a:pt x="0" y="6350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10⁻¹">
            <a:extLst>
              <a:ext uri="{FF2B5EF4-FFF2-40B4-BE49-F238E27FC236}">
                <ns2:creationId id="{6F970A15-5463-4288-92BE-87603FFACB8E}"/>
              </a:ext>
            </a:extLst>
          </p:cNvPr>
          <p:cNvSpPr>
            <a:spLocks noGrp="1"/>
          </p:cNvSpPr>
          <p:nvPr/>
        </p:nvSpPr>
        <p:spPr>
          <a:xfrm rot="0">
            <a:off x="4632552" y="5042341"/>
            <a:ext cx="492125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10⁻¹</a:t>
            </a:r>
          </a:p>
        </p:txBody>
      </p:sp>
      <p:sp>
        <p:nvSpPr>
          <p:cNvPr id="11" name="Figure 5 plot object 10">
            <a:extLst>
              <a:ext uri="{FF2B5EF4-FFF2-40B4-BE49-F238E27FC236}">
                <ns2:creationId id="{407732D1-F103-44AC-925E-D107817CDFB1}"/>
              </a:ext>
            </a:extLst>
          </p:cNvPr>
          <p:cNvSpPr>
            <a:spLocks noGrp="1"/>
          </p:cNvSpPr>
          <p:nvPr/>
        </p:nvSpPr>
        <p:spPr>
          <a:xfrm>
            <a:off x="6467094" y="4954219"/>
            <a:ext cx="13" cy="63500"/>
          </a:xfrm>
          <a:custGeom>
            <a:pathLst>
              <a:path w="13" h="63500">
                <a:moveTo>
                  <a:pt x="0" y="0"/>
                </a:moveTo>
                <a:lnTo>
                  <a:pt x="0" y="6350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10¹">
            <a:extLst>
              <a:ext uri="{FF2B5EF4-FFF2-40B4-BE49-F238E27FC236}">
                <ns2:creationId id="{52247443-7692-48EA-A350-6F553235CFA8}"/>
              </a:ext>
            </a:extLst>
          </p:cNvPr>
          <p:cNvSpPr>
            <a:spLocks noGrp="1"/>
          </p:cNvSpPr>
          <p:nvPr/>
        </p:nvSpPr>
        <p:spPr>
          <a:xfrm rot="0">
            <a:off x="6317075" y="5042341"/>
            <a:ext cx="414338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10¹</a:t>
            </a:r>
          </a:p>
        </p:txBody>
      </p:sp>
      <p:sp>
        <p:nvSpPr>
          <p:cNvPr id="13" name="Nominal concentration (M; log scale)">
            <a:extLst>
              <a:ext uri="{FF2B5EF4-FFF2-40B4-BE49-F238E27FC236}">
                <ns2:creationId id="{5D9B75FC-1C16-4029-AB11-44565FCE9291}"/>
              </a:ext>
            </a:extLst>
          </p:cNvPr>
          <p:cNvSpPr>
            <a:spLocks noGrp="1"/>
          </p:cNvSpPr>
          <p:nvPr/>
        </p:nvSpPr>
        <p:spPr>
          <a:xfrm rot="0">
            <a:off x="2237930" y="5376974"/>
            <a:ext cx="35560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Nominal concentration (M; log scale)</a:t>
            </a:r>
          </a:p>
        </p:txBody>
      </p:sp>
      <p:sp>
        <p:nvSpPr>
          <p:cNvPr id="14" name="Figure 5 plot object 13">
            <a:extLst>
              <a:ext uri="{FF2B5EF4-FFF2-40B4-BE49-F238E27FC236}">
                <ns2:creationId id="{568D4606-02FB-402D-975C-D4CDFD0E3A24}"/>
              </a:ext>
            </a:extLst>
          </p:cNvPr>
          <p:cNvSpPr>
            <a:spLocks noGrp="1"/>
          </p:cNvSpPr>
          <p:nvPr/>
        </p:nvSpPr>
        <p:spPr>
          <a:xfrm>
            <a:off x="1386967" y="4954219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0">
            <a:extLst>
              <a:ext uri="{FF2B5EF4-FFF2-40B4-BE49-F238E27FC236}">
                <ns2:creationId id="{845D986A-4C57-4891-856A-FEA112F0A9C4}"/>
              </a:ext>
            </a:extLst>
          </p:cNvPr>
          <p:cNvSpPr>
            <a:spLocks noGrp="1"/>
          </p:cNvSpPr>
          <p:nvPr/>
        </p:nvSpPr>
        <p:spPr>
          <a:xfrm rot="0">
            <a:off x="1196467" y="4823274"/>
            <a:ext cx="2286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0</a:t>
            </a:r>
          </a:p>
        </p:txBody>
      </p:sp>
      <p:sp>
        <p:nvSpPr>
          <p:cNvPr id="16" name="Figure 5 plot object 15">
            <a:extLst>
              <a:ext uri="{FF2B5EF4-FFF2-40B4-BE49-F238E27FC236}">
                <ns2:creationId id="{430FA209-A040-4327-9A0C-7BAAF0A65C05}"/>
              </a:ext>
            </a:extLst>
          </p:cNvPr>
          <p:cNvSpPr>
            <a:spLocks noGrp="1"/>
          </p:cNvSpPr>
          <p:nvPr/>
        </p:nvSpPr>
        <p:spPr>
          <a:xfrm>
            <a:off x="1386967" y="4177202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20">
            <a:extLst>
              <a:ext uri="{FF2B5EF4-FFF2-40B4-BE49-F238E27FC236}">
                <ns2:creationId id="{3433C5E4-19C1-465B-86FB-86AEE1615D82}"/>
              </a:ext>
            </a:extLst>
          </p:cNvPr>
          <p:cNvSpPr>
            <a:spLocks noGrp="1"/>
          </p:cNvSpPr>
          <p:nvPr/>
        </p:nvSpPr>
        <p:spPr>
          <a:xfrm rot="0">
            <a:off x="1082167" y="4046257"/>
            <a:ext cx="3429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20</a:t>
            </a:r>
          </a:p>
        </p:txBody>
      </p:sp>
      <p:sp>
        <p:nvSpPr>
          <p:cNvPr id="18" name="Figure 5 plot object 17">
            <a:extLst>
              <a:ext uri="{FF2B5EF4-FFF2-40B4-BE49-F238E27FC236}">
                <ns2:creationId id="{59EF8691-DBCF-4ACC-A71B-41680E94B2A1}"/>
              </a:ext>
            </a:extLst>
          </p:cNvPr>
          <p:cNvSpPr>
            <a:spLocks noGrp="1"/>
          </p:cNvSpPr>
          <p:nvPr/>
        </p:nvSpPr>
        <p:spPr>
          <a:xfrm>
            <a:off x="1386967" y="3400185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40">
            <a:extLst>
              <a:ext uri="{FF2B5EF4-FFF2-40B4-BE49-F238E27FC236}">
                <ns2:creationId id="{CF279130-E855-4F06-B0FB-22DE4C735CEC}"/>
              </a:ext>
            </a:extLst>
          </p:cNvPr>
          <p:cNvSpPr>
            <a:spLocks noGrp="1"/>
          </p:cNvSpPr>
          <p:nvPr/>
        </p:nvSpPr>
        <p:spPr>
          <a:xfrm rot="0">
            <a:off x="1082167" y="3269240"/>
            <a:ext cx="3429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40</a:t>
            </a:r>
          </a:p>
        </p:txBody>
      </p:sp>
      <p:sp>
        <p:nvSpPr>
          <p:cNvPr id="20" name="Figure 5 plot object 19">
            <a:extLst>
              <a:ext uri="{FF2B5EF4-FFF2-40B4-BE49-F238E27FC236}">
                <ns2:creationId id="{2CB5D188-856E-4D40-A55B-0497ED0CE40D}"/>
              </a:ext>
            </a:extLst>
          </p:cNvPr>
          <p:cNvSpPr>
            <a:spLocks noGrp="1"/>
          </p:cNvSpPr>
          <p:nvPr/>
        </p:nvSpPr>
        <p:spPr>
          <a:xfrm>
            <a:off x="1386967" y="2623168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60">
            <a:extLst>
              <a:ext uri="{FF2B5EF4-FFF2-40B4-BE49-F238E27FC236}">
                <ns2:creationId id="{37DCA149-EBAF-446B-89A1-20FCB906C6A4}"/>
              </a:ext>
            </a:extLst>
          </p:cNvPr>
          <p:cNvSpPr>
            <a:spLocks noGrp="1"/>
          </p:cNvSpPr>
          <p:nvPr/>
        </p:nvSpPr>
        <p:spPr>
          <a:xfrm rot="0">
            <a:off x="1080580" y="2492223"/>
            <a:ext cx="344488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60</a:t>
            </a:r>
          </a:p>
        </p:txBody>
      </p:sp>
      <p:sp>
        <p:nvSpPr>
          <p:cNvPr id="22" name="Figure 5 plot object 21">
            <a:extLst>
              <a:ext uri="{FF2B5EF4-FFF2-40B4-BE49-F238E27FC236}">
                <ns2:creationId id="{F4174AC4-96CB-4B2E-AF1B-74318C83CBB0}"/>
              </a:ext>
            </a:extLst>
          </p:cNvPr>
          <p:cNvSpPr>
            <a:spLocks noGrp="1"/>
          </p:cNvSpPr>
          <p:nvPr/>
        </p:nvSpPr>
        <p:spPr>
          <a:xfrm>
            <a:off x="1386967" y="1846151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80">
            <a:extLst>
              <a:ext uri="{FF2B5EF4-FFF2-40B4-BE49-F238E27FC236}">
                <ns2:creationId id="{71C1EB15-F18D-4675-9E2B-BA728A159C80}"/>
              </a:ext>
            </a:extLst>
          </p:cNvPr>
          <p:cNvSpPr>
            <a:spLocks noGrp="1"/>
          </p:cNvSpPr>
          <p:nvPr/>
        </p:nvSpPr>
        <p:spPr>
          <a:xfrm rot="0">
            <a:off x="1082167" y="1715206"/>
            <a:ext cx="3429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80</a:t>
            </a:r>
          </a:p>
        </p:txBody>
      </p:sp>
      <p:sp>
        <p:nvSpPr>
          <p:cNvPr id="24" name="Dissociation (%)">
            <a:extLst>
              <a:ext uri="{FF2B5EF4-FFF2-40B4-BE49-F238E27FC236}">
                <ns2:creationId id="{1E44FA3E-5073-4B8F-A153-10E8CA637298}"/>
              </a:ext>
            </a:extLst>
          </p:cNvPr>
          <p:cNvSpPr>
            <a:spLocks noGrp="1"/>
          </p:cNvSpPr>
          <p:nvPr/>
        </p:nvSpPr>
        <p:spPr>
          <a:xfrm rot="-5400000">
            <a:off x="35080" y="3149879"/>
            <a:ext cx="1655762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Dissociation (%)</a:t>
            </a:r>
          </a:p>
        </p:txBody>
      </p:sp>
      <p:sp>
        <p:nvSpPr>
          <p:cNvPr id="25" name="Figure 5 plot object 24">
            <a:extLst>
              <a:ext uri="{FF2B5EF4-FFF2-40B4-BE49-F238E27FC236}">
                <ns2:creationId id="{3B4817E4-9C12-4511-B9D6-CEA978DF36F8}"/>
              </a:ext>
            </a:extLst>
          </p:cNvPr>
          <p:cNvSpPr>
            <a:spLocks noGrp="1"/>
          </p:cNvSpPr>
          <p:nvPr/>
        </p:nvSpPr>
        <p:spPr>
          <a:xfrm>
            <a:off x="4798569" y="469127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26" name="Figure 5 plot object 25">
            <a:extLst>
              <a:ext uri="{FF2B5EF4-FFF2-40B4-BE49-F238E27FC236}">
                <ns2:creationId id="{94ED32C2-C51D-4043-9778-8B8984DD607A}"/>
              </a:ext>
            </a:extLst>
          </p:cNvPr>
          <p:cNvSpPr>
            <a:spLocks noGrp="1"/>
          </p:cNvSpPr>
          <p:nvPr/>
        </p:nvSpPr>
        <p:spPr>
          <a:xfrm>
            <a:off x="4653679" y="463833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27" name="Figure 5 plot object 26">
            <a:extLst>
              <a:ext uri="{FF2B5EF4-FFF2-40B4-BE49-F238E27FC236}">
                <ns2:creationId id="{A03C427D-7A0C-4B01-9E70-9A81FFD633BC}"/>
              </a:ext>
            </a:extLst>
          </p:cNvPr>
          <p:cNvSpPr>
            <a:spLocks noGrp="1"/>
          </p:cNvSpPr>
          <p:nvPr/>
        </p:nvSpPr>
        <p:spPr>
          <a:xfrm>
            <a:off x="4550878" y="460738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28" name="Figure 5 plot object 27">
            <a:extLst>
              <a:ext uri="{FF2B5EF4-FFF2-40B4-BE49-F238E27FC236}">
                <ns2:creationId id="{1D399EC4-6E5A-4554-B137-24BCBFC59535}"/>
              </a:ext>
            </a:extLst>
          </p:cNvPr>
          <p:cNvSpPr>
            <a:spLocks noGrp="1"/>
          </p:cNvSpPr>
          <p:nvPr/>
        </p:nvSpPr>
        <p:spPr>
          <a:xfrm>
            <a:off x="5191152" y="466113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29" name="Figure 5 plot object 28">
            <a:extLst>
              <a:ext uri="{FF2B5EF4-FFF2-40B4-BE49-F238E27FC236}">
                <ns2:creationId id="{4999D217-847F-4CCE-B793-895E4547E434}"/>
              </a:ext>
            </a:extLst>
          </p:cNvPr>
          <p:cNvSpPr>
            <a:spLocks noGrp="1"/>
          </p:cNvSpPr>
          <p:nvPr/>
        </p:nvSpPr>
        <p:spPr>
          <a:xfrm>
            <a:off x="5046261" y="463159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30" name="Figure 5 plot object 29">
            <a:extLst>
              <a:ext uri="{FF2B5EF4-FFF2-40B4-BE49-F238E27FC236}">
                <ns2:creationId id="{4280E844-BEF1-4503-AF39-3E82EFE1B3BD}"/>
              </a:ext>
            </a:extLst>
          </p:cNvPr>
          <p:cNvSpPr>
            <a:spLocks noGrp="1"/>
          </p:cNvSpPr>
          <p:nvPr/>
        </p:nvSpPr>
        <p:spPr>
          <a:xfrm>
            <a:off x="4943460" y="465875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31" name="Figure 5 plot object 30">
            <a:extLst>
              <a:ext uri="{FF2B5EF4-FFF2-40B4-BE49-F238E27FC236}">
                <ns2:creationId id="{0DA1C4C2-71E4-4629-AC02-8FDAEC7CFD2E}"/>
              </a:ext>
            </a:extLst>
          </p:cNvPr>
          <p:cNvSpPr>
            <a:spLocks noGrp="1"/>
          </p:cNvSpPr>
          <p:nvPr/>
        </p:nvSpPr>
        <p:spPr>
          <a:xfrm>
            <a:off x="5438844" y="466321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32" name="Figure 5 plot object 31">
            <a:extLst>
              <a:ext uri="{FF2B5EF4-FFF2-40B4-BE49-F238E27FC236}">
                <ns2:creationId id="{AF5AFC3D-4031-4E28-8A51-FDDF940A85AB}"/>
              </a:ext>
            </a:extLst>
          </p:cNvPr>
          <p:cNvSpPr>
            <a:spLocks noGrp="1"/>
          </p:cNvSpPr>
          <p:nvPr/>
        </p:nvSpPr>
        <p:spPr>
          <a:xfrm>
            <a:off x="5293953" y="4659369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33" name="Figure 5 plot object 32">
            <a:extLst>
              <a:ext uri="{FF2B5EF4-FFF2-40B4-BE49-F238E27FC236}">
                <ns2:creationId id="{502CCA0E-4877-4265-88E5-CC8ED62A7580}"/>
              </a:ext>
            </a:extLst>
          </p:cNvPr>
          <p:cNvSpPr>
            <a:spLocks noGrp="1"/>
          </p:cNvSpPr>
          <p:nvPr/>
        </p:nvSpPr>
        <p:spPr>
          <a:xfrm>
            <a:off x="5191152" y="467096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34" name="Figure 5 plot object 33">
            <a:extLst>
              <a:ext uri="{FF2B5EF4-FFF2-40B4-BE49-F238E27FC236}">
                <ns2:creationId id="{9B4D82AC-DE41-4605-95DD-D3027DAACFBC}"/>
              </a:ext>
            </a:extLst>
          </p:cNvPr>
          <p:cNvSpPr>
            <a:spLocks noGrp="1"/>
          </p:cNvSpPr>
          <p:nvPr/>
        </p:nvSpPr>
        <p:spPr>
          <a:xfrm>
            <a:off x="5621384" y="467101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35" name="Figure 5 plot object 34">
            <a:extLst>
              <a:ext uri="{FF2B5EF4-FFF2-40B4-BE49-F238E27FC236}">
                <ns2:creationId id="{DD16F7D8-0821-49B0-8843-64C11C57CCB0}"/>
              </a:ext>
            </a:extLst>
          </p:cNvPr>
          <p:cNvSpPr>
            <a:spLocks noGrp="1"/>
          </p:cNvSpPr>
          <p:nvPr/>
        </p:nvSpPr>
        <p:spPr>
          <a:xfrm>
            <a:off x="5476494" y="462435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36" name="Figure 5 plot object 35">
            <a:extLst>
              <a:ext uri="{FF2B5EF4-FFF2-40B4-BE49-F238E27FC236}">
                <ns2:creationId id="{7A479DBF-33D1-49EE-8FBA-67F9178B1C89}"/>
              </a:ext>
            </a:extLst>
          </p:cNvPr>
          <p:cNvSpPr>
            <a:spLocks noGrp="1"/>
          </p:cNvSpPr>
          <p:nvPr/>
        </p:nvSpPr>
        <p:spPr>
          <a:xfrm>
            <a:off x="5373692" y="468144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37" name="Figure 5 plot object 36">
            <a:extLst>
              <a:ext uri="{FF2B5EF4-FFF2-40B4-BE49-F238E27FC236}">
                <ns2:creationId id="{816FE352-E6AD-4E14-AB01-0F40890B248A}"/>
              </a:ext>
            </a:extLst>
          </p:cNvPr>
          <p:cNvSpPr>
            <a:spLocks noGrp="1"/>
          </p:cNvSpPr>
          <p:nvPr/>
        </p:nvSpPr>
        <p:spPr>
          <a:xfrm>
            <a:off x="4588527" y="462054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38" name="Figure 5 plot object 37">
            <a:extLst>
              <a:ext uri="{FF2B5EF4-FFF2-40B4-BE49-F238E27FC236}">
                <ns2:creationId id="{81718AE6-AF96-4B98-A5E1-12F6E3DA05BE}"/>
              </a:ext>
            </a:extLst>
          </p:cNvPr>
          <p:cNvSpPr>
            <a:spLocks noGrp="1"/>
          </p:cNvSpPr>
          <p:nvPr/>
        </p:nvSpPr>
        <p:spPr>
          <a:xfrm>
            <a:off x="4195945" y="457276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39" name="Figure 5 plot object 38">
            <a:extLst>
              <a:ext uri="{FF2B5EF4-FFF2-40B4-BE49-F238E27FC236}">
                <ns2:creationId id="{41CFB5E6-54D7-479E-98DB-B6C41B705CAC}"/>
              </a:ext>
            </a:extLst>
          </p:cNvPr>
          <p:cNvSpPr>
            <a:spLocks noGrp="1"/>
          </p:cNvSpPr>
          <p:nvPr/>
        </p:nvSpPr>
        <p:spPr>
          <a:xfrm>
            <a:off x="4798569" y="465291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40" name="Figure 5 plot object 39">
            <a:extLst>
              <a:ext uri="{FF2B5EF4-FFF2-40B4-BE49-F238E27FC236}">
                <ns2:creationId id="{ACDEBE12-4358-4301-B7B2-44D53B983DFE}"/>
              </a:ext>
            </a:extLst>
          </p:cNvPr>
          <p:cNvSpPr>
            <a:spLocks noGrp="1"/>
          </p:cNvSpPr>
          <p:nvPr/>
        </p:nvSpPr>
        <p:spPr>
          <a:xfrm>
            <a:off x="5046261" y="463263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41" name="Figure 5 plot object 40">
            <a:extLst>
              <a:ext uri="{FF2B5EF4-FFF2-40B4-BE49-F238E27FC236}">
                <ns2:creationId id="{FEAC9A3B-9E58-4892-BE86-73E8432EF0FC}"/>
              </a:ext>
            </a:extLst>
          </p:cNvPr>
          <p:cNvSpPr>
            <a:spLocks noGrp="1"/>
          </p:cNvSpPr>
          <p:nvPr/>
        </p:nvSpPr>
        <p:spPr>
          <a:xfrm>
            <a:off x="5191152" y="465713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42" name="Figure 5 plot object 41">
            <a:extLst>
              <a:ext uri="{FF2B5EF4-FFF2-40B4-BE49-F238E27FC236}">
                <ns2:creationId id="{04A46A4B-7E99-4300-934C-7E1C8459FD2F}"/>
              </a:ext>
            </a:extLst>
          </p:cNvPr>
          <p:cNvSpPr>
            <a:spLocks noGrp="1"/>
          </p:cNvSpPr>
          <p:nvPr/>
        </p:nvSpPr>
        <p:spPr>
          <a:xfrm>
            <a:off x="5293953" y="464176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43" name="Figure 5 plot object 42">
            <a:extLst>
              <a:ext uri="{FF2B5EF4-FFF2-40B4-BE49-F238E27FC236}">
                <ns2:creationId id="{26B21B8B-0A35-4F77-B88F-0AC07EC0DD51}"/>
              </a:ext>
            </a:extLst>
          </p:cNvPr>
          <p:cNvSpPr>
            <a:spLocks noGrp="1"/>
          </p:cNvSpPr>
          <p:nvPr/>
        </p:nvSpPr>
        <p:spPr>
          <a:xfrm>
            <a:off x="5373692" y="465936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44" name="Figure 5 plot object 43">
            <a:extLst>
              <a:ext uri="{FF2B5EF4-FFF2-40B4-BE49-F238E27FC236}">
                <ns2:creationId id="{82B48E64-BC33-4061-B3F3-1C339E336F3F}"/>
              </a:ext>
            </a:extLst>
          </p:cNvPr>
          <p:cNvSpPr>
            <a:spLocks noGrp="1"/>
          </p:cNvSpPr>
          <p:nvPr/>
        </p:nvSpPr>
        <p:spPr>
          <a:xfrm>
            <a:off x="5438844" y="4645699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45" name="Figure 5 plot object 44">
            <a:extLst>
              <a:ext uri="{FF2B5EF4-FFF2-40B4-BE49-F238E27FC236}">
                <ns2:creationId id="{59A546AD-8D6B-4226-BA77-DD5FBD106879}"/>
              </a:ext>
            </a:extLst>
          </p:cNvPr>
          <p:cNvSpPr>
            <a:spLocks noGrp="1"/>
          </p:cNvSpPr>
          <p:nvPr/>
        </p:nvSpPr>
        <p:spPr>
          <a:xfrm>
            <a:off x="5493928" y="467803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46" name="Figure 5 plot object 45">
            <a:extLst>
              <a:ext uri="{FF2B5EF4-FFF2-40B4-BE49-F238E27FC236}">
                <ns2:creationId id="{A8020C1E-70AE-4571-BBFD-5FF693069D04}"/>
              </a:ext>
            </a:extLst>
          </p:cNvPr>
          <p:cNvSpPr>
            <a:spLocks noGrp="1"/>
          </p:cNvSpPr>
          <p:nvPr/>
        </p:nvSpPr>
        <p:spPr>
          <a:xfrm>
            <a:off x="5541645" y="464953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47" name="Figure 5 plot object 46">
            <a:extLst>
              <a:ext uri="{FF2B5EF4-FFF2-40B4-BE49-F238E27FC236}">
                <ns2:creationId id="{2C080D6C-2A9F-4E8F-ADE2-36B48E0D4EB3}"/>
              </a:ext>
            </a:extLst>
          </p:cNvPr>
          <p:cNvSpPr>
            <a:spLocks noGrp="1"/>
          </p:cNvSpPr>
          <p:nvPr/>
        </p:nvSpPr>
        <p:spPr>
          <a:xfrm>
            <a:off x="5373692" y="469031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48" name="Figure 5 plot object 47">
            <a:extLst>
              <a:ext uri="{FF2B5EF4-FFF2-40B4-BE49-F238E27FC236}">
                <ns2:creationId id="{464EF431-3D98-44AA-95ED-85EC30556B9E}"/>
              </a:ext>
            </a:extLst>
          </p:cNvPr>
          <p:cNvSpPr>
            <a:spLocks noGrp="1"/>
          </p:cNvSpPr>
          <p:nvPr/>
        </p:nvSpPr>
        <p:spPr>
          <a:xfrm>
            <a:off x="5621384" y="4665724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49" name="Figure 5 plot object 48">
            <a:extLst>
              <a:ext uri="{FF2B5EF4-FFF2-40B4-BE49-F238E27FC236}">
                <ns2:creationId id="{927A8885-9E64-491D-8574-C5458BFB3192}"/>
              </a:ext>
            </a:extLst>
          </p:cNvPr>
          <p:cNvSpPr>
            <a:spLocks noGrp="1"/>
          </p:cNvSpPr>
          <p:nvPr/>
        </p:nvSpPr>
        <p:spPr>
          <a:xfrm>
            <a:off x="4588527" y="4621839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50" name="Figure 5 plot object 49">
            <a:extLst>
              <a:ext uri="{FF2B5EF4-FFF2-40B4-BE49-F238E27FC236}">
                <ns2:creationId id="{3D3888DD-BA61-4CFF-B941-D1654533CD52}"/>
              </a:ext>
            </a:extLst>
          </p:cNvPr>
          <p:cNvSpPr>
            <a:spLocks noGrp="1"/>
          </p:cNvSpPr>
          <p:nvPr/>
        </p:nvSpPr>
        <p:spPr>
          <a:xfrm>
            <a:off x="4195945" y="4572119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51" name="Figure 5 plot object 50">
            <a:extLst>
              <a:ext uri="{FF2B5EF4-FFF2-40B4-BE49-F238E27FC236}">
                <ns2:creationId id="{08B9B9E3-1150-448D-9765-D88C7583A3D7}"/>
              </a:ext>
            </a:extLst>
          </p:cNvPr>
          <p:cNvSpPr>
            <a:spLocks noGrp="1"/>
          </p:cNvSpPr>
          <p:nvPr/>
        </p:nvSpPr>
        <p:spPr>
          <a:xfrm>
            <a:off x="5126000" y="465210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52" name="Figure 5 plot object 51">
            <a:extLst>
              <a:ext uri="{FF2B5EF4-FFF2-40B4-BE49-F238E27FC236}">
                <ns2:creationId id="{6F521033-5A8A-4465-A569-AB8700C85B65}"/>
              </a:ext>
            </a:extLst>
          </p:cNvPr>
          <p:cNvSpPr>
            <a:spLocks noGrp="1"/>
          </p:cNvSpPr>
          <p:nvPr/>
        </p:nvSpPr>
        <p:spPr>
          <a:xfrm>
            <a:off x="4733418" y="465267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53" name="Figure 5 plot object 52">
            <a:extLst>
              <a:ext uri="{FF2B5EF4-FFF2-40B4-BE49-F238E27FC236}">
                <ns2:creationId id="{C70DC436-B967-47F2-9FD4-67D8FC4975D0}"/>
              </a:ext>
            </a:extLst>
          </p:cNvPr>
          <p:cNvSpPr>
            <a:spLocks noGrp="1"/>
          </p:cNvSpPr>
          <p:nvPr/>
        </p:nvSpPr>
        <p:spPr>
          <a:xfrm>
            <a:off x="5373692" y="4632434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54" name="Figure 5 plot object 53">
            <a:extLst>
              <a:ext uri="{FF2B5EF4-FFF2-40B4-BE49-F238E27FC236}">
                <ns2:creationId id="{2E3122D1-691D-412E-9CFA-2551BD37C0EB}"/>
              </a:ext>
            </a:extLst>
          </p:cNvPr>
          <p:cNvSpPr>
            <a:spLocks noGrp="1"/>
          </p:cNvSpPr>
          <p:nvPr/>
        </p:nvSpPr>
        <p:spPr>
          <a:xfrm>
            <a:off x="4981110" y="465767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55" name="Figure 5 plot object 54">
            <a:extLst>
              <a:ext uri="{FF2B5EF4-FFF2-40B4-BE49-F238E27FC236}">
                <ns2:creationId id="{D7903296-7478-46F3-97A9-1A200C4E79E7}"/>
              </a:ext>
            </a:extLst>
          </p:cNvPr>
          <p:cNvSpPr>
            <a:spLocks noGrp="1"/>
          </p:cNvSpPr>
          <p:nvPr/>
        </p:nvSpPr>
        <p:spPr>
          <a:xfrm>
            <a:off x="5373692" y="469380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56" name="Figure 5 plot object 55">
            <a:extLst>
              <a:ext uri="{FF2B5EF4-FFF2-40B4-BE49-F238E27FC236}">
                <ns2:creationId id="{FE4DDF8D-D19C-40DE-92CE-F8A21E440A88}"/>
              </a:ext>
            </a:extLst>
          </p:cNvPr>
          <p:cNvSpPr>
            <a:spLocks noGrp="1"/>
          </p:cNvSpPr>
          <p:nvPr/>
        </p:nvSpPr>
        <p:spPr>
          <a:xfrm>
            <a:off x="5373692" y="466365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57" name="Figure 5 plot object 56">
            <a:extLst>
              <a:ext uri="{FF2B5EF4-FFF2-40B4-BE49-F238E27FC236}">
                <ns2:creationId id="{2C0B3688-CC39-4663-A193-37039EC72174}"/>
              </a:ext>
            </a:extLst>
          </p:cNvPr>
          <p:cNvSpPr>
            <a:spLocks noGrp="1"/>
          </p:cNvSpPr>
          <p:nvPr/>
        </p:nvSpPr>
        <p:spPr>
          <a:xfrm>
            <a:off x="5373692" y="462434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58" name="Figure 5 plot object 57">
            <a:extLst>
              <a:ext uri="{FF2B5EF4-FFF2-40B4-BE49-F238E27FC236}">
                <ns2:creationId id="{3387F58E-C1CD-4D53-A71E-680EF5617446}"/>
              </a:ext>
            </a:extLst>
          </p:cNvPr>
          <p:cNvSpPr>
            <a:spLocks noGrp="1"/>
          </p:cNvSpPr>
          <p:nvPr/>
        </p:nvSpPr>
        <p:spPr>
          <a:xfrm>
            <a:off x="5621384" y="4663053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59" name="Figure 5 plot object 58">
            <a:extLst>
              <a:ext uri="{FF2B5EF4-FFF2-40B4-BE49-F238E27FC236}">
                <ns2:creationId id="{792203FC-8FBF-457E-8614-D01BBF4CD14F}"/>
              </a:ext>
            </a:extLst>
          </p:cNvPr>
          <p:cNvSpPr>
            <a:spLocks noGrp="1"/>
          </p:cNvSpPr>
          <p:nvPr/>
        </p:nvSpPr>
        <p:spPr>
          <a:xfrm>
            <a:off x="5621384" y="4663243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60" name="Figure 5 plot object 59">
            <a:extLst>
              <a:ext uri="{FF2B5EF4-FFF2-40B4-BE49-F238E27FC236}">
                <ns2:creationId id="{18266B2D-44EA-4D7A-B544-298C6CB16B87}"/>
              </a:ext>
            </a:extLst>
          </p:cNvPr>
          <p:cNvSpPr>
            <a:spLocks noGrp="1"/>
          </p:cNvSpPr>
          <p:nvPr/>
        </p:nvSpPr>
        <p:spPr>
          <a:xfrm>
            <a:off x="5869076" y="464148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61" name="Figure 5 plot object 60">
            <a:extLst>
              <a:ext uri="{FF2B5EF4-FFF2-40B4-BE49-F238E27FC236}">
                <ns2:creationId id="{D824E339-6692-4E37-9FFA-A985E15F3C8B}"/>
              </a:ext>
            </a:extLst>
          </p:cNvPr>
          <p:cNvSpPr>
            <a:spLocks noGrp="1"/>
          </p:cNvSpPr>
          <p:nvPr/>
        </p:nvSpPr>
        <p:spPr>
          <a:xfrm>
            <a:off x="4798569" y="462805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62" name="Figure 5 plot object 61">
            <a:extLst>
              <a:ext uri="{FF2B5EF4-FFF2-40B4-BE49-F238E27FC236}">
                <ns2:creationId id="{B899903E-4513-4F3D-BC0B-34A5E8A7C0FA}"/>
              </a:ext>
            </a:extLst>
          </p:cNvPr>
          <p:cNvSpPr>
            <a:spLocks noGrp="1"/>
          </p:cNvSpPr>
          <p:nvPr/>
        </p:nvSpPr>
        <p:spPr>
          <a:xfrm>
            <a:off x="4798569" y="4662623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63" name="Figure 5 plot object 62">
            <a:extLst>
              <a:ext uri="{FF2B5EF4-FFF2-40B4-BE49-F238E27FC236}">
                <ns2:creationId id="{A8372751-A6AD-47DB-B79D-D7BA7F29C378}"/>
              </a:ext>
            </a:extLst>
          </p:cNvPr>
          <p:cNvSpPr>
            <a:spLocks noGrp="1"/>
          </p:cNvSpPr>
          <p:nvPr/>
        </p:nvSpPr>
        <p:spPr>
          <a:xfrm>
            <a:off x="5046261" y="4657534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64" name="Figure 5 plot object 63">
            <a:extLst>
              <a:ext uri="{FF2B5EF4-FFF2-40B4-BE49-F238E27FC236}">
                <ns2:creationId id="{BAD9E563-BD8D-40AE-A0AA-1B5F51BDA6A0}"/>
              </a:ext>
            </a:extLst>
          </p:cNvPr>
          <p:cNvSpPr>
            <a:spLocks noGrp="1"/>
          </p:cNvSpPr>
          <p:nvPr/>
        </p:nvSpPr>
        <p:spPr>
          <a:xfrm>
            <a:off x="5046261" y="467212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65" name="Figure 5 plot object 64">
            <a:extLst>
              <a:ext uri="{FF2B5EF4-FFF2-40B4-BE49-F238E27FC236}">
                <ns2:creationId id="{FD083531-5660-4421-B391-760900E1F199}"/>
              </a:ext>
            </a:extLst>
          </p:cNvPr>
          <p:cNvSpPr>
            <a:spLocks noGrp="1"/>
          </p:cNvSpPr>
          <p:nvPr/>
        </p:nvSpPr>
        <p:spPr>
          <a:xfrm>
            <a:off x="5191152" y="465261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66" name="Figure 5 plot object 65">
            <a:extLst>
              <a:ext uri="{FF2B5EF4-FFF2-40B4-BE49-F238E27FC236}">
                <ns2:creationId id="{BDCBA881-8E4C-4F0D-A55A-66E403274F98}"/>
              </a:ext>
            </a:extLst>
          </p:cNvPr>
          <p:cNvSpPr>
            <a:spLocks noGrp="1"/>
          </p:cNvSpPr>
          <p:nvPr/>
        </p:nvSpPr>
        <p:spPr>
          <a:xfrm>
            <a:off x="5191152" y="4662284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67" name="Figure 5 plot object 66">
            <a:extLst>
              <a:ext uri="{FF2B5EF4-FFF2-40B4-BE49-F238E27FC236}">
                <ns2:creationId id="{D748D8E6-DFE6-4A0B-90EC-845D0AD09A09}"/>
              </a:ext>
            </a:extLst>
          </p:cNvPr>
          <p:cNvSpPr>
            <a:spLocks noGrp="1"/>
          </p:cNvSpPr>
          <p:nvPr/>
        </p:nvSpPr>
        <p:spPr>
          <a:xfrm>
            <a:off x="5293953" y="4598254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68" name="Figure 5 plot object 67">
            <a:extLst>
              <a:ext uri="{FF2B5EF4-FFF2-40B4-BE49-F238E27FC236}">
                <ns2:creationId id="{0F5478FB-39F9-4C50-97E7-46CB7FF2CA7D}"/>
              </a:ext>
            </a:extLst>
          </p:cNvPr>
          <p:cNvSpPr>
            <a:spLocks noGrp="1"/>
          </p:cNvSpPr>
          <p:nvPr/>
        </p:nvSpPr>
        <p:spPr>
          <a:xfrm>
            <a:off x="5293953" y="466618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69" name="Figure 5 plot object 68">
            <a:extLst>
              <a:ext uri="{FF2B5EF4-FFF2-40B4-BE49-F238E27FC236}">
                <ns2:creationId id="{8228A95C-5B19-42B9-A1A9-7E099209FE7A}"/>
              </a:ext>
            </a:extLst>
          </p:cNvPr>
          <p:cNvSpPr>
            <a:spLocks noGrp="1"/>
          </p:cNvSpPr>
          <p:nvPr/>
        </p:nvSpPr>
        <p:spPr>
          <a:xfrm>
            <a:off x="4798569" y="4679924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70" name="Figure 5 plot object 69">
            <a:extLst>
              <a:ext uri="{FF2B5EF4-FFF2-40B4-BE49-F238E27FC236}">
                <ns2:creationId id="{27821165-5309-4FDF-886C-E150D8DFB3CA}"/>
              </a:ext>
            </a:extLst>
          </p:cNvPr>
          <p:cNvSpPr>
            <a:spLocks noGrp="1"/>
          </p:cNvSpPr>
          <p:nvPr/>
        </p:nvSpPr>
        <p:spPr>
          <a:xfrm>
            <a:off x="5046261" y="465886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71" name="Figure 5 plot object 70">
            <a:extLst>
              <a:ext uri="{FF2B5EF4-FFF2-40B4-BE49-F238E27FC236}">
                <ns2:creationId id="{9D83B3DE-3319-4D8C-B275-50F6B6FC4950}"/>
              </a:ext>
            </a:extLst>
          </p:cNvPr>
          <p:cNvSpPr>
            <a:spLocks noGrp="1"/>
          </p:cNvSpPr>
          <p:nvPr/>
        </p:nvSpPr>
        <p:spPr>
          <a:xfrm>
            <a:off x="5191152" y="466400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72" name="Figure 5 plot object 71">
            <a:extLst>
              <a:ext uri="{FF2B5EF4-FFF2-40B4-BE49-F238E27FC236}">
                <ns2:creationId id="{4EEE92AC-7273-497F-A16A-71564F43C234}"/>
              </a:ext>
            </a:extLst>
          </p:cNvPr>
          <p:cNvSpPr>
            <a:spLocks noGrp="1"/>
          </p:cNvSpPr>
          <p:nvPr/>
        </p:nvSpPr>
        <p:spPr>
          <a:xfrm>
            <a:off x="5293953" y="469161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73" name="Figure 5 plot object 72">
            <a:extLst>
              <a:ext uri="{FF2B5EF4-FFF2-40B4-BE49-F238E27FC236}">
                <ns2:creationId id="{E5AA97DB-7C9C-49EA-B97B-44F038EA77E8}"/>
              </a:ext>
            </a:extLst>
          </p:cNvPr>
          <p:cNvSpPr>
            <a:spLocks noGrp="1"/>
          </p:cNvSpPr>
          <p:nvPr/>
        </p:nvSpPr>
        <p:spPr>
          <a:xfrm>
            <a:off x="4588527" y="4668424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74" name="Figure 5 plot object 73">
            <a:extLst>
              <a:ext uri="{FF2B5EF4-FFF2-40B4-BE49-F238E27FC236}">
                <ns2:creationId id="{493EC288-BC45-4390-BB9E-68D5C636CA97}"/>
              </a:ext>
            </a:extLst>
          </p:cNvPr>
          <p:cNvSpPr>
            <a:spLocks noGrp="1"/>
          </p:cNvSpPr>
          <p:nvPr/>
        </p:nvSpPr>
        <p:spPr>
          <a:xfrm>
            <a:off x="4340836" y="4636319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75" name="Figure 5 plot object 74">
            <a:extLst>
              <a:ext uri="{FF2B5EF4-FFF2-40B4-BE49-F238E27FC236}">
                <ns2:creationId id="{93FDCD1D-20A2-4143-8259-8EA383672FC2}"/>
              </a:ext>
            </a:extLst>
          </p:cNvPr>
          <p:cNvSpPr>
            <a:spLocks noGrp="1"/>
          </p:cNvSpPr>
          <p:nvPr/>
        </p:nvSpPr>
        <p:spPr>
          <a:xfrm>
            <a:off x="4195945" y="462452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76" name="Figure 5 plot object 75">
            <a:extLst>
              <a:ext uri="{FF2B5EF4-FFF2-40B4-BE49-F238E27FC236}">
                <ns2:creationId id="{BCA27411-3431-4F3D-9993-CE755C52D126}"/>
              </a:ext>
            </a:extLst>
          </p:cNvPr>
          <p:cNvSpPr>
            <a:spLocks noGrp="1"/>
          </p:cNvSpPr>
          <p:nvPr/>
        </p:nvSpPr>
        <p:spPr>
          <a:xfrm>
            <a:off x="5228802" y="462597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77" name="Figure 5 plot object 76">
            <a:extLst>
              <a:ext uri="{FF2B5EF4-FFF2-40B4-BE49-F238E27FC236}">
                <ns2:creationId id="{5337EA7F-089D-40EB-8ABB-0AB08B88F59C}"/>
              </a:ext>
            </a:extLst>
          </p:cNvPr>
          <p:cNvSpPr>
            <a:spLocks noGrp="1"/>
          </p:cNvSpPr>
          <p:nvPr/>
        </p:nvSpPr>
        <p:spPr>
          <a:xfrm>
            <a:off x="4981110" y="463576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78" name="Figure 5 plot object 77">
            <a:extLst>
              <a:ext uri="{FF2B5EF4-FFF2-40B4-BE49-F238E27FC236}">
                <ns2:creationId id="{E20234F8-E700-4204-A732-994162DC2FDB}"/>
              </a:ext>
            </a:extLst>
          </p:cNvPr>
          <p:cNvSpPr>
            <a:spLocks noGrp="1"/>
          </p:cNvSpPr>
          <p:nvPr/>
        </p:nvSpPr>
        <p:spPr>
          <a:xfrm>
            <a:off x="4836219" y="466360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79" name="Figure 5 plot object 78">
            <a:extLst>
              <a:ext uri="{FF2B5EF4-FFF2-40B4-BE49-F238E27FC236}">
                <ns2:creationId id="{55C63398-EE57-43F1-993D-3F7B9EAF410F}"/>
              </a:ext>
            </a:extLst>
          </p:cNvPr>
          <p:cNvSpPr>
            <a:spLocks noGrp="1"/>
          </p:cNvSpPr>
          <p:nvPr/>
        </p:nvSpPr>
        <p:spPr>
          <a:xfrm>
            <a:off x="5556233" y="4662084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80" name="Figure 5 plot object 79">
            <a:extLst>
              <a:ext uri="{FF2B5EF4-FFF2-40B4-BE49-F238E27FC236}">
                <ns2:creationId id="{3580DA52-BD81-4E52-97C4-FED8D2BB2EB3}"/>
              </a:ext>
            </a:extLst>
          </p:cNvPr>
          <p:cNvSpPr>
            <a:spLocks noGrp="1"/>
          </p:cNvSpPr>
          <p:nvPr/>
        </p:nvSpPr>
        <p:spPr>
          <a:xfrm>
            <a:off x="5308541" y="469342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81" name="Figure 5 plot object 80">
            <a:extLst>
              <a:ext uri="{FF2B5EF4-FFF2-40B4-BE49-F238E27FC236}">
                <ns2:creationId id="{4E37C365-7B2C-40B2-AC4F-9ED840733755}"/>
              </a:ext>
            </a:extLst>
          </p:cNvPr>
          <p:cNvSpPr>
            <a:spLocks noGrp="1"/>
          </p:cNvSpPr>
          <p:nvPr/>
        </p:nvSpPr>
        <p:spPr>
          <a:xfrm>
            <a:off x="5163650" y="4657649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82" name="Figure 5 plot object 81">
            <a:extLst>
              <a:ext uri="{FF2B5EF4-FFF2-40B4-BE49-F238E27FC236}">
                <ns2:creationId id="{53C95120-B0FE-40AA-A83D-6AF06A70F9B5}"/>
              </a:ext>
            </a:extLst>
          </p:cNvPr>
          <p:cNvSpPr>
            <a:spLocks noGrp="1"/>
          </p:cNvSpPr>
          <p:nvPr/>
        </p:nvSpPr>
        <p:spPr>
          <a:xfrm>
            <a:off x="5803924" y="4618354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83" name="Figure 5 plot object 82">
            <a:extLst>
              <a:ext uri="{FF2B5EF4-FFF2-40B4-BE49-F238E27FC236}">
                <ns2:creationId id="{47334C22-F50E-498F-9CDA-6CB54991D23A}"/>
              </a:ext>
            </a:extLst>
          </p:cNvPr>
          <p:cNvSpPr>
            <a:spLocks noGrp="1"/>
          </p:cNvSpPr>
          <p:nvPr/>
        </p:nvSpPr>
        <p:spPr>
          <a:xfrm>
            <a:off x="5556233" y="466202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84" name="Figure 5 plot object 83">
            <a:extLst>
              <a:ext uri="{FF2B5EF4-FFF2-40B4-BE49-F238E27FC236}">
                <ns2:creationId id="{3EAE73A7-C011-466B-8A26-0B4C1FF96554}"/>
              </a:ext>
            </a:extLst>
          </p:cNvPr>
          <p:cNvSpPr>
            <a:spLocks noGrp="1"/>
          </p:cNvSpPr>
          <p:nvPr/>
        </p:nvSpPr>
        <p:spPr>
          <a:xfrm>
            <a:off x="5411342" y="4679333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85" name="Figure 5 plot object 84">
            <a:extLst>
              <a:ext uri="{FF2B5EF4-FFF2-40B4-BE49-F238E27FC236}">
                <ns2:creationId id="{76E44A18-BC9A-4878-9ED3-C627186020BC}"/>
              </a:ext>
            </a:extLst>
          </p:cNvPr>
          <p:cNvSpPr>
            <a:spLocks noGrp="1"/>
          </p:cNvSpPr>
          <p:nvPr/>
        </p:nvSpPr>
        <p:spPr>
          <a:xfrm>
            <a:off x="4195945" y="462142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86" name="Figure 5 plot object 85">
            <a:extLst>
              <a:ext uri="{FF2B5EF4-FFF2-40B4-BE49-F238E27FC236}">
                <ns2:creationId id="{1842DDC4-ECFB-4AF3-AB02-E35609861BAF}"/>
              </a:ext>
            </a:extLst>
          </p:cNvPr>
          <p:cNvSpPr>
            <a:spLocks noGrp="1"/>
          </p:cNvSpPr>
          <p:nvPr/>
        </p:nvSpPr>
        <p:spPr>
          <a:xfrm>
            <a:off x="4195945" y="4633303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87" name="Figure 5 plot object 86">
            <a:extLst>
              <a:ext uri="{FF2B5EF4-FFF2-40B4-BE49-F238E27FC236}">
                <ns2:creationId id="{95792F6D-3EF3-412A-9DD5-FB9BB5A737C2}"/>
              </a:ext>
            </a:extLst>
          </p:cNvPr>
          <p:cNvSpPr>
            <a:spLocks noGrp="1"/>
          </p:cNvSpPr>
          <p:nvPr/>
        </p:nvSpPr>
        <p:spPr>
          <a:xfrm>
            <a:off x="4691329" y="466816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88" name="Figure 5 plot object 87">
            <a:extLst>
              <a:ext uri="{FF2B5EF4-FFF2-40B4-BE49-F238E27FC236}">
                <ns2:creationId id="{78EB21A1-0E29-435E-BDBB-AD450089860C}"/>
              </a:ext>
            </a:extLst>
          </p:cNvPr>
          <p:cNvSpPr>
            <a:spLocks noGrp="1"/>
          </p:cNvSpPr>
          <p:nvPr/>
        </p:nvSpPr>
        <p:spPr>
          <a:xfrm>
            <a:off x="5083911" y="467687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89" name="Figure 5 plot object 88">
            <a:extLst>
              <a:ext uri="{FF2B5EF4-FFF2-40B4-BE49-F238E27FC236}">
                <ns2:creationId id="{C457D915-4263-48FD-A26E-04CE0CF2A1CE}"/>
              </a:ext>
            </a:extLst>
          </p:cNvPr>
          <p:cNvSpPr>
            <a:spLocks noGrp="1"/>
          </p:cNvSpPr>
          <p:nvPr/>
        </p:nvSpPr>
        <p:spPr>
          <a:xfrm>
            <a:off x="5331603" y="465041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90" name="Figure 5 plot object 89">
            <a:extLst>
              <a:ext uri="{FF2B5EF4-FFF2-40B4-BE49-F238E27FC236}">
                <ns2:creationId id="{5D384E9A-80B7-439D-A738-CF10E9817065}"/>
              </a:ext>
            </a:extLst>
          </p:cNvPr>
          <p:cNvSpPr>
            <a:spLocks noGrp="1"/>
          </p:cNvSpPr>
          <p:nvPr/>
        </p:nvSpPr>
        <p:spPr>
          <a:xfrm>
            <a:off x="5514144" y="464507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91" name="Figure 5 plot object 90">
            <a:extLst>
              <a:ext uri="{FF2B5EF4-FFF2-40B4-BE49-F238E27FC236}">
                <ns2:creationId id="{AF962B96-8438-4382-BC2C-2726EEBEDBA0}"/>
              </a:ext>
            </a:extLst>
          </p:cNvPr>
          <p:cNvSpPr>
            <a:spLocks noGrp="1"/>
          </p:cNvSpPr>
          <p:nvPr/>
        </p:nvSpPr>
        <p:spPr>
          <a:xfrm>
            <a:off x="4836219" y="4689304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92" name="Figure 5 plot object 91">
            <a:extLst>
              <a:ext uri="{FF2B5EF4-FFF2-40B4-BE49-F238E27FC236}">
                <ns2:creationId id="{4E2B20C8-237C-4D53-A62C-8060201827ED}"/>
              </a:ext>
            </a:extLst>
          </p:cNvPr>
          <p:cNvSpPr>
            <a:spLocks noGrp="1"/>
          </p:cNvSpPr>
          <p:nvPr/>
        </p:nvSpPr>
        <p:spPr>
          <a:xfrm>
            <a:off x="4836219" y="463638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93" name="Figure 5 plot object 92">
            <a:extLst>
              <a:ext uri="{FF2B5EF4-FFF2-40B4-BE49-F238E27FC236}">
                <ns2:creationId id="{0F666C5D-8617-4E4C-A099-F5AE3710DBFD}"/>
              </a:ext>
            </a:extLst>
          </p:cNvPr>
          <p:cNvSpPr>
            <a:spLocks noGrp="1"/>
          </p:cNvSpPr>
          <p:nvPr/>
        </p:nvSpPr>
        <p:spPr>
          <a:xfrm>
            <a:off x="5228802" y="466261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94" name="Figure 5 plot object 93">
            <a:extLst>
              <a:ext uri="{FF2B5EF4-FFF2-40B4-BE49-F238E27FC236}">
                <ns2:creationId id="{336FB35E-FC4A-4F0C-8A49-7129C8BEE5AE}"/>
              </a:ext>
            </a:extLst>
          </p:cNvPr>
          <p:cNvSpPr>
            <a:spLocks noGrp="1"/>
          </p:cNvSpPr>
          <p:nvPr/>
        </p:nvSpPr>
        <p:spPr>
          <a:xfrm>
            <a:off x="5228802" y="465938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95" name="Figure 5 plot object 94">
            <a:extLst>
              <a:ext uri="{FF2B5EF4-FFF2-40B4-BE49-F238E27FC236}">
                <ns2:creationId id="{EF898C60-5746-4804-AE86-BA4F85BCF78A}"/>
              </a:ext>
            </a:extLst>
          </p:cNvPr>
          <p:cNvSpPr>
            <a:spLocks noGrp="1"/>
          </p:cNvSpPr>
          <p:nvPr/>
        </p:nvSpPr>
        <p:spPr>
          <a:xfrm>
            <a:off x="5476494" y="462840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96" name="Figure 5 plot object 95">
            <a:extLst>
              <a:ext uri="{FF2B5EF4-FFF2-40B4-BE49-F238E27FC236}">
                <ns2:creationId id="{A4CAC28C-D586-41F4-A697-F9D2A655748E}"/>
              </a:ext>
            </a:extLst>
          </p:cNvPr>
          <p:cNvSpPr>
            <a:spLocks noGrp="1"/>
          </p:cNvSpPr>
          <p:nvPr/>
        </p:nvSpPr>
        <p:spPr>
          <a:xfrm>
            <a:off x="5476494" y="465607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97" name="Figure 5 plot object 96">
            <a:extLst>
              <a:ext uri="{FF2B5EF4-FFF2-40B4-BE49-F238E27FC236}">
                <ns2:creationId id="{9BB19880-1A61-4CB8-B861-3F85ABDCA40A}"/>
              </a:ext>
            </a:extLst>
          </p:cNvPr>
          <p:cNvSpPr>
            <a:spLocks noGrp="1"/>
          </p:cNvSpPr>
          <p:nvPr/>
        </p:nvSpPr>
        <p:spPr>
          <a:xfrm>
            <a:off x="4981110" y="466271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98" name="Figure 5 plot object 97">
            <a:extLst>
              <a:ext uri="{FF2B5EF4-FFF2-40B4-BE49-F238E27FC236}">
                <ns2:creationId id="{55B37196-AA2A-4D8A-9A33-CFEB732A8CA2}"/>
              </a:ext>
            </a:extLst>
          </p:cNvPr>
          <p:cNvSpPr>
            <a:spLocks noGrp="1"/>
          </p:cNvSpPr>
          <p:nvPr/>
        </p:nvSpPr>
        <p:spPr>
          <a:xfrm>
            <a:off x="5308541" y="466846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99" name="Figure 5 plot object 98">
            <a:extLst>
              <a:ext uri="{FF2B5EF4-FFF2-40B4-BE49-F238E27FC236}">
                <ns2:creationId id="{ED35D725-B364-4B51-B0BE-6876F3A85F40}"/>
              </a:ext>
            </a:extLst>
          </p:cNvPr>
          <p:cNvSpPr>
            <a:spLocks noGrp="1"/>
          </p:cNvSpPr>
          <p:nvPr/>
        </p:nvSpPr>
        <p:spPr>
          <a:xfrm>
            <a:off x="5518583" y="464159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00" name="Figure 5 plot object 99">
            <a:extLst>
              <a:ext uri="{FF2B5EF4-FFF2-40B4-BE49-F238E27FC236}">
                <ns2:creationId id="{0F00C1D8-3B40-40D8-B20C-9B0C9F980827}"/>
              </a:ext>
            </a:extLst>
          </p:cNvPr>
          <p:cNvSpPr>
            <a:spLocks noGrp="1"/>
          </p:cNvSpPr>
          <p:nvPr/>
        </p:nvSpPr>
        <p:spPr>
          <a:xfrm>
            <a:off x="5676469" y="465595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01" name="Figure 5 plot object 100">
            <a:extLst>
              <a:ext uri="{FF2B5EF4-FFF2-40B4-BE49-F238E27FC236}">
                <ns2:creationId id="{0E0B876D-6F7C-4E49-B1DF-09D07028E9AF}"/>
              </a:ext>
            </a:extLst>
          </p:cNvPr>
          <p:cNvSpPr>
            <a:spLocks noGrp="1"/>
          </p:cNvSpPr>
          <p:nvPr/>
        </p:nvSpPr>
        <p:spPr>
          <a:xfrm>
            <a:off x="4798569" y="470048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02" name="Figure 5 plot object 101">
            <a:extLst>
              <a:ext uri="{FF2B5EF4-FFF2-40B4-BE49-F238E27FC236}">
                <ns2:creationId id="{6CDB965E-BD58-4AB7-9049-CA66DA46AF4C}"/>
              </a:ext>
            </a:extLst>
          </p:cNvPr>
          <p:cNvSpPr>
            <a:spLocks noGrp="1"/>
          </p:cNvSpPr>
          <p:nvPr/>
        </p:nvSpPr>
        <p:spPr>
          <a:xfrm>
            <a:off x="5126000" y="465661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03" name="Figure 5 plot object 102">
            <a:extLst>
              <a:ext uri="{FF2B5EF4-FFF2-40B4-BE49-F238E27FC236}">
                <ns2:creationId id="{C3C40799-26A7-4353-9C33-9261176E7D4B}"/>
              </a:ext>
            </a:extLst>
          </p:cNvPr>
          <p:cNvSpPr>
            <a:spLocks noGrp="1"/>
          </p:cNvSpPr>
          <p:nvPr/>
        </p:nvSpPr>
        <p:spPr>
          <a:xfrm>
            <a:off x="5336042" y="469111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04" name="Figure 5 plot object 103">
            <a:extLst>
              <a:ext uri="{FF2B5EF4-FFF2-40B4-BE49-F238E27FC236}">
                <ns2:creationId id="{8E1477CF-E9C2-4B8B-9BD6-1FF249F9A6B6}"/>
              </a:ext>
            </a:extLst>
          </p:cNvPr>
          <p:cNvSpPr>
            <a:spLocks noGrp="1"/>
          </p:cNvSpPr>
          <p:nvPr/>
        </p:nvSpPr>
        <p:spPr>
          <a:xfrm>
            <a:off x="5493928" y="465270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05" name="Figure 5 plot object 104">
            <a:extLst>
              <a:ext uri="{FF2B5EF4-FFF2-40B4-BE49-F238E27FC236}">
                <ns2:creationId id="{F1A3A2E1-2545-4B7F-814E-423F506BCD4F}"/>
              </a:ext>
            </a:extLst>
          </p:cNvPr>
          <p:cNvSpPr>
            <a:spLocks noGrp="1"/>
          </p:cNvSpPr>
          <p:nvPr/>
        </p:nvSpPr>
        <p:spPr>
          <a:xfrm>
            <a:off x="4630616" y="4660029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06" name="Figure 5 plot object 105">
            <a:extLst>
              <a:ext uri="{FF2B5EF4-FFF2-40B4-BE49-F238E27FC236}">
                <ns2:creationId id="{CCE9F7BB-0852-41C3-9055-418D4EEA86C6}"/>
              </a:ext>
            </a:extLst>
          </p:cNvPr>
          <p:cNvSpPr>
            <a:spLocks noGrp="1"/>
          </p:cNvSpPr>
          <p:nvPr/>
        </p:nvSpPr>
        <p:spPr>
          <a:xfrm>
            <a:off x="4958047" y="463479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07" name="Figure 5 plot object 106">
            <a:extLst>
              <a:ext uri="{FF2B5EF4-FFF2-40B4-BE49-F238E27FC236}">
                <ns2:creationId id="{666F16FB-DAFE-448D-8CA3-2AA6E3A3A23B}"/>
              </a:ext>
            </a:extLst>
          </p:cNvPr>
          <p:cNvSpPr>
            <a:spLocks noGrp="1"/>
          </p:cNvSpPr>
          <p:nvPr/>
        </p:nvSpPr>
        <p:spPr>
          <a:xfrm>
            <a:off x="5168089" y="465281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08" name="Figure 5 plot object 107">
            <a:extLst>
              <a:ext uri="{FF2B5EF4-FFF2-40B4-BE49-F238E27FC236}">
                <ns2:creationId id="{260ACC7E-BBE0-4EBB-829B-CA6A8CB14F9E}"/>
              </a:ext>
            </a:extLst>
          </p:cNvPr>
          <p:cNvSpPr>
            <a:spLocks noGrp="1"/>
          </p:cNvSpPr>
          <p:nvPr/>
        </p:nvSpPr>
        <p:spPr>
          <a:xfrm>
            <a:off x="5325976" y="461209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09" name="Figure 5 plot object 108">
            <a:extLst>
              <a:ext uri="{FF2B5EF4-FFF2-40B4-BE49-F238E27FC236}">
                <ns2:creationId id="{03AE8EAC-3884-4AC0-BCFF-70EF6500D461}"/>
              </a:ext>
            </a:extLst>
          </p:cNvPr>
          <p:cNvSpPr>
            <a:spLocks noGrp="1"/>
          </p:cNvSpPr>
          <p:nvPr/>
        </p:nvSpPr>
        <p:spPr>
          <a:xfrm>
            <a:off x="4195945" y="461966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10" name="Figure 5 plot object 109">
            <a:extLst>
              <a:ext uri="{FF2B5EF4-FFF2-40B4-BE49-F238E27FC236}">
                <ns2:creationId id="{82FF4A6C-6181-411E-9622-AB4958B47196}"/>
              </a:ext>
            </a:extLst>
          </p:cNvPr>
          <p:cNvSpPr>
            <a:spLocks noGrp="1"/>
          </p:cNvSpPr>
          <p:nvPr/>
        </p:nvSpPr>
        <p:spPr>
          <a:xfrm>
            <a:off x="4588527" y="463311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11" name="Figure 5 plot object 110">
            <a:extLst>
              <a:ext uri="{FF2B5EF4-FFF2-40B4-BE49-F238E27FC236}">
                <ns2:creationId id="{68AACB24-2B73-4E27-8D0B-CD30777D80B8}"/>
              </a:ext>
            </a:extLst>
          </p:cNvPr>
          <p:cNvSpPr>
            <a:spLocks noGrp="1"/>
          </p:cNvSpPr>
          <p:nvPr/>
        </p:nvSpPr>
        <p:spPr>
          <a:xfrm>
            <a:off x="4550878" y="463466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12" name="Figure 5 plot object 111">
            <a:extLst>
              <a:ext uri="{FF2B5EF4-FFF2-40B4-BE49-F238E27FC236}">
                <ns2:creationId id="{A2E1FC1B-DCBF-4ED2-95BF-C4632C68ABBA}"/>
              </a:ext>
            </a:extLst>
          </p:cNvPr>
          <p:cNvSpPr>
            <a:spLocks noGrp="1"/>
          </p:cNvSpPr>
          <p:nvPr/>
        </p:nvSpPr>
        <p:spPr>
          <a:xfrm>
            <a:off x="4798569" y="467349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13" name="Figure 5 plot object 112">
            <a:extLst>
              <a:ext uri="{FF2B5EF4-FFF2-40B4-BE49-F238E27FC236}">
                <ns2:creationId id="{A92AA74A-12FD-4AEC-9646-F44FCAA9D275}"/>
              </a:ext>
            </a:extLst>
          </p:cNvPr>
          <p:cNvSpPr>
            <a:spLocks noGrp="1"/>
          </p:cNvSpPr>
          <p:nvPr/>
        </p:nvSpPr>
        <p:spPr>
          <a:xfrm>
            <a:off x="5046261" y="467755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14" name="Figure 5 plot object 113">
            <a:extLst>
              <a:ext uri="{FF2B5EF4-FFF2-40B4-BE49-F238E27FC236}">
                <ns2:creationId id="{192DBF71-A89D-4D6A-9E55-175F16124ACA}"/>
              </a:ext>
            </a:extLst>
          </p:cNvPr>
          <p:cNvSpPr>
            <a:spLocks noGrp="1"/>
          </p:cNvSpPr>
          <p:nvPr/>
        </p:nvSpPr>
        <p:spPr>
          <a:xfrm>
            <a:off x="5293953" y="468514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15" name="Figure 5 plot object 114">
            <a:extLst>
              <a:ext uri="{FF2B5EF4-FFF2-40B4-BE49-F238E27FC236}">
                <ns2:creationId id="{F9F0829A-1957-4009-994A-F16B4F9D8494}"/>
              </a:ext>
            </a:extLst>
          </p:cNvPr>
          <p:cNvSpPr>
            <a:spLocks noGrp="1"/>
          </p:cNvSpPr>
          <p:nvPr/>
        </p:nvSpPr>
        <p:spPr>
          <a:xfrm>
            <a:off x="5438844" y="468358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16" name="Figure 5 plot object 115">
            <a:extLst>
              <a:ext uri="{FF2B5EF4-FFF2-40B4-BE49-F238E27FC236}">
                <ns2:creationId id="{CB64716B-A6F7-406F-B0AF-AAB320D9E5C1}"/>
              </a:ext>
            </a:extLst>
          </p:cNvPr>
          <p:cNvSpPr>
            <a:spLocks noGrp="1"/>
          </p:cNvSpPr>
          <p:nvPr/>
        </p:nvSpPr>
        <p:spPr>
          <a:xfrm>
            <a:off x="5621384" y="468108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17" name="Figure 5 plot object 116">
            <a:extLst>
              <a:ext uri="{FF2B5EF4-FFF2-40B4-BE49-F238E27FC236}">
                <ns2:creationId id="{957CEC49-3B2C-4859-B5CD-29964FBF90E0}"/>
              </a:ext>
            </a:extLst>
          </p:cNvPr>
          <p:cNvSpPr>
            <a:spLocks noGrp="1"/>
          </p:cNvSpPr>
          <p:nvPr/>
        </p:nvSpPr>
        <p:spPr>
          <a:xfrm>
            <a:off x="5046261" y="464052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18" name="Figure 5 plot object 117">
            <a:extLst>
              <a:ext uri="{FF2B5EF4-FFF2-40B4-BE49-F238E27FC236}">
                <ns2:creationId id="{38167642-8E30-44E5-9348-294E9E6CD5F5}"/>
              </a:ext>
            </a:extLst>
          </p:cNvPr>
          <p:cNvSpPr>
            <a:spLocks noGrp="1"/>
          </p:cNvSpPr>
          <p:nvPr/>
        </p:nvSpPr>
        <p:spPr>
          <a:xfrm>
            <a:off x="5046261" y="462421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19" name="Figure 5 plot object 118">
            <a:extLst>
              <a:ext uri="{FF2B5EF4-FFF2-40B4-BE49-F238E27FC236}">
                <ns2:creationId id="{1ACF50B0-5304-4E8F-8E94-113A9061AD88}"/>
              </a:ext>
            </a:extLst>
          </p:cNvPr>
          <p:cNvSpPr>
            <a:spLocks noGrp="1"/>
          </p:cNvSpPr>
          <p:nvPr/>
        </p:nvSpPr>
        <p:spPr>
          <a:xfrm>
            <a:off x="5191152" y="465209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20" name="Figure 5 plot object 119">
            <a:extLst>
              <a:ext uri="{FF2B5EF4-FFF2-40B4-BE49-F238E27FC236}">
                <ns2:creationId id="{CFAF817A-77A6-4C37-B76A-0FD552988FB9}"/>
              </a:ext>
            </a:extLst>
          </p:cNvPr>
          <p:cNvSpPr>
            <a:spLocks noGrp="1"/>
          </p:cNvSpPr>
          <p:nvPr/>
        </p:nvSpPr>
        <p:spPr>
          <a:xfrm>
            <a:off x="5373692" y="463695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21" name="Figure 5 plot object 120">
            <a:extLst>
              <a:ext uri="{FF2B5EF4-FFF2-40B4-BE49-F238E27FC236}">
                <ns2:creationId id="{43F37628-1D3E-451A-A560-4457A2D8B94A}"/>
              </a:ext>
            </a:extLst>
          </p:cNvPr>
          <p:cNvSpPr>
            <a:spLocks noGrp="1"/>
          </p:cNvSpPr>
          <p:nvPr/>
        </p:nvSpPr>
        <p:spPr>
          <a:xfrm>
            <a:off x="4588527" y="466477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22" name="Figure 5 plot object 121">
            <a:extLst>
              <a:ext uri="{FF2B5EF4-FFF2-40B4-BE49-F238E27FC236}">
                <ns2:creationId id="{CD04E9A2-C4EF-4FD4-80C1-7D5C1F0585B5}"/>
              </a:ext>
            </a:extLst>
          </p:cNvPr>
          <p:cNvSpPr>
            <a:spLocks noGrp="1"/>
          </p:cNvSpPr>
          <p:nvPr/>
        </p:nvSpPr>
        <p:spPr>
          <a:xfrm>
            <a:off x="4195945" y="4643524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23" name="Figure 5 plot object 122">
            <a:extLst>
              <a:ext uri="{FF2B5EF4-FFF2-40B4-BE49-F238E27FC236}">
                <ns2:creationId id="{33E38B75-09EA-4F9A-92F5-9E6B04874119}"/>
              </a:ext>
            </a:extLst>
          </p:cNvPr>
          <p:cNvSpPr>
            <a:spLocks noGrp="1"/>
          </p:cNvSpPr>
          <p:nvPr/>
        </p:nvSpPr>
        <p:spPr>
          <a:xfrm>
            <a:off x="4588527" y="468588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24" name="Figure 5 plot object 123">
            <a:extLst>
              <a:ext uri="{FF2B5EF4-FFF2-40B4-BE49-F238E27FC236}">
                <ns2:creationId id="{62D8D1A8-F5EB-4F6D-9884-D494A60D0502}"/>
              </a:ext>
            </a:extLst>
          </p:cNvPr>
          <p:cNvSpPr>
            <a:spLocks noGrp="1"/>
          </p:cNvSpPr>
          <p:nvPr/>
        </p:nvSpPr>
        <p:spPr>
          <a:xfrm>
            <a:off x="4550878" y="464722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25" name="Figure 5 plot object 124">
            <a:extLst>
              <a:ext uri="{FF2B5EF4-FFF2-40B4-BE49-F238E27FC236}">
                <ns2:creationId id="{F47B96A6-D56A-4F7F-8547-EF7584AB5632}"/>
              </a:ext>
            </a:extLst>
          </p:cNvPr>
          <p:cNvSpPr>
            <a:spLocks noGrp="1"/>
          </p:cNvSpPr>
          <p:nvPr/>
        </p:nvSpPr>
        <p:spPr>
          <a:xfrm>
            <a:off x="4943460" y="462293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26" name="Figure 5 plot object 125">
            <a:extLst>
              <a:ext uri="{FF2B5EF4-FFF2-40B4-BE49-F238E27FC236}">
                <ns2:creationId id="{CC700E89-2040-4988-8A44-BF25185D8463}"/>
              </a:ext>
            </a:extLst>
          </p:cNvPr>
          <p:cNvSpPr>
            <a:spLocks noGrp="1"/>
          </p:cNvSpPr>
          <p:nvPr/>
        </p:nvSpPr>
        <p:spPr>
          <a:xfrm>
            <a:off x="5191152" y="464668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27" name="Figure 5 plot object 126">
            <a:extLst>
              <a:ext uri="{FF2B5EF4-FFF2-40B4-BE49-F238E27FC236}">
                <ns2:creationId id="{4FD8B493-AFF4-4ACE-A58D-685B3FB4B5B0}"/>
              </a:ext>
            </a:extLst>
          </p:cNvPr>
          <p:cNvSpPr>
            <a:spLocks noGrp="1"/>
          </p:cNvSpPr>
          <p:nvPr/>
        </p:nvSpPr>
        <p:spPr>
          <a:xfrm>
            <a:off x="5373692" y="462929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28" name="Figure 5 plot object 127">
            <a:extLst>
              <a:ext uri="{FF2B5EF4-FFF2-40B4-BE49-F238E27FC236}">
                <ns2:creationId id="{0D2D3F5D-914F-45C5-A816-6FF7AC797E80}"/>
              </a:ext>
            </a:extLst>
          </p:cNvPr>
          <p:cNvSpPr>
            <a:spLocks noGrp="1"/>
          </p:cNvSpPr>
          <p:nvPr/>
        </p:nvSpPr>
        <p:spPr>
          <a:xfrm>
            <a:off x="5621384" y="462800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29" name="Figure 5 plot object 128">
            <a:extLst>
              <a:ext uri="{FF2B5EF4-FFF2-40B4-BE49-F238E27FC236}">
                <ns2:creationId id="{4CE457AF-09F6-41AC-8F74-A7A9FE0B59B2}"/>
              </a:ext>
            </a:extLst>
          </p:cNvPr>
          <p:cNvSpPr>
            <a:spLocks noGrp="1"/>
          </p:cNvSpPr>
          <p:nvPr/>
        </p:nvSpPr>
        <p:spPr>
          <a:xfrm>
            <a:off x="5869076" y="4625889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30" name="Figure 5 plot object 129">
            <a:extLst>
              <a:ext uri="{FF2B5EF4-FFF2-40B4-BE49-F238E27FC236}">
                <ns2:creationId id="{6352B9B9-0013-4585-A17C-241682BF49DB}"/>
              </a:ext>
            </a:extLst>
          </p:cNvPr>
          <p:cNvSpPr>
            <a:spLocks noGrp="1"/>
          </p:cNvSpPr>
          <p:nvPr/>
        </p:nvSpPr>
        <p:spPr>
          <a:xfrm>
            <a:off x="5373692" y="469212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31" name="Figure 5 plot object 130">
            <a:extLst>
              <a:ext uri="{FF2B5EF4-FFF2-40B4-BE49-F238E27FC236}">
                <ns2:creationId id="{BE31268A-C255-4F9E-8C05-5858FB21E6DA}"/>
              </a:ext>
            </a:extLst>
          </p:cNvPr>
          <p:cNvSpPr>
            <a:spLocks noGrp="1"/>
          </p:cNvSpPr>
          <p:nvPr/>
        </p:nvSpPr>
        <p:spPr>
          <a:xfrm>
            <a:off x="5373692" y="466611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32" name="Figure 5 plot object 131">
            <a:extLst>
              <a:ext uri="{FF2B5EF4-FFF2-40B4-BE49-F238E27FC236}">
                <ns2:creationId id="{DB9B56DD-3EBD-4F01-8FED-8972B502B9A4}"/>
              </a:ext>
            </a:extLst>
          </p:cNvPr>
          <p:cNvSpPr>
            <a:spLocks noGrp="1"/>
          </p:cNvSpPr>
          <p:nvPr/>
        </p:nvSpPr>
        <p:spPr>
          <a:xfrm>
            <a:off x="5373692" y="465396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33" name="Figure 5 plot object 132">
            <a:extLst>
              <a:ext uri="{FF2B5EF4-FFF2-40B4-BE49-F238E27FC236}">
                <ns2:creationId id="{7929E755-BF40-4810-9594-CE65C22C21C1}"/>
              </a:ext>
            </a:extLst>
          </p:cNvPr>
          <p:cNvSpPr>
            <a:spLocks noGrp="1"/>
          </p:cNvSpPr>
          <p:nvPr/>
        </p:nvSpPr>
        <p:spPr>
          <a:xfrm>
            <a:off x="4798569" y="4637653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34" name="Figure 5 plot object 133">
            <a:extLst>
              <a:ext uri="{FF2B5EF4-FFF2-40B4-BE49-F238E27FC236}">
                <ns2:creationId id="{E2D3C76F-6E38-4AA8-ADF5-130DEB844803}"/>
              </a:ext>
            </a:extLst>
          </p:cNvPr>
          <p:cNvSpPr>
            <a:spLocks noGrp="1"/>
          </p:cNvSpPr>
          <p:nvPr/>
        </p:nvSpPr>
        <p:spPr>
          <a:xfrm>
            <a:off x="5191152" y="465543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35" name="Figure 5 plot object 134">
            <a:extLst>
              <a:ext uri="{FF2B5EF4-FFF2-40B4-BE49-F238E27FC236}">
                <ns2:creationId id="{A9EEDAE8-1DE6-4BE8-852C-E685985EB4E4}"/>
              </a:ext>
            </a:extLst>
          </p:cNvPr>
          <p:cNvSpPr>
            <a:spLocks noGrp="1"/>
          </p:cNvSpPr>
          <p:nvPr/>
        </p:nvSpPr>
        <p:spPr>
          <a:xfrm>
            <a:off x="5438844" y="4669543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36" name="Figure 5 plot object 135">
            <a:extLst>
              <a:ext uri="{FF2B5EF4-FFF2-40B4-BE49-F238E27FC236}">
                <ns2:creationId id="{54E9049A-5E29-4573-8F0B-55CE9B12EDA4}"/>
              </a:ext>
            </a:extLst>
          </p:cNvPr>
          <p:cNvSpPr>
            <a:spLocks noGrp="1"/>
          </p:cNvSpPr>
          <p:nvPr/>
        </p:nvSpPr>
        <p:spPr>
          <a:xfrm>
            <a:off x="5541645" y="466737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37" name="Figure 5 plot object 136">
            <a:extLst>
              <a:ext uri="{FF2B5EF4-FFF2-40B4-BE49-F238E27FC236}">
                <ns2:creationId id="{E1C43F28-5463-4021-8CA4-C6158BC95F8E}"/>
              </a:ext>
            </a:extLst>
          </p:cNvPr>
          <p:cNvSpPr>
            <a:spLocks noGrp="1"/>
          </p:cNvSpPr>
          <p:nvPr/>
        </p:nvSpPr>
        <p:spPr>
          <a:xfrm>
            <a:off x="4653679" y="4623919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38" name="Figure 5 plot object 137">
            <a:extLst>
              <a:ext uri="{FF2B5EF4-FFF2-40B4-BE49-F238E27FC236}">
                <ns2:creationId id="{1B58A63C-D2FA-4D95-AC80-110A739533BF}"/>
              </a:ext>
            </a:extLst>
          </p:cNvPr>
          <p:cNvSpPr>
            <a:spLocks noGrp="1"/>
          </p:cNvSpPr>
          <p:nvPr/>
        </p:nvSpPr>
        <p:spPr>
          <a:xfrm>
            <a:off x="5046261" y="469077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39" name="Figure 5 plot object 138">
            <a:extLst>
              <a:ext uri="{FF2B5EF4-FFF2-40B4-BE49-F238E27FC236}">
                <ns2:creationId id="{0C6F8616-DD47-411B-8644-8B46BCBB71D3}"/>
              </a:ext>
            </a:extLst>
          </p:cNvPr>
          <p:cNvSpPr>
            <a:spLocks noGrp="1"/>
          </p:cNvSpPr>
          <p:nvPr/>
        </p:nvSpPr>
        <p:spPr>
          <a:xfrm>
            <a:off x="5293953" y="466144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40" name="Figure 5 plot object 139">
            <a:extLst>
              <a:ext uri="{FF2B5EF4-FFF2-40B4-BE49-F238E27FC236}">
                <ns2:creationId id="{E7236633-3629-453C-AF0E-82215B00D008}"/>
              </a:ext>
            </a:extLst>
          </p:cNvPr>
          <p:cNvSpPr>
            <a:spLocks noGrp="1"/>
          </p:cNvSpPr>
          <p:nvPr/>
        </p:nvSpPr>
        <p:spPr>
          <a:xfrm>
            <a:off x="5396755" y="465656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41" name="Figure 5 plot object 140">
            <a:extLst>
              <a:ext uri="{FF2B5EF4-FFF2-40B4-BE49-F238E27FC236}">
                <ns2:creationId id="{CA0E6AFA-0E53-40DD-987C-2840F16EDB11}"/>
              </a:ext>
            </a:extLst>
          </p:cNvPr>
          <p:cNvSpPr>
            <a:spLocks noGrp="1"/>
          </p:cNvSpPr>
          <p:nvPr/>
        </p:nvSpPr>
        <p:spPr>
          <a:xfrm>
            <a:off x="4550878" y="464660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42" name="Figure 5 plot object 141">
            <a:extLst>
              <a:ext uri="{FF2B5EF4-FFF2-40B4-BE49-F238E27FC236}">
                <ns2:creationId id="{B9FDC029-7A8E-49F2-96A5-A712A982286F}"/>
              </a:ext>
            </a:extLst>
          </p:cNvPr>
          <p:cNvSpPr>
            <a:spLocks noGrp="1"/>
          </p:cNvSpPr>
          <p:nvPr/>
        </p:nvSpPr>
        <p:spPr>
          <a:xfrm>
            <a:off x="4943460" y="467312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43" name="Figure 5 plot object 142">
            <a:extLst>
              <a:ext uri="{FF2B5EF4-FFF2-40B4-BE49-F238E27FC236}">
                <ns2:creationId id="{43B53D10-36C4-4B08-ACC8-5C1F46708BC8}"/>
              </a:ext>
            </a:extLst>
          </p:cNvPr>
          <p:cNvSpPr>
            <a:spLocks noGrp="1"/>
          </p:cNvSpPr>
          <p:nvPr/>
        </p:nvSpPr>
        <p:spPr>
          <a:xfrm>
            <a:off x="5191152" y="463247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44" name="Figure 5 plot object 143">
            <a:extLst>
              <a:ext uri="{FF2B5EF4-FFF2-40B4-BE49-F238E27FC236}">
                <ns2:creationId id="{E285FC0E-B39F-4480-B626-C2087BD72BCF}"/>
              </a:ext>
            </a:extLst>
          </p:cNvPr>
          <p:cNvSpPr>
            <a:spLocks noGrp="1"/>
          </p:cNvSpPr>
          <p:nvPr/>
        </p:nvSpPr>
        <p:spPr>
          <a:xfrm>
            <a:off x="5293953" y="464244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45" name="Figure 5 plot object 144">
            <a:extLst>
              <a:ext uri="{FF2B5EF4-FFF2-40B4-BE49-F238E27FC236}">
                <ns2:creationId id="{200D48A1-AADC-4CA8-A85F-C2B1AAA31BDC}"/>
              </a:ext>
            </a:extLst>
          </p:cNvPr>
          <p:cNvSpPr>
            <a:spLocks noGrp="1"/>
          </p:cNvSpPr>
          <p:nvPr/>
        </p:nvSpPr>
        <p:spPr>
          <a:xfrm>
            <a:off x="4588527" y="461525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46" name="Figure 5 plot object 145">
            <a:extLst>
              <a:ext uri="{FF2B5EF4-FFF2-40B4-BE49-F238E27FC236}">
                <ns2:creationId id="{82C98594-851E-4B12-96EF-A449C7B81C0C}"/>
              </a:ext>
            </a:extLst>
          </p:cNvPr>
          <p:cNvSpPr>
            <a:spLocks noGrp="1"/>
          </p:cNvSpPr>
          <p:nvPr/>
        </p:nvSpPr>
        <p:spPr>
          <a:xfrm>
            <a:off x="4195945" y="463916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47" name="Figure 5 plot object 146">
            <a:extLst>
              <a:ext uri="{FF2B5EF4-FFF2-40B4-BE49-F238E27FC236}">
                <ns2:creationId id="{8242A76C-1F50-453D-A69C-64E1A2BECECE}"/>
              </a:ext>
            </a:extLst>
          </p:cNvPr>
          <p:cNvSpPr>
            <a:spLocks noGrp="1"/>
          </p:cNvSpPr>
          <p:nvPr/>
        </p:nvSpPr>
        <p:spPr>
          <a:xfrm>
            <a:off x="5163650" y="466195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48" name="Figure 5 plot object 147">
            <a:extLst>
              <a:ext uri="{FF2B5EF4-FFF2-40B4-BE49-F238E27FC236}">
                <ns2:creationId id="{669C5338-99CB-4971-8E6F-60BABA41A63E}"/>
              </a:ext>
            </a:extLst>
          </p:cNvPr>
          <p:cNvSpPr>
            <a:spLocks noGrp="1"/>
          </p:cNvSpPr>
          <p:nvPr/>
        </p:nvSpPr>
        <p:spPr>
          <a:xfrm>
            <a:off x="4771068" y="470532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49" name="Figure 5 plot object 148">
            <a:extLst>
              <a:ext uri="{FF2B5EF4-FFF2-40B4-BE49-F238E27FC236}">
                <ns2:creationId id="{08021FBE-A8BB-40FF-B3D5-79434BD75E15}"/>
              </a:ext>
            </a:extLst>
          </p:cNvPr>
          <p:cNvSpPr>
            <a:spLocks noGrp="1"/>
          </p:cNvSpPr>
          <p:nvPr/>
        </p:nvSpPr>
        <p:spPr>
          <a:xfrm>
            <a:off x="5556233" y="465264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50" name="Figure 5 plot object 149">
            <a:extLst>
              <a:ext uri="{FF2B5EF4-FFF2-40B4-BE49-F238E27FC236}">
                <ns2:creationId id="{F283D7BB-BD7B-47F8-BD60-EBD4EFD7BF49}"/>
              </a:ext>
            </a:extLst>
          </p:cNvPr>
          <p:cNvSpPr>
            <a:spLocks noGrp="1"/>
          </p:cNvSpPr>
          <p:nvPr/>
        </p:nvSpPr>
        <p:spPr>
          <a:xfrm>
            <a:off x="5163650" y="464748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51" name="Figure 5 plot object 150">
            <a:extLst>
              <a:ext uri="{FF2B5EF4-FFF2-40B4-BE49-F238E27FC236}">
                <ns2:creationId id="{82DF806C-0288-47BB-93A3-36BBCC1F3014}"/>
              </a:ext>
            </a:extLst>
          </p:cNvPr>
          <p:cNvSpPr>
            <a:spLocks noGrp="1"/>
          </p:cNvSpPr>
          <p:nvPr/>
        </p:nvSpPr>
        <p:spPr>
          <a:xfrm>
            <a:off x="5621384" y="461878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52" name="Figure 5 plot object 151">
            <a:extLst>
              <a:ext uri="{FF2B5EF4-FFF2-40B4-BE49-F238E27FC236}">
                <ns2:creationId id="{653ADD2F-768F-44A2-ABE6-864111E12883}"/>
              </a:ext>
            </a:extLst>
          </p:cNvPr>
          <p:cNvSpPr>
            <a:spLocks noGrp="1"/>
          </p:cNvSpPr>
          <p:nvPr/>
        </p:nvSpPr>
        <p:spPr>
          <a:xfrm>
            <a:off x="5308541" y="466876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53" name="Figure 5 plot object 152">
            <a:extLst>
              <a:ext uri="{FF2B5EF4-FFF2-40B4-BE49-F238E27FC236}">
                <ns2:creationId id="{ECABA22C-94A6-41E9-BB7D-B12C6AAF7CBE}"/>
              </a:ext>
            </a:extLst>
          </p:cNvPr>
          <p:cNvSpPr>
            <a:spLocks noGrp="1"/>
          </p:cNvSpPr>
          <p:nvPr/>
        </p:nvSpPr>
        <p:spPr>
          <a:xfrm>
            <a:off x="5373692" y="464159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54" name="Figure 5 plot object 153">
            <a:extLst>
              <a:ext uri="{FF2B5EF4-FFF2-40B4-BE49-F238E27FC236}">
                <ns2:creationId id="{9885E935-8490-49AD-8CE3-B87CE5684B2E}"/>
              </a:ext>
            </a:extLst>
          </p:cNvPr>
          <p:cNvSpPr>
            <a:spLocks noGrp="1"/>
          </p:cNvSpPr>
          <p:nvPr/>
        </p:nvSpPr>
        <p:spPr>
          <a:xfrm>
            <a:off x="4878308" y="464779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55" name="Figure 5 plot object 154">
            <a:extLst>
              <a:ext uri="{FF2B5EF4-FFF2-40B4-BE49-F238E27FC236}">
                <ns2:creationId id="{D7F2F21C-1588-4A48-AA11-7256CC8934BF}"/>
              </a:ext>
            </a:extLst>
          </p:cNvPr>
          <p:cNvSpPr>
            <a:spLocks noGrp="1"/>
          </p:cNvSpPr>
          <p:nvPr/>
        </p:nvSpPr>
        <p:spPr>
          <a:xfrm>
            <a:off x="5621384" y="4645273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56" name="Figure 5 plot object 155">
            <a:extLst>
              <a:ext uri="{FF2B5EF4-FFF2-40B4-BE49-F238E27FC236}">
                <ns2:creationId id="{8B73CF2B-2037-41BD-9671-D6748B74E984}"/>
              </a:ext>
            </a:extLst>
          </p:cNvPr>
          <p:cNvSpPr>
            <a:spLocks noGrp="1"/>
          </p:cNvSpPr>
          <p:nvPr/>
        </p:nvSpPr>
        <p:spPr>
          <a:xfrm>
            <a:off x="5373692" y="466644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57" name="Figure 5 plot object 156">
            <a:extLst>
              <a:ext uri="{FF2B5EF4-FFF2-40B4-BE49-F238E27FC236}">
                <ns2:creationId id="{92A85C29-5386-49F1-A8CA-9DA38083243E}"/>
              </a:ext>
            </a:extLst>
          </p:cNvPr>
          <p:cNvSpPr>
            <a:spLocks noGrp="1"/>
          </p:cNvSpPr>
          <p:nvPr/>
        </p:nvSpPr>
        <p:spPr>
          <a:xfrm>
            <a:off x="4195945" y="461190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58" name="Figure 5 plot object 157">
            <a:extLst>
              <a:ext uri="{FF2B5EF4-FFF2-40B4-BE49-F238E27FC236}">
                <ns2:creationId id="{679F3BF7-8F8E-44DE-B704-7FDC25C0B153}"/>
              </a:ext>
            </a:extLst>
          </p:cNvPr>
          <p:cNvSpPr>
            <a:spLocks noGrp="1"/>
          </p:cNvSpPr>
          <p:nvPr/>
        </p:nvSpPr>
        <p:spPr>
          <a:xfrm>
            <a:off x="4195945" y="462818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59" name="Figure 5 plot object 158">
            <a:extLst>
              <a:ext uri="{FF2B5EF4-FFF2-40B4-BE49-F238E27FC236}">
                <ns2:creationId id="{36D5D060-7145-43CC-9345-B0053A99F0A2}"/>
              </a:ext>
            </a:extLst>
          </p:cNvPr>
          <p:cNvSpPr>
            <a:spLocks noGrp="1"/>
          </p:cNvSpPr>
          <p:nvPr/>
        </p:nvSpPr>
        <p:spPr>
          <a:xfrm>
            <a:off x="4653679" y="465400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60" name="Figure 5 plot object 159">
            <a:extLst>
              <a:ext uri="{FF2B5EF4-FFF2-40B4-BE49-F238E27FC236}">
                <ns2:creationId id="{F01F5D5A-00B9-4303-8563-4ACE5F92B3AD}"/>
              </a:ext>
            </a:extLst>
          </p:cNvPr>
          <p:cNvSpPr>
            <a:spLocks noGrp="1"/>
          </p:cNvSpPr>
          <p:nvPr/>
        </p:nvSpPr>
        <p:spPr>
          <a:xfrm>
            <a:off x="5046261" y="466557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61" name="Figure 5 plot object 160">
            <a:extLst>
              <a:ext uri="{FF2B5EF4-FFF2-40B4-BE49-F238E27FC236}">
                <ns2:creationId id="{689A0B93-F3F2-4090-AC61-3645F5C0B3DD}"/>
              </a:ext>
            </a:extLst>
          </p:cNvPr>
          <p:cNvSpPr>
            <a:spLocks noGrp="1"/>
          </p:cNvSpPr>
          <p:nvPr/>
        </p:nvSpPr>
        <p:spPr>
          <a:xfrm>
            <a:off x="5293953" y="465904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62" name="Figure 5 plot object 161">
            <a:extLst>
              <a:ext uri="{FF2B5EF4-FFF2-40B4-BE49-F238E27FC236}">
                <ns2:creationId id="{EA58780F-AF22-466E-B7F1-CBA3FC9BF44C}"/>
              </a:ext>
            </a:extLst>
          </p:cNvPr>
          <p:cNvSpPr>
            <a:spLocks noGrp="1"/>
          </p:cNvSpPr>
          <p:nvPr/>
        </p:nvSpPr>
        <p:spPr>
          <a:xfrm>
            <a:off x="5438844" y="464961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63" name="Figure 5 plot object 162">
            <a:extLst>
              <a:ext uri="{FF2B5EF4-FFF2-40B4-BE49-F238E27FC236}">
                <ns2:creationId id="{6FCDB97C-BD11-4A24-9AE0-6AE0EF76F563}"/>
              </a:ext>
            </a:extLst>
          </p:cNvPr>
          <p:cNvSpPr>
            <a:spLocks noGrp="1"/>
          </p:cNvSpPr>
          <p:nvPr/>
        </p:nvSpPr>
        <p:spPr>
          <a:xfrm>
            <a:off x="4798569" y="465738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64" name="Figure 5 plot object 163">
            <a:extLst>
              <a:ext uri="{FF2B5EF4-FFF2-40B4-BE49-F238E27FC236}">
                <ns2:creationId id="{6DCD7C2E-2281-4FAF-8D7E-81D59B5E0BD9}"/>
              </a:ext>
            </a:extLst>
          </p:cNvPr>
          <p:cNvSpPr>
            <a:spLocks noGrp="1"/>
          </p:cNvSpPr>
          <p:nvPr/>
        </p:nvSpPr>
        <p:spPr>
          <a:xfrm>
            <a:off x="5046261" y="468104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65" name="Figure 5 plot object 164">
            <a:extLst>
              <a:ext uri="{FF2B5EF4-FFF2-40B4-BE49-F238E27FC236}">
                <ns2:creationId id="{1ABD9629-0BBA-478F-9DB5-8016DF90BA37}"/>
              </a:ext>
            </a:extLst>
          </p:cNvPr>
          <p:cNvSpPr>
            <a:spLocks noGrp="1"/>
          </p:cNvSpPr>
          <p:nvPr/>
        </p:nvSpPr>
        <p:spPr>
          <a:xfrm>
            <a:off x="5191152" y="4631863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66" name="Figure 5 plot object 165">
            <a:extLst>
              <a:ext uri="{FF2B5EF4-FFF2-40B4-BE49-F238E27FC236}">
                <ns2:creationId id="{DD59C0D4-ABB4-4BD5-A6DA-992A1C198103}"/>
              </a:ext>
            </a:extLst>
          </p:cNvPr>
          <p:cNvSpPr>
            <a:spLocks noGrp="1"/>
          </p:cNvSpPr>
          <p:nvPr/>
        </p:nvSpPr>
        <p:spPr>
          <a:xfrm>
            <a:off x="5293953" y="470549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67" name="Figure 5 plot object 166">
            <a:extLst>
              <a:ext uri="{FF2B5EF4-FFF2-40B4-BE49-F238E27FC236}">
                <ns2:creationId id="{9862D299-C2B5-498F-86B7-C67D2D3FD28A}"/>
              </a:ext>
            </a:extLst>
          </p:cNvPr>
          <p:cNvSpPr>
            <a:spLocks noGrp="1"/>
          </p:cNvSpPr>
          <p:nvPr/>
        </p:nvSpPr>
        <p:spPr>
          <a:xfrm>
            <a:off x="5438844" y="463184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68" name="Figure 5 plot object 167">
            <a:extLst>
              <a:ext uri="{FF2B5EF4-FFF2-40B4-BE49-F238E27FC236}">
                <ns2:creationId id="{379B9FAD-3ACB-401A-86FA-39DF4119139E}"/>
              </a:ext>
            </a:extLst>
          </p:cNvPr>
          <p:cNvSpPr>
            <a:spLocks noGrp="1"/>
          </p:cNvSpPr>
          <p:nvPr/>
        </p:nvSpPr>
        <p:spPr>
          <a:xfrm>
            <a:off x="5476494" y="467105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69" name="Figure 5 plot object 168">
            <a:extLst>
              <a:ext uri="{FF2B5EF4-FFF2-40B4-BE49-F238E27FC236}">
                <ns2:creationId id="{C0490D9F-7D2C-475F-8F37-E08C838375B7}"/>
              </a:ext>
            </a:extLst>
          </p:cNvPr>
          <p:cNvSpPr>
            <a:spLocks noGrp="1"/>
          </p:cNvSpPr>
          <p:nvPr/>
        </p:nvSpPr>
        <p:spPr>
          <a:xfrm>
            <a:off x="4901371" y="470787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70" name="Figure 5 plot object 169">
            <a:extLst>
              <a:ext uri="{FF2B5EF4-FFF2-40B4-BE49-F238E27FC236}">
                <ns2:creationId id="{F88EB6B8-7665-45F2-AEA5-7932E88BF407}"/>
              </a:ext>
            </a:extLst>
          </p:cNvPr>
          <p:cNvSpPr>
            <a:spLocks noGrp="1"/>
          </p:cNvSpPr>
          <p:nvPr/>
        </p:nvSpPr>
        <p:spPr>
          <a:xfrm>
            <a:off x="4653679" y="471799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71" name="Figure 5 plot object 170">
            <a:extLst>
              <a:ext uri="{FF2B5EF4-FFF2-40B4-BE49-F238E27FC236}">
                <ns2:creationId id="{05C70D25-4BCC-49F6-831B-DABCDEFBB668}"/>
              </a:ext>
            </a:extLst>
          </p:cNvPr>
          <p:cNvSpPr>
            <a:spLocks noGrp="1"/>
          </p:cNvSpPr>
          <p:nvPr/>
        </p:nvSpPr>
        <p:spPr>
          <a:xfrm>
            <a:off x="4508788" y="466218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72" name="Figure 5 plot object 171">
            <a:extLst>
              <a:ext uri="{FF2B5EF4-FFF2-40B4-BE49-F238E27FC236}">
                <ns2:creationId id="{14A696B6-C7DF-40B0-AFEF-BA9BC589EFBD}"/>
              </a:ext>
            </a:extLst>
          </p:cNvPr>
          <p:cNvSpPr>
            <a:spLocks noGrp="1"/>
          </p:cNvSpPr>
          <p:nvPr/>
        </p:nvSpPr>
        <p:spPr>
          <a:xfrm>
            <a:off x="5293953" y="466739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73" name="Figure 5 plot object 172">
            <a:extLst>
              <a:ext uri="{FF2B5EF4-FFF2-40B4-BE49-F238E27FC236}">
                <ns2:creationId id="{F045A2D7-27B6-47C6-BB20-D1EB7F6BC90F}"/>
              </a:ext>
            </a:extLst>
          </p:cNvPr>
          <p:cNvSpPr>
            <a:spLocks noGrp="1"/>
          </p:cNvSpPr>
          <p:nvPr/>
        </p:nvSpPr>
        <p:spPr>
          <a:xfrm>
            <a:off x="5046261" y="4673373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74" name="Figure 5 plot object 173">
            <a:extLst>
              <a:ext uri="{FF2B5EF4-FFF2-40B4-BE49-F238E27FC236}">
                <ns2:creationId id="{D444F992-E210-4054-A5BB-150C34FB7CBA}"/>
              </a:ext>
            </a:extLst>
          </p:cNvPr>
          <p:cNvSpPr>
            <a:spLocks noGrp="1"/>
          </p:cNvSpPr>
          <p:nvPr/>
        </p:nvSpPr>
        <p:spPr>
          <a:xfrm>
            <a:off x="4901371" y="4703984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75" name="Figure 5 plot object 174">
            <a:extLst>
              <a:ext uri="{FF2B5EF4-FFF2-40B4-BE49-F238E27FC236}">
                <ns2:creationId id="{47D105A3-7C83-43C7-9155-797373CD607D}"/>
              </a:ext>
            </a:extLst>
          </p:cNvPr>
          <p:cNvSpPr>
            <a:spLocks noGrp="1"/>
          </p:cNvSpPr>
          <p:nvPr/>
        </p:nvSpPr>
        <p:spPr>
          <a:xfrm>
            <a:off x="5541645" y="4640733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76" name="Figure 5 plot object 175">
            <a:extLst>
              <a:ext uri="{FF2B5EF4-FFF2-40B4-BE49-F238E27FC236}">
                <ns2:creationId id="{255BB3D3-34C3-4284-A1E1-786D93D641E3}"/>
              </a:ext>
            </a:extLst>
          </p:cNvPr>
          <p:cNvSpPr>
            <a:spLocks noGrp="1"/>
          </p:cNvSpPr>
          <p:nvPr/>
        </p:nvSpPr>
        <p:spPr>
          <a:xfrm>
            <a:off x="5293953" y="467724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77" name="Figure 5 plot object 176">
            <a:extLst>
              <a:ext uri="{FF2B5EF4-FFF2-40B4-BE49-F238E27FC236}">
                <ns2:creationId id="{380E6947-3AE3-4757-B04E-60EFDE163160}"/>
              </a:ext>
            </a:extLst>
          </p:cNvPr>
          <p:cNvSpPr>
            <a:spLocks noGrp="1"/>
          </p:cNvSpPr>
          <p:nvPr/>
        </p:nvSpPr>
        <p:spPr>
          <a:xfrm>
            <a:off x="5149063" y="466091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78" name="Figure 5 plot object 177">
            <a:extLst>
              <a:ext uri="{FF2B5EF4-FFF2-40B4-BE49-F238E27FC236}">
                <ns2:creationId id="{FE93ACAD-5A27-4338-89CB-A49B71F2C24C}"/>
              </a:ext>
            </a:extLst>
          </p:cNvPr>
          <p:cNvSpPr>
            <a:spLocks noGrp="1"/>
          </p:cNvSpPr>
          <p:nvPr/>
        </p:nvSpPr>
        <p:spPr>
          <a:xfrm>
            <a:off x="5724186" y="4681739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79" name="Figure 5 plot object 178">
            <a:extLst>
              <a:ext uri="{FF2B5EF4-FFF2-40B4-BE49-F238E27FC236}">
                <ns2:creationId id="{DDB5E5FB-AF84-4B09-9BA7-461C274C442F}"/>
              </a:ext>
            </a:extLst>
          </p:cNvPr>
          <p:cNvSpPr>
            <a:spLocks noGrp="1"/>
          </p:cNvSpPr>
          <p:nvPr/>
        </p:nvSpPr>
        <p:spPr>
          <a:xfrm>
            <a:off x="5476494" y="469198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80" name="Figure 5 plot object 179">
            <a:extLst>
              <a:ext uri="{FF2B5EF4-FFF2-40B4-BE49-F238E27FC236}">
                <ns2:creationId id="{10CD3506-D81D-4A6D-819F-0AA534660D72}"/>
              </a:ext>
            </a:extLst>
          </p:cNvPr>
          <p:cNvSpPr>
            <a:spLocks noGrp="1"/>
          </p:cNvSpPr>
          <p:nvPr/>
        </p:nvSpPr>
        <p:spPr>
          <a:xfrm>
            <a:off x="5331603" y="465966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81" name="Figure 5 plot object 180">
            <a:extLst>
              <a:ext uri="{FF2B5EF4-FFF2-40B4-BE49-F238E27FC236}">
                <ns2:creationId id="{A70092FF-8CE3-45C5-B023-A663834C6393}"/>
              </a:ext>
            </a:extLst>
          </p:cNvPr>
          <p:cNvSpPr>
            <a:spLocks noGrp="1"/>
          </p:cNvSpPr>
          <p:nvPr/>
        </p:nvSpPr>
        <p:spPr>
          <a:xfrm>
            <a:off x="4405987" y="465739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82" name="Figure 5 plot object 181">
            <a:extLst>
              <a:ext uri="{FF2B5EF4-FFF2-40B4-BE49-F238E27FC236}">
                <ns2:creationId id="{90E9B17C-1579-4744-B3EC-FACBAD800B16}"/>
              </a:ext>
            </a:extLst>
          </p:cNvPr>
          <p:cNvSpPr>
            <a:spLocks noGrp="1"/>
          </p:cNvSpPr>
          <p:nvPr/>
        </p:nvSpPr>
        <p:spPr>
          <a:xfrm>
            <a:off x="4733418" y="462078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83" name="Figure 5 plot object 182">
            <a:extLst>
              <a:ext uri="{FF2B5EF4-FFF2-40B4-BE49-F238E27FC236}">
                <ns2:creationId id="{27EEF3CC-9E19-41F5-A3C7-B07BB449AF02}"/>
              </a:ext>
            </a:extLst>
          </p:cNvPr>
          <p:cNvSpPr>
            <a:spLocks noGrp="1"/>
          </p:cNvSpPr>
          <p:nvPr/>
        </p:nvSpPr>
        <p:spPr>
          <a:xfrm>
            <a:off x="4981110" y="468111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84" name="Figure 5 plot object 183">
            <a:extLst>
              <a:ext uri="{FF2B5EF4-FFF2-40B4-BE49-F238E27FC236}">
                <ns2:creationId id="{FC1B15A8-36EA-4E22-8713-71553774DE1A}"/>
              </a:ext>
            </a:extLst>
          </p:cNvPr>
          <p:cNvSpPr>
            <a:spLocks noGrp="1"/>
          </p:cNvSpPr>
          <p:nvPr/>
        </p:nvSpPr>
        <p:spPr>
          <a:xfrm>
            <a:off x="5228802" y="4629987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85" name="Figure 5 plot object 184">
            <a:extLst>
              <a:ext uri="{FF2B5EF4-FFF2-40B4-BE49-F238E27FC236}">
                <ns2:creationId id="{2EA6BE27-F5E3-4E54-A4C8-B6D4279A6281}"/>
              </a:ext>
            </a:extLst>
          </p:cNvPr>
          <p:cNvSpPr>
            <a:spLocks noGrp="1"/>
          </p:cNvSpPr>
          <p:nvPr/>
        </p:nvSpPr>
        <p:spPr>
          <a:xfrm>
            <a:off x="5373692" y="467705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86" name="Figure 5 plot object 185">
            <a:extLst>
              <a:ext uri="{FF2B5EF4-FFF2-40B4-BE49-F238E27FC236}">
                <ns2:creationId id="{0173FEDC-4652-4B74-AE0E-E37FF072C545}"/>
              </a:ext>
            </a:extLst>
          </p:cNvPr>
          <p:cNvSpPr>
            <a:spLocks noGrp="1"/>
          </p:cNvSpPr>
          <p:nvPr/>
        </p:nvSpPr>
        <p:spPr>
          <a:xfrm>
            <a:off x="5476494" y="4643833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87" name="Figure 5 plot object 186">
            <a:extLst>
              <a:ext uri="{FF2B5EF4-FFF2-40B4-BE49-F238E27FC236}">
                <ns2:creationId id="{91FFA333-EC3D-409F-9751-D4D09378A67C}"/>
              </a:ext>
            </a:extLst>
          </p:cNvPr>
          <p:cNvSpPr>
            <a:spLocks noGrp="1"/>
          </p:cNvSpPr>
          <p:nvPr/>
        </p:nvSpPr>
        <p:spPr>
          <a:xfrm>
            <a:off x="5126000" y="467340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88" name="Figure 5 plot object 187">
            <a:extLst>
              <a:ext uri="{FF2B5EF4-FFF2-40B4-BE49-F238E27FC236}">
                <ns2:creationId id="{94D5AA6F-B903-4607-8C2D-53F26D56F728}"/>
              </a:ext>
            </a:extLst>
          </p:cNvPr>
          <p:cNvSpPr>
            <a:spLocks noGrp="1"/>
          </p:cNvSpPr>
          <p:nvPr/>
        </p:nvSpPr>
        <p:spPr>
          <a:xfrm>
            <a:off x="5126000" y="4621593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89" name="Figure 5 plot object 188">
            <a:extLst>
              <a:ext uri="{FF2B5EF4-FFF2-40B4-BE49-F238E27FC236}">
                <ns2:creationId id="{E1D7BFA0-4637-42D5-8F1B-8083D8BC8623}"/>
              </a:ext>
            </a:extLst>
          </p:cNvPr>
          <p:cNvSpPr>
            <a:spLocks noGrp="1"/>
          </p:cNvSpPr>
          <p:nvPr/>
        </p:nvSpPr>
        <p:spPr>
          <a:xfrm>
            <a:off x="5126000" y="465764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90" name="Figure 5 plot object 189">
            <a:extLst>
              <a:ext uri="{FF2B5EF4-FFF2-40B4-BE49-F238E27FC236}">
                <ns2:creationId id="{D7630AD1-AFC7-465B-A6D5-F4D742D038F3}"/>
              </a:ext>
            </a:extLst>
          </p:cNvPr>
          <p:cNvSpPr>
            <a:spLocks noGrp="1"/>
          </p:cNvSpPr>
          <p:nvPr/>
        </p:nvSpPr>
        <p:spPr>
          <a:xfrm>
            <a:off x="5205739" y="466649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91" name="Figure 5 plot object 190">
            <a:extLst>
              <a:ext uri="{FF2B5EF4-FFF2-40B4-BE49-F238E27FC236}">
                <ns2:creationId id="{049D8852-B9EB-437E-BF18-A1C4BA0EDFBC}"/>
              </a:ext>
            </a:extLst>
          </p:cNvPr>
          <p:cNvSpPr>
            <a:spLocks noGrp="1"/>
          </p:cNvSpPr>
          <p:nvPr/>
        </p:nvSpPr>
        <p:spPr>
          <a:xfrm>
            <a:off x="5373692" y="4657229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92" name="Figure 5 plot object 191">
            <a:extLst>
              <a:ext uri="{FF2B5EF4-FFF2-40B4-BE49-F238E27FC236}">
                <ns2:creationId id="{8401DDCB-69CB-40BC-BCDD-3BB65B893A6E}"/>
              </a:ext>
            </a:extLst>
          </p:cNvPr>
          <p:cNvSpPr>
            <a:spLocks noGrp="1"/>
          </p:cNvSpPr>
          <p:nvPr/>
        </p:nvSpPr>
        <p:spPr>
          <a:xfrm>
            <a:off x="5552641" y="4633358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93" name="Figure 5 plot object 192">
            <a:extLst>
              <a:ext uri="{FF2B5EF4-FFF2-40B4-BE49-F238E27FC236}">
                <ns2:creationId id="{56ECF0E6-A9D8-4464-9DAD-3B62BEA6B099}"/>
              </a:ext>
            </a:extLst>
          </p:cNvPr>
          <p:cNvSpPr>
            <a:spLocks noGrp="1"/>
          </p:cNvSpPr>
          <p:nvPr/>
        </p:nvSpPr>
        <p:spPr>
          <a:xfrm>
            <a:off x="4195945" y="4672564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94" name="Figure 5 plot object 193">
            <a:extLst>
              <a:ext uri="{FF2B5EF4-FFF2-40B4-BE49-F238E27FC236}">
                <ns2:creationId id="{E66ADED8-1E35-4455-B916-1604D5139F36}"/>
              </a:ext>
            </a:extLst>
          </p:cNvPr>
          <p:cNvSpPr>
            <a:spLocks noGrp="1"/>
          </p:cNvSpPr>
          <p:nvPr/>
        </p:nvSpPr>
        <p:spPr>
          <a:xfrm>
            <a:off x="4195945" y="463785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95" name="Figure 5 plot object 194">
            <a:extLst>
              <a:ext uri="{FF2B5EF4-FFF2-40B4-BE49-F238E27FC236}">
                <ns2:creationId id="{EE30E9E2-147C-4C6B-BB30-E2B65D2C3DF9}"/>
              </a:ext>
            </a:extLst>
          </p:cNvPr>
          <p:cNvSpPr>
            <a:spLocks noGrp="1"/>
          </p:cNvSpPr>
          <p:nvPr/>
        </p:nvSpPr>
        <p:spPr>
          <a:xfrm>
            <a:off x="4981110" y="467397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96" name="Figure 5 plot object 195">
            <a:extLst>
              <a:ext uri="{FF2B5EF4-FFF2-40B4-BE49-F238E27FC236}">
                <ns2:creationId id="{8217084B-C37D-47CF-BE70-23030A864D9E}"/>
              </a:ext>
            </a:extLst>
          </p:cNvPr>
          <p:cNvSpPr>
            <a:spLocks noGrp="1"/>
          </p:cNvSpPr>
          <p:nvPr/>
        </p:nvSpPr>
        <p:spPr>
          <a:xfrm>
            <a:off x="4588527" y="4637902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97" name="Figure 5 plot object 196">
            <a:extLst>
              <a:ext uri="{FF2B5EF4-FFF2-40B4-BE49-F238E27FC236}">
                <ns2:creationId id="{AB0BBFDC-D83B-46A4-AC7F-77BDBEE2B94A}"/>
              </a:ext>
            </a:extLst>
          </p:cNvPr>
          <p:cNvSpPr>
            <a:spLocks noGrp="1"/>
          </p:cNvSpPr>
          <p:nvPr/>
        </p:nvSpPr>
        <p:spPr>
          <a:xfrm>
            <a:off x="5373692" y="4644969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98" name="Figure 5 plot object 197">
            <a:extLst>
              <a:ext uri="{FF2B5EF4-FFF2-40B4-BE49-F238E27FC236}">
                <ns2:creationId id="{C321E304-C883-4117-A2F4-46476C56C7EF}"/>
              </a:ext>
            </a:extLst>
          </p:cNvPr>
          <p:cNvSpPr>
            <a:spLocks noGrp="1"/>
          </p:cNvSpPr>
          <p:nvPr/>
        </p:nvSpPr>
        <p:spPr>
          <a:xfrm>
            <a:off x="4981110" y="467564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199" name="Figure 5 plot object 198">
            <a:extLst>
              <a:ext uri="{FF2B5EF4-FFF2-40B4-BE49-F238E27FC236}">
                <ns2:creationId id="{AF424724-9767-45FF-9B80-00BB9331E70A}"/>
              </a:ext>
            </a:extLst>
          </p:cNvPr>
          <p:cNvSpPr>
            <a:spLocks noGrp="1"/>
          </p:cNvSpPr>
          <p:nvPr/>
        </p:nvSpPr>
        <p:spPr>
          <a:xfrm>
            <a:off x="5373692" y="4643585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200" name="Figure 5 plot object 199">
            <a:extLst>
              <a:ext uri="{FF2B5EF4-FFF2-40B4-BE49-F238E27FC236}">
                <ns2:creationId id="{160F9F63-B416-4260-97A5-2902B56D98B1}"/>
              </a:ext>
            </a:extLst>
          </p:cNvPr>
          <p:cNvSpPr>
            <a:spLocks noGrp="1"/>
          </p:cNvSpPr>
          <p:nvPr/>
        </p:nvSpPr>
        <p:spPr>
          <a:xfrm>
            <a:off x="5126000" y="464169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201" name="Figure 5 plot object 200">
            <a:extLst>
              <a:ext uri="{FF2B5EF4-FFF2-40B4-BE49-F238E27FC236}">
                <ns2:creationId id="{7A3D549C-5803-4501-BCD5-67C3FE928689}"/>
              </a:ext>
            </a:extLst>
          </p:cNvPr>
          <p:cNvSpPr>
            <a:spLocks noGrp="1"/>
          </p:cNvSpPr>
          <p:nvPr/>
        </p:nvSpPr>
        <p:spPr>
          <a:xfrm>
            <a:off x="5556233" y="465238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202" name="Figure 5 plot object 201">
            <a:extLst>
              <a:ext uri="{FF2B5EF4-FFF2-40B4-BE49-F238E27FC236}">
                <ns2:creationId id="{3F4CCFEE-B248-4B81-ADBB-400D6E1D42C2}"/>
              </a:ext>
            </a:extLst>
          </p:cNvPr>
          <p:cNvSpPr>
            <a:spLocks noGrp="1"/>
          </p:cNvSpPr>
          <p:nvPr/>
        </p:nvSpPr>
        <p:spPr>
          <a:xfrm>
            <a:off x="5308541" y="4643460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203" name="Figure 5 plot object 202">
            <a:extLst>
              <a:ext uri="{FF2B5EF4-FFF2-40B4-BE49-F238E27FC236}">
                <ns2:creationId id="{E3CDED95-B5B0-48B4-B4C4-2F3183E30223}"/>
              </a:ext>
            </a:extLst>
          </p:cNvPr>
          <p:cNvSpPr>
            <a:spLocks noGrp="1"/>
          </p:cNvSpPr>
          <p:nvPr/>
        </p:nvSpPr>
        <p:spPr>
          <a:xfrm>
            <a:off x="5373692" y="4628581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204" name="Figure 5 plot object 203">
            <a:extLst>
              <a:ext uri="{FF2B5EF4-FFF2-40B4-BE49-F238E27FC236}">
                <ns2:creationId id="{13576F5E-4BEB-4774-9158-4B150FAD8C81}"/>
              </a:ext>
            </a:extLst>
          </p:cNvPr>
          <p:cNvSpPr>
            <a:spLocks noGrp="1"/>
          </p:cNvSpPr>
          <p:nvPr/>
        </p:nvSpPr>
        <p:spPr>
          <a:xfrm>
            <a:off x="5373692" y="4673926"/>
            <a:ext cx="45791" cy="45791"/>
          </a:xfrm>
          <a:custGeom>
            <a:pathLst>
              <a:path w="45791" h="45791">
                <a:moveTo>
                  <a:pt x="22895" y="45791"/>
                </a:moveTo>
                <a:cubicBezTo>
                  <a:pt x="28967" y="45791"/>
                  <a:pt x="34791" y="43378"/>
                  <a:pt x="39085" y="39085"/>
                </a:cubicBezTo>
                <a:cubicBezTo>
                  <a:pt x="43378" y="34791"/>
                  <a:pt x="45791" y="28967"/>
                  <a:pt x="45791" y="22895"/>
                </a:cubicBezTo>
                <a:cubicBezTo>
                  <a:pt x="45791" y="16823"/>
                  <a:pt x="43378" y="10999"/>
                  <a:pt x="39085" y="6706"/>
                </a:cubicBezTo>
                <a:cubicBezTo>
                  <a:pt x="34791" y="2412"/>
                  <a:pt x="28967" y="0"/>
                  <a:pt x="22895" y="0"/>
                </a:cubicBezTo>
                <a:cubicBezTo>
                  <a:pt x="16823" y="0"/>
                  <a:pt x="10999" y="2412"/>
                  <a:pt x="6706" y="6706"/>
                </a:cubicBezTo>
                <a:cubicBezTo>
                  <a:pt x="2412" y="10999"/>
                  <a:pt x="0" y="16823"/>
                  <a:pt x="0" y="22895"/>
                </a:cubicBezTo>
                <a:cubicBezTo>
                  <a:pt x="0" y="28967"/>
                  <a:pt x="2412" y="34791"/>
                  <a:pt x="6706" y="39085"/>
                </a:cubicBezTo>
                <a:cubicBezTo>
                  <a:pt x="10999" y="43378"/>
                  <a:pt x="16823" y="45791"/>
                  <a:pt x="22895" y="45791"/>
                </a:cubicBezTo>
                <a:close/>
              </a:path>
            </a:pathLst>
          </a:custGeom>
          <a:solidFill>
            <a:srgbClr val="8D99A1">
              <a:alpha val="60000"/>
            </a:srgbClr>
          </a:solidFill>
          <a:ln w="12700">
            <a:noFill/>
            <a:prstDash val="solid"/>
          </a:ln>
        </p:spPr>
      </p:sp>
      <p:sp>
        <p:nvSpPr>
          <p:cNvPr id="205" name="Figure 5 plot object 204">
            <a:extLst>
              <a:ext uri="{FF2B5EF4-FFF2-40B4-BE49-F238E27FC236}">
                <ns2:creationId id="{8D09C269-30BF-4B53-8FE4-4637A2DB6A94}"/>
              </a:ext>
            </a:extLst>
          </p:cNvPr>
          <p:cNvSpPr>
            <a:spLocks noGrp="1"/>
          </p:cNvSpPr>
          <p:nvPr/>
        </p:nvSpPr>
        <p:spPr>
          <a:xfrm>
            <a:off x="1450467" y="1768450"/>
            <a:ext cx="13" cy="3185770"/>
          </a:xfrm>
          <a:custGeom>
            <a:pathLst>
              <a:path w="13" h="3185770">
                <a:moveTo>
                  <a:pt x="0" y="3185770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06" name="Figure 5 plot object 205">
            <a:extLst>
              <a:ext uri="{FF2B5EF4-FFF2-40B4-BE49-F238E27FC236}">
                <ns2:creationId id="{A075E682-7E89-474E-9E75-5BB81FFEE43A}"/>
              </a:ext>
            </a:extLst>
          </p:cNvPr>
          <p:cNvSpPr>
            <a:spLocks noGrp="1"/>
          </p:cNvSpPr>
          <p:nvPr/>
        </p:nvSpPr>
        <p:spPr>
          <a:xfrm>
            <a:off x="6467094" y="1768450"/>
            <a:ext cx="13" cy="3185770"/>
          </a:xfrm>
          <a:custGeom>
            <a:pathLst>
              <a:path w="13" h="3185770">
                <a:moveTo>
                  <a:pt x="0" y="3185770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07" name="Figure 5 plot object 206">
            <a:extLst>
              <a:ext uri="{FF2B5EF4-FFF2-40B4-BE49-F238E27FC236}">
                <ns2:creationId id="{083C5E6B-15D1-45AC-A21B-F784B0A1B5A1}"/>
              </a:ext>
            </a:extLst>
          </p:cNvPr>
          <p:cNvSpPr>
            <a:spLocks noGrp="1"/>
          </p:cNvSpPr>
          <p:nvPr/>
        </p:nvSpPr>
        <p:spPr>
          <a:xfrm>
            <a:off x="1450467" y="4954219"/>
            <a:ext cx="5016627" cy="13"/>
          </a:xfrm>
          <a:custGeom>
            <a:pathLst>
              <a:path w="5016627" h="13">
                <a:moveTo>
                  <a:pt x="0" y="0"/>
                </a:moveTo>
                <a:lnTo>
                  <a:pt x="5016627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08" name="Figure 5 plot object 207">
            <a:extLst>
              <a:ext uri="{FF2B5EF4-FFF2-40B4-BE49-F238E27FC236}">
                <ns2:creationId id="{D3FF3846-6DFD-4AAC-AAA9-150436E22D3E}"/>
              </a:ext>
            </a:extLst>
          </p:cNvPr>
          <p:cNvSpPr>
            <a:spLocks noGrp="1"/>
          </p:cNvSpPr>
          <p:nvPr/>
        </p:nvSpPr>
        <p:spPr>
          <a:xfrm>
            <a:off x="1450467" y="1768450"/>
            <a:ext cx="5016627" cy="13"/>
          </a:xfrm>
          <a:custGeom>
            <a:pathLst>
              <a:path w="5016627" h="13">
                <a:moveTo>
                  <a:pt x="0" y="0"/>
                </a:moveTo>
                <a:lnTo>
                  <a:pt x="5016627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09" name="Figure 5 plot object 208">
            <a:extLst>
              <a:ext uri="{FF2B5EF4-FFF2-40B4-BE49-F238E27FC236}">
                <ns2:creationId id="{F2A8EAA1-D620-4F9A-B153-15C43FCCD426}"/>
              </a:ext>
            </a:extLst>
          </p:cNvPr>
          <p:cNvSpPr>
            <a:spLocks noGrp="1"/>
          </p:cNvSpPr>
          <p:nvPr/>
        </p:nvSpPr>
        <p:spPr>
          <a:xfrm>
            <a:off x="4143540" y="4631607"/>
            <a:ext cx="13" cy="37704"/>
          </a:xfrm>
          <a:custGeom>
            <a:pathLst>
              <a:path w="13" h="37704">
                <a:moveTo>
                  <a:pt x="0" y="37704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444B50"/>
            </a:solidFill>
            <a:prstDash val="solid"/>
          </a:ln>
        </p:spPr>
      </p:sp>
      <p:sp>
        <p:nvSpPr>
          <p:cNvPr id="210" name="Figure 5 plot object 209">
            <a:extLst>
              <a:ext uri="{FF2B5EF4-FFF2-40B4-BE49-F238E27FC236}">
                <ns2:creationId id="{C06185A1-9D76-4100-98BD-5D4E0A8AAEAA}"/>
              </a:ext>
            </a:extLst>
          </p:cNvPr>
          <p:cNvSpPr>
            <a:spLocks noGrp="1"/>
          </p:cNvSpPr>
          <p:nvPr/>
        </p:nvSpPr>
        <p:spPr>
          <a:xfrm>
            <a:off x="4105440" y="4669312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11" name="Figure 5 plot object 210">
            <a:extLst>
              <a:ext uri="{FF2B5EF4-FFF2-40B4-BE49-F238E27FC236}">
                <ns2:creationId id="{43A90890-AAC9-48B7-A698-90AEF545DCBB}"/>
              </a:ext>
            </a:extLst>
          </p:cNvPr>
          <p:cNvSpPr>
            <a:spLocks noGrp="1"/>
          </p:cNvSpPr>
          <p:nvPr/>
        </p:nvSpPr>
        <p:spPr>
          <a:xfrm>
            <a:off x="4105440" y="4631607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12" name="Figure 5 plot object 211">
            <a:extLst>
              <a:ext uri="{FF2B5EF4-FFF2-40B4-BE49-F238E27FC236}">
                <ns2:creationId id="{C9BD3020-8179-4958-80D4-D200D34068DE}"/>
              </a:ext>
            </a:extLst>
          </p:cNvPr>
          <p:cNvSpPr>
            <a:spLocks noGrp="1"/>
          </p:cNvSpPr>
          <p:nvPr/>
        </p:nvSpPr>
        <p:spPr>
          <a:xfrm>
            <a:off x="4143540" y="4627335"/>
            <a:ext cx="13" cy="30813"/>
          </a:xfrm>
          <a:custGeom>
            <a:pathLst>
              <a:path w="13" h="30813">
                <a:moveTo>
                  <a:pt x="0" y="30813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444B50"/>
            </a:solidFill>
            <a:prstDash val="solid"/>
          </a:ln>
        </p:spPr>
      </p:sp>
      <p:sp>
        <p:nvSpPr>
          <p:cNvPr id="213" name="Figure 5 plot object 212">
            <a:extLst>
              <a:ext uri="{FF2B5EF4-FFF2-40B4-BE49-F238E27FC236}">
                <ns2:creationId id="{867FB10B-CD0C-4A08-B613-762C897657DF}"/>
              </a:ext>
            </a:extLst>
          </p:cNvPr>
          <p:cNvSpPr>
            <a:spLocks noGrp="1"/>
          </p:cNvSpPr>
          <p:nvPr/>
        </p:nvSpPr>
        <p:spPr>
          <a:xfrm>
            <a:off x="4105440" y="4658147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14" name="Figure 5 plot object 213">
            <a:extLst>
              <a:ext uri="{FF2B5EF4-FFF2-40B4-BE49-F238E27FC236}">
                <ns2:creationId id="{E352E0BE-910C-4DCB-8D4C-F861E28BA0BC}"/>
              </a:ext>
            </a:extLst>
          </p:cNvPr>
          <p:cNvSpPr>
            <a:spLocks noGrp="1"/>
          </p:cNvSpPr>
          <p:nvPr/>
        </p:nvSpPr>
        <p:spPr>
          <a:xfrm>
            <a:off x="4105440" y="4627335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15" name="Figure 5 plot object 214">
            <a:extLst>
              <a:ext uri="{FF2B5EF4-FFF2-40B4-BE49-F238E27FC236}">
                <ns2:creationId id="{EDD5DF7B-4888-43E3-A5DD-84251D1A3CE9}"/>
              </a:ext>
            </a:extLst>
          </p:cNvPr>
          <p:cNvSpPr>
            <a:spLocks noGrp="1"/>
          </p:cNvSpPr>
          <p:nvPr/>
        </p:nvSpPr>
        <p:spPr>
          <a:xfrm>
            <a:off x="2455822" y="3633015"/>
            <a:ext cx="13" cy="511918"/>
          </a:xfrm>
          <a:custGeom>
            <a:pathLst>
              <a:path w="13" h="511918">
                <a:moveTo>
                  <a:pt x="0" y="511918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444B50"/>
            </a:solidFill>
            <a:prstDash val="solid"/>
          </a:ln>
        </p:spPr>
      </p:sp>
      <p:sp>
        <p:nvSpPr>
          <p:cNvPr id="216" name="Figure 5 plot object 215">
            <a:extLst>
              <a:ext uri="{FF2B5EF4-FFF2-40B4-BE49-F238E27FC236}">
                <ns2:creationId id="{CF8B2BB0-1F43-49CD-82F1-E00F004FC55B}"/>
              </a:ext>
            </a:extLst>
          </p:cNvPr>
          <p:cNvSpPr>
            <a:spLocks noGrp="1"/>
          </p:cNvSpPr>
          <p:nvPr/>
        </p:nvSpPr>
        <p:spPr>
          <a:xfrm>
            <a:off x="2417722" y="4144932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17" name="Figure 5 plot object 216">
            <a:extLst>
              <a:ext uri="{FF2B5EF4-FFF2-40B4-BE49-F238E27FC236}">
                <ns2:creationId id="{954887AC-875A-41A4-96C6-380A5D05895C}"/>
              </a:ext>
            </a:extLst>
          </p:cNvPr>
          <p:cNvSpPr>
            <a:spLocks noGrp="1"/>
          </p:cNvSpPr>
          <p:nvPr/>
        </p:nvSpPr>
        <p:spPr>
          <a:xfrm>
            <a:off x="2417722" y="3633015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18" name="Figure 5 plot object 217">
            <a:extLst>
              <a:ext uri="{FF2B5EF4-FFF2-40B4-BE49-F238E27FC236}">
                <ns2:creationId id="{B84F49C7-5C8D-4C3A-A8EA-F7F602BFDF62}"/>
              </a:ext>
            </a:extLst>
          </p:cNvPr>
          <p:cNvSpPr>
            <a:spLocks noGrp="1"/>
          </p:cNvSpPr>
          <p:nvPr/>
        </p:nvSpPr>
        <p:spPr>
          <a:xfrm>
            <a:off x="3358376" y="4420502"/>
            <a:ext cx="13" cy="150224"/>
          </a:xfrm>
          <a:custGeom>
            <a:pathLst>
              <a:path w="13" h="150224">
                <a:moveTo>
                  <a:pt x="0" y="150224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444B50"/>
            </a:solidFill>
            <a:prstDash val="solid"/>
          </a:ln>
        </p:spPr>
      </p:sp>
      <p:sp>
        <p:nvSpPr>
          <p:cNvPr id="219" name="Figure 5 plot object 218">
            <a:extLst>
              <a:ext uri="{FF2B5EF4-FFF2-40B4-BE49-F238E27FC236}">
                <ns2:creationId id="{3A76D9BA-4717-4BD4-BFC5-43ADC3EB1F67}"/>
              </a:ext>
            </a:extLst>
          </p:cNvPr>
          <p:cNvSpPr>
            <a:spLocks noGrp="1"/>
          </p:cNvSpPr>
          <p:nvPr/>
        </p:nvSpPr>
        <p:spPr>
          <a:xfrm>
            <a:off x="3320276" y="4570726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20" name="Figure 5 plot object 219">
            <a:extLst>
              <a:ext uri="{FF2B5EF4-FFF2-40B4-BE49-F238E27FC236}">
                <ns2:creationId id="{2CC69C4F-E001-4143-BC11-D40CFC26EF20}"/>
              </a:ext>
            </a:extLst>
          </p:cNvPr>
          <p:cNvSpPr>
            <a:spLocks noGrp="1"/>
          </p:cNvSpPr>
          <p:nvPr/>
        </p:nvSpPr>
        <p:spPr>
          <a:xfrm>
            <a:off x="3320276" y="4420502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21" name="Figure 5 plot object 220">
            <a:extLst>
              <a:ext uri="{FF2B5EF4-FFF2-40B4-BE49-F238E27FC236}">
                <ns2:creationId id="{75D19E10-A190-47F5-843A-9EC1AB3699FC}"/>
              </a:ext>
            </a:extLst>
          </p:cNvPr>
          <p:cNvSpPr>
            <a:spLocks noGrp="1"/>
          </p:cNvSpPr>
          <p:nvPr/>
        </p:nvSpPr>
        <p:spPr>
          <a:xfrm>
            <a:off x="4756313" y="4666216"/>
            <a:ext cx="13" cy="18971"/>
          </a:xfrm>
          <a:custGeom>
            <a:pathLst>
              <a:path w="13" h="18971">
                <a:moveTo>
                  <a:pt x="0" y="18971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444B50"/>
            </a:solidFill>
            <a:prstDash val="solid"/>
          </a:ln>
        </p:spPr>
      </p:sp>
      <p:sp>
        <p:nvSpPr>
          <p:cNvPr id="222" name="Figure 5 plot object 221">
            <a:extLst>
              <a:ext uri="{FF2B5EF4-FFF2-40B4-BE49-F238E27FC236}">
                <ns2:creationId id="{E0DBE163-9194-4BC0-B175-F49EC48C07F3}"/>
              </a:ext>
            </a:extLst>
          </p:cNvPr>
          <p:cNvSpPr>
            <a:spLocks noGrp="1"/>
          </p:cNvSpPr>
          <p:nvPr/>
        </p:nvSpPr>
        <p:spPr>
          <a:xfrm>
            <a:off x="4718213" y="4685187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23" name="Figure 5 plot object 222">
            <a:extLst>
              <a:ext uri="{FF2B5EF4-FFF2-40B4-BE49-F238E27FC236}">
                <ns2:creationId id="{3B49857F-0A55-44BF-97E9-7F70FFC35561}"/>
              </a:ext>
            </a:extLst>
          </p:cNvPr>
          <p:cNvSpPr>
            <a:spLocks noGrp="1"/>
          </p:cNvSpPr>
          <p:nvPr/>
        </p:nvSpPr>
        <p:spPr>
          <a:xfrm>
            <a:off x="4718213" y="4666216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24" name="Figure 5 plot object 223">
            <a:extLst>
              <a:ext uri="{FF2B5EF4-FFF2-40B4-BE49-F238E27FC236}">
                <ns2:creationId id="{9E751AF0-C899-4DF4-A286-591D000F53F4}"/>
              </a:ext>
            </a:extLst>
          </p:cNvPr>
          <p:cNvSpPr>
            <a:spLocks noGrp="1"/>
          </p:cNvSpPr>
          <p:nvPr/>
        </p:nvSpPr>
        <p:spPr>
          <a:xfrm>
            <a:off x="4756313" y="4664726"/>
            <a:ext cx="13" cy="27934"/>
          </a:xfrm>
          <a:custGeom>
            <a:pathLst>
              <a:path w="13" h="27934">
                <a:moveTo>
                  <a:pt x="0" y="27934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444B50"/>
            </a:solidFill>
            <a:prstDash val="solid"/>
          </a:ln>
        </p:spPr>
      </p:sp>
      <p:sp>
        <p:nvSpPr>
          <p:cNvPr id="225" name="Figure 5 plot object 224">
            <a:extLst>
              <a:ext uri="{FF2B5EF4-FFF2-40B4-BE49-F238E27FC236}">
                <ns2:creationId id="{77D31BBE-6B11-468E-8DFF-67902B27364F}"/>
              </a:ext>
            </a:extLst>
          </p:cNvPr>
          <p:cNvSpPr>
            <a:spLocks noGrp="1"/>
          </p:cNvSpPr>
          <p:nvPr/>
        </p:nvSpPr>
        <p:spPr>
          <a:xfrm>
            <a:off x="4718213" y="4692660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26" name="Figure 5 plot object 225">
            <a:extLst>
              <a:ext uri="{FF2B5EF4-FFF2-40B4-BE49-F238E27FC236}">
                <ns2:creationId id="{C628C797-0836-4F83-B936-EAE81B1126BB}"/>
              </a:ext>
            </a:extLst>
          </p:cNvPr>
          <p:cNvSpPr>
            <a:spLocks noGrp="1"/>
          </p:cNvSpPr>
          <p:nvPr/>
        </p:nvSpPr>
        <p:spPr>
          <a:xfrm>
            <a:off x="4718213" y="4664726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27" name="Figure 5 plot object 226">
            <a:extLst>
              <a:ext uri="{FF2B5EF4-FFF2-40B4-BE49-F238E27FC236}">
                <ns2:creationId id="{EF15F1A9-C234-4CE5-AA04-849C9878FB4A}"/>
              </a:ext>
            </a:extLst>
          </p:cNvPr>
          <p:cNvSpPr>
            <a:spLocks noGrp="1"/>
          </p:cNvSpPr>
          <p:nvPr/>
        </p:nvSpPr>
        <p:spPr>
          <a:xfrm>
            <a:off x="4756313" y="4670230"/>
            <a:ext cx="13" cy="20000"/>
          </a:xfrm>
          <a:custGeom>
            <a:pathLst>
              <a:path w="13" h="20000">
                <a:moveTo>
                  <a:pt x="0" y="20000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444B50"/>
            </a:solidFill>
            <a:prstDash val="solid"/>
          </a:ln>
        </p:spPr>
      </p:sp>
      <p:sp>
        <p:nvSpPr>
          <p:cNvPr id="228" name="Figure 5 plot object 227">
            <a:extLst>
              <a:ext uri="{FF2B5EF4-FFF2-40B4-BE49-F238E27FC236}">
                <ns2:creationId id="{ED4A3C54-1ED8-469F-ACFE-A2E425F85917}"/>
              </a:ext>
            </a:extLst>
          </p:cNvPr>
          <p:cNvSpPr>
            <a:spLocks noGrp="1"/>
          </p:cNvSpPr>
          <p:nvPr/>
        </p:nvSpPr>
        <p:spPr>
          <a:xfrm>
            <a:off x="4718213" y="4690231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29" name="Figure 5 plot object 228">
            <a:extLst>
              <a:ext uri="{FF2B5EF4-FFF2-40B4-BE49-F238E27FC236}">
                <ns2:creationId id="{D8302E16-E0B0-4F64-A35D-A4B81D0D40BB}"/>
              </a:ext>
            </a:extLst>
          </p:cNvPr>
          <p:cNvSpPr>
            <a:spLocks noGrp="1"/>
          </p:cNvSpPr>
          <p:nvPr/>
        </p:nvSpPr>
        <p:spPr>
          <a:xfrm>
            <a:off x="4718213" y="4670230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30" name="Figure 5 plot object 229">
            <a:extLst>
              <a:ext uri="{FF2B5EF4-FFF2-40B4-BE49-F238E27FC236}">
                <ns2:creationId id="{6C6D20ED-38D7-4E33-8BCD-F0AEA1E23E38}"/>
              </a:ext>
            </a:extLst>
          </p:cNvPr>
          <p:cNvSpPr>
            <a:spLocks noGrp="1"/>
          </p:cNvSpPr>
          <p:nvPr/>
        </p:nvSpPr>
        <p:spPr>
          <a:xfrm>
            <a:off x="1633007" y="2274878"/>
            <a:ext cx="13" cy="827713"/>
          </a:xfrm>
          <a:custGeom>
            <a:pathLst>
              <a:path w="13" h="827713">
                <a:moveTo>
                  <a:pt x="0" y="827713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444B50"/>
            </a:solidFill>
            <a:prstDash val="solid"/>
          </a:ln>
        </p:spPr>
      </p:sp>
      <p:sp>
        <p:nvSpPr>
          <p:cNvPr id="231" name="Figure 5 plot object 230">
            <a:extLst>
              <a:ext uri="{FF2B5EF4-FFF2-40B4-BE49-F238E27FC236}">
                <ns2:creationId id="{38639E2A-A26F-47CC-8176-D4309DCDF82E}"/>
              </a:ext>
            </a:extLst>
          </p:cNvPr>
          <p:cNvSpPr>
            <a:spLocks noGrp="1"/>
          </p:cNvSpPr>
          <p:nvPr/>
        </p:nvSpPr>
        <p:spPr>
          <a:xfrm>
            <a:off x="1594907" y="3102591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32" name="Figure 5 plot object 231">
            <a:extLst>
              <a:ext uri="{FF2B5EF4-FFF2-40B4-BE49-F238E27FC236}">
                <ns2:creationId id="{3EB1591C-62B4-4D62-9AE9-5B962B9D2EBD}"/>
              </a:ext>
            </a:extLst>
          </p:cNvPr>
          <p:cNvSpPr>
            <a:spLocks noGrp="1"/>
          </p:cNvSpPr>
          <p:nvPr/>
        </p:nvSpPr>
        <p:spPr>
          <a:xfrm>
            <a:off x="1594907" y="2274878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33" name="Figure 5 plot object 232">
            <a:extLst>
              <a:ext uri="{FF2B5EF4-FFF2-40B4-BE49-F238E27FC236}">
                <ns2:creationId id="{EDFF96C3-7D10-45BB-ACBB-977AD23E9A2A}"/>
              </a:ext>
            </a:extLst>
          </p:cNvPr>
          <p:cNvSpPr>
            <a:spLocks noGrp="1"/>
          </p:cNvSpPr>
          <p:nvPr/>
        </p:nvSpPr>
        <p:spPr>
          <a:xfrm>
            <a:off x="2535561" y="3738228"/>
            <a:ext cx="13" cy="479921"/>
          </a:xfrm>
          <a:custGeom>
            <a:pathLst>
              <a:path w="13" h="479921">
                <a:moveTo>
                  <a:pt x="0" y="479921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444B50"/>
            </a:solidFill>
            <a:prstDash val="solid"/>
          </a:ln>
        </p:spPr>
      </p:sp>
      <p:sp>
        <p:nvSpPr>
          <p:cNvPr id="234" name="Figure 5 plot object 233">
            <a:extLst>
              <a:ext uri="{FF2B5EF4-FFF2-40B4-BE49-F238E27FC236}">
                <ns2:creationId id="{949D3EC5-3D0C-4FD7-92AE-5C088BC3B21C}"/>
              </a:ext>
            </a:extLst>
          </p:cNvPr>
          <p:cNvSpPr>
            <a:spLocks noGrp="1"/>
          </p:cNvSpPr>
          <p:nvPr/>
        </p:nvSpPr>
        <p:spPr>
          <a:xfrm>
            <a:off x="2497461" y="4218149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35" name="Figure 5 plot object 234">
            <a:extLst>
              <a:ext uri="{FF2B5EF4-FFF2-40B4-BE49-F238E27FC236}">
                <ns2:creationId id="{9F146F77-AB7F-401C-BE1C-5B2097BB8947}"/>
              </a:ext>
            </a:extLst>
          </p:cNvPr>
          <p:cNvSpPr>
            <a:spLocks noGrp="1"/>
          </p:cNvSpPr>
          <p:nvPr/>
        </p:nvSpPr>
        <p:spPr>
          <a:xfrm>
            <a:off x="2497461" y="3738228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36" name="Figure 5 plot object 235">
            <a:extLst>
              <a:ext uri="{FF2B5EF4-FFF2-40B4-BE49-F238E27FC236}">
                <ns2:creationId id="{3EF3F061-E314-40C5-A57F-A2E86EC9696C}"/>
              </a:ext>
            </a:extLst>
          </p:cNvPr>
          <p:cNvSpPr>
            <a:spLocks noGrp="1"/>
          </p:cNvSpPr>
          <p:nvPr/>
        </p:nvSpPr>
        <p:spPr>
          <a:xfrm>
            <a:off x="6322204" y="4663560"/>
            <a:ext cx="13" cy="15438"/>
          </a:xfrm>
          <a:custGeom>
            <a:pathLst>
              <a:path w="13" h="15438">
                <a:moveTo>
                  <a:pt x="0" y="15438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444B50"/>
            </a:solidFill>
            <a:prstDash val="solid"/>
          </a:ln>
        </p:spPr>
      </p:sp>
      <p:sp>
        <p:nvSpPr>
          <p:cNvPr id="237" name="Figure 5 plot object 236">
            <a:extLst>
              <a:ext uri="{FF2B5EF4-FFF2-40B4-BE49-F238E27FC236}">
                <ns2:creationId id="{FD8B3CD1-EE14-413A-9166-21BAAC8EF7B8}"/>
              </a:ext>
            </a:extLst>
          </p:cNvPr>
          <p:cNvSpPr>
            <a:spLocks noGrp="1"/>
          </p:cNvSpPr>
          <p:nvPr/>
        </p:nvSpPr>
        <p:spPr>
          <a:xfrm>
            <a:off x="6284104" y="4678998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38" name="Figure 5 plot object 237">
            <a:extLst>
              <a:ext uri="{FF2B5EF4-FFF2-40B4-BE49-F238E27FC236}">
                <ns2:creationId id="{B7FA4681-AAFB-4063-B1A9-23967CD86D73}"/>
              </a:ext>
            </a:extLst>
          </p:cNvPr>
          <p:cNvSpPr>
            <a:spLocks noGrp="1"/>
          </p:cNvSpPr>
          <p:nvPr/>
        </p:nvSpPr>
        <p:spPr>
          <a:xfrm>
            <a:off x="6284104" y="4663560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39" name="Figure 5 plot object 238">
            <a:extLst>
              <a:ext uri="{FF2B5EF4-FFF2-40B4-BE49-F238E27FC236}">
                <ns2:creationId id="{0F7A769A-7402-43BE-8921-3053E2157EF4}"/>
              </a:ext>
            </a:extLst>
          </p:cNvPr>
          <p:cNvSpPr>
            <a:spLocks noGrp="1"/>
          </p:cNvSpPr>
          <p:nvPr/>
        </p:nvSpPr>
        <p:spPr>
          <a:xfrm>
            <a:off x="5419650" y="4672608"/>
            <a:ext cx="13" cy="20914"/>
          </a:xfrm>
          <a:custGeom>
            <a:pathLst>
              <a:path w="13" h="20914">
                <a:moveTo>
                  <a:pt x="0" y="20914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444B50"/>
            </a:solidFill>
            <a:prstDash val="solid"/>
          </a:ln>
        </p:spPr>
      </p:sp>
      <p:sp>
        <p:nvSpPr>
          <p:cNvPr id="240" name="Figure 5 plot object 239">
            <a:extLst>
              <a:ext uri="{FF2B5EF4-FFF2-40B4-BE49-F238E27FC236}">
                <ns2:creationId id="{68C738F5-5924-4466-8E7C-2433C61ACA5C}"/>
              </a:ext>
            </a:extLst>
          </p:cNvPr>
          <p:cNvSpPr>
            <a:spLocks noGrp="1"/>
          </p:cNvSpPr>
          <p:nvPr/>
        </p:nvSpPr>
        <p:spPr>
          <a:xfrm>
            <a:off x="5381550" y="4693522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41" name="Figure 5 plot object 240">
            <a:extLst>
              <a:ext uri="{FF2B5EF4-FFF2-40B4-BE49-F238E27FC236}">
                <ns2:creationId id="{84966D2E-C06C-4F28-BD66-E6C1E485D0FA}"/>
              </a:ext>
            </a:extLst>
          </p:cNvPr>
          <p:cNvSpPr>
            <a:spLocks noGrp="1"/>
          </p:cNvSpPr>
          <p:nvPr/>
        </p:nvSpPr>
        <p:spPr>
          <a:xfrm>
            <a:off x="5381550" y="4672608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42" name="Figure 5 plot object 241">
            <a:extLst>
              <a:ext uri="{FF2B5EF4-FFF2-40B4-BE49-F238E27FC236}">
                <ns2:creationId id="{1C5DBCBB-EFC7-4609-A860-CE9BB1C72189}"/>
              </a:ext>
            </a:extLst>
          </p:cNvPr>
          <p:cNvSpPr>
            <a:spLocks noGrp="1"/>
          </p:cNvSpPr>
          <p:nvPr/>
        </p:nvSpPr>
        <p:spPr>
          <a:xfrm>
            <a:off x="4932297" y="4675018"/>
            <a:ext cx="13" cy="9141"/>
          </a:xfrm>
          <a:custGeom>
            <a:pathLst>
              <a:path w="13" h="9141">
                <a:moveTo>
                  <a:pt x="0" y="9141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444B50"/>
            </a:solidFill>
            <a:prstDash val="solid"/>
          </a:ln>
        </p:spPr>
      </p:sp>
      <p:sp>
        <p:nvSpPr>
          <p:cNvPr id="243" name="Figure 5 plot object 242">
            <a:extLst>
              <a:ext uri="{FF2B5EF4-FFF2-40B4-BE49-F238E27FC236}">
                <ns2:creationId id="{6F9E37B4-1A71-42DC-AEBD-F5906A5EE637}"/>
              </a:ext>
            </a:extLst>
          </p:cNvPr>
          <p:cNvSpPr>
            <a:spLocks noGrp="1"/>
          </p:cNvSpPr>
          <p:nvPr/>
        </p:nvSpPr>
        <p:spPr>
          <a:xfrm>
            <a:off x="4894197" y="4684160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44" name="Figure 5 plot object 243">
            <a:extLst>
              <a:ext uri="{FF2B5EF4-FFF2-40B4-BE49-F238E27FC236}">
                <ns2:creationId id="{230829BE-7E26-4A12-BB83-8CC4A8489491}"/>
              </a:ext>
            </a:extLst>
          </p:cNvPr>
          <p:cNvSpPr>
            <a:spLocks noGrp="1"/>
          </p:cNvSpPr>
          <p:nvPr/>
        </p:nvSpPr>
        <p:spPr>
          <a:xfrm>
            <a:off x="4894197" y="4675018"/>
            <a:ext cx="76200" cy="13"/>
          </a:xfrm>
          <a:custGeom>
            <a:pathLst>
              <a:path w="76200" h="13">
                <a:moveTo>
                  <a:pt x="76200" y="0"/>
                </a:moveTo>
                <a:lnTo>
                  <a:pt x="0" y="0"/>
                </a:lnTo>
              </a:path>
            </a:pathLst>
          </a:custGeom>
          <a:solidFill>
            <a:srgbClr val="444B50"/>
          </a:solidFill>
          <a:ln w="7620">
            <a:solidFill>
              <a:srgbClr val="444B50"/>
            </a:solidFill>
            <a:prstDash val="solid"/>
          </a:ln>
        </p:spPr>
      </p:sp>
      <p:sp>
        <p:nvSpPr>
          <p:cNvPr id="245" name="Dilute tests">
            <a:extLst>
              <a:ext uri="{FF2B5EF4-FFF2-40B4-BE49-F238E27FC236}">
                <ns2:creationId id="{13B1067F-5790-4DDE-BC84-5CB3C415A611}"/>
              </a:ext>
            </a:extLst>
          </p:cNvPr>
          <p:cNvSpPr>
            <a:spLocks noGrp="1"/>
          </p:cNvSpPr>
          <p:nvPr/>
        </p:nvSpPr>
        <p:spPr>
          <a:xfrm rot="0">
            <a:off x="1646541" y="1853462"/>
            <a:ext cx="1019175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Dilute tests</a:t>
            </a:r>
          </a:p>
        </p:txBody>
      </p:sp>
      <p:sp>
        <p:nvSpPr>
          <p:cNvPr id="246" name="No source assays">
            <a:extLst>
              <a:ext uri="{FF2B5EF4-FFF2-40B4-BE49-F238E27FC236}">
                <ns2:creationId id="{A51948A7-3FDE-4D03-B7FE-759466DE19A1}"/>
              </a:ext>
            </a:extLst>
          </p:cNvPr>
          <p:cNvSpPr>
            <a:spLocks noGrp="1"/>
          </p:cNvSpPr>
          <p:nvPr/>
        </p:nvSpPr>
        <p:spPr>
          <a:xfrm rot="0">
            <a:off x="3269590" y="2056495"/>
            <a:ext cx="16891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No source assays</a:t>
            </a:r>
          </a:p>
        </p:txBody>
      </p:sp>
      <p:sp>
        <p:nvSpPr>
          <p:cNvPr id="247" name="in dilute regime">
            <a:extLst>
              <a:ext uri="{FF2B5EF4-FFF2-40B4-BE49-F238E27FC236}">
                <ns2:creationId id="{FD3C1D41-8876-4B4E-AC7C-469C2D81D508}"/>
              </a:ext>
            </a:extLst>
          </p:cNvPr>
          <p:cNvSpPr>
            <a:spLocks noGrp="1"/>
          </p:cNvSpPr>
          <p:nvPr/>
        </p:nvSpPr>
        <p:spPr>
          <a:xfrm rot="0">
            <a:off x="3269590" y="2296304"/>
            <a:ext cx="15621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in dilute regime</a:t>
            </a:r>
          </a:p>
        </p:txBody>
      </p:sp>
      <p:sp>
        <p:nvSpPr>
          <p:cNvPr id="248" name="Source assays (180)">
            <a:extLst>
              <a:ext uri="{FF2B5EF4-FFF2-40B4-BE49-F238E27FC236}">
                <ns2:creationId id="{7B1BBB5C-C62C-4D4A-88B9-4DBF79E5F395}"/>
              </a:ext>
            </a:extLst>
          </p:cNvPr>
          <p:cNvSpPr>
            <a:spLocks noGrp="1"/>
          </p:cNvSpPr>
          <p:nvPr/>
        </p:nvSpPr>
        <p:spPr>
          <a:xfrm rot="0">
            <a:off x="4326081" y="3447760"/>
            <a:ext cx="1725613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Source assays (180)</a:t>
            </a:r>
          </a:p>
        </p:txBody>
      </p:sp>
      <p:sp>
        <p:nvSpPr>
          <p:cNvPr id="249" name="0.0185–2 M">
            <a:extLst>
              <a:ext uri="{FF2B5EF4-FFF2-40B4-BE49-F238E27FC236}">
                <ns2:creationId id="{FDA99752-0C65-4ADC-9DEF-D2E496D61FCE}"/>
              </a:ext>
            </a:extLst>
          </p:cNvPr>
          <p:cNvSpPr>
            <a:spLocks noGrp="1"/>
          </p:cNvSpPr>
          <p:nvPr/>
        </p:nvSpPr>
        <p:spPr>
          <a:xfrm rot="0">
            <a:off x="4326081" y="3660924"/>
            <a:ext cx="1098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0.0185–2 M</a:t>
            </a:r>
          </a:p>
        </p:txBody>
      </p:sp>
      <p:sp>
        <p:nvSpPr>
          <p:cNvPr id="250" name="5.5–9.2%">
            <a:extLst>
              <a:ext uri="{FF2B5EF4-FFF2-40B4-BE49-F238E27FC236}">
                <ns2:creationId id="{4531783C-D06D-4509-BCC9-CA01572902B4}"/>
              </a:ext>
            </a:extLst>
          </p:cNvPr>
          <p:cNvSpPr>
            <a:spLocks noGrp="1"/>
          </p:cNvSpPr>
          <p:nvPr/>
        </p:nvSpPr>
        <p:spPr>
          <a:xfrm rot="0">
            <a:off x="4326081" y="3873706"/>
            <a:ext cx="881063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5.5–9.2%</a:t>
            </a:r>
          </a:p>
        </p:txBody>
      </p:sp>
      <p:sp>
        <p:nvSpPr>
          <p:cNvPr id="251" name="Figure 5 plot object 250">
            <a:extLst>
              <a:ext uri="{FF2B5EF4-FFF2-40B4-BE49-F238E27FC236}">
                <ns2:creationId id="{C26C5BC0-2393-479A-A002-FF4E46B8DBD2}"/>
              </a:ext>
            </a:extLst>
          </p:cNvPr>
          <p:cNvSpPr>
            <a:spLocks noGrp="1"/>
          </p:cNvSpPr>
          <p:nvPr/>
        </p:nvSpPr>
        <p:spPr>
          <a:xfrm>
            <a:off x="4089659" y="4596578"/>
            <a:ext cx="107763" cy="107763"/>
          </a:xfrm>
          <a:custGeom>
            <a:pathLst>
              <a:path w="107763" h="107763">
                <a:moveTo>
                  <a:pt x="53882" y="107763"/>
                </a:moveTo>
                <a:lnTo>
                  <a:pt x="107763" y="53882"/>
                </a:lnTo>
                <a:lnTo>
                  <a:pt x="53882" y="0"/>
                </a:lnTo>
                <a:lnTo>
                  <a:pt x="0" y="53882"/>
                </a:lnTo>
                <a:close/>
              </a:path>
            </a:pathLst>
          </a:custGeom>
          <a:solidFill>
            <a:srgbClr val="444B5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52" name="Figure 5 plot object 251">
            <a:extLst>
              <a:ext uri="{FF2B5EF4-FFF2-40B4-BE49-F238E27FC236}">
                <ns2:creationId id="{C91F0466-289A-4CBD-869B-EAD33CBEC3AA}"/>
              </a:ext>
            </a:extLst>
          </p:cNvPr>
          <p:cNvSpPr>
            <a:spLocks noGrp="1"/>
          </p:cNvSpPr>
          <p:nvPr/>
        </p:nvSpPr>
        <p:spPr>
          <a:xfrm>
            <a:off x="4089659" y="4588859"/>
            <a:ext cx="107763" cy="107763"/>
          </a:xfrm>
          <a:custGeom>
            <a:pathLst>
              <a:path w="107763" h="107763">
                <a:moveTo>
                  <a:pt x="53882" y="107763"/>
                </a:moveTo>
                <a:lnTo>
                  <a:pt x="107763" y="53882"/>
                </a:lnTo>
                <a:lnTo>
                  <a:pt x="53882" y="0"/>
                </a:lnTo>
                <a:lnTo>
                  <a:pt x="0" y="53882"/>
                </a:lnTo>
                <a:close/>
              </a:path>
            </a:pathLst>
          </a:custGeom>
          <a:solidFill>
            <a:srgbClr val="444B5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53" name="Figure 5 plot object 252">
            <a:extLst>
              <a:ext uri="{FF2B5EF4-FFF2-40B4-BE49-F238E27FC236}">
                <ns2:creationId id="{B5BAF0C6-0948-4709-B5BD-CC9FAA6070D1}"/>
              </a:ext>
            </a:extLst>
          </p:cNvPr>
          <p:cNvSpPr>
            <a:spLocks noGrp="1"/>
          </p:cNvSpPr>
          <p:nvPr/>
        </p:nvSpPr>
        <p:spPr>
          <a:xfrm>
            <a:off x="2401941" y="3835092"/>
            <a:ext cx="107763" cy="107763"/>
          </a:xfrm>
          <a:custGeom>
            <a:pathLst>
              <a:path w="107763" h="107763">
                <a:moveTo>
                  <a:pt x="53882" y="107763"/>
                </a:moveTo>
                <a:lnTo>
                  <a:pt x="107763" y="53882"/>
                </a:lnTo>
                <a:lnTo>
                  <a:pt x="53882" y="0"/>
                </a:lnTo>
                <a:lnTo>
                  <a:pt x="0" y="53882"/>
                </a:lnTo>
                <a:close/>
              </a:path>
            </a:pathLst>
          </a:custGeom>
          <a:solidFill>
            <a:srgbClr val="444B5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54" name="Figure 5 plot object 253">
            <a:extLst>
              <a:ext uri="{FF2B5EF4-FFF2-40B4-BE49-F238E27FC236}">
                <ns2:creationId id="{BFA2BE79-2C2B-498D-9A39-1C99BC292B54}"/>
              </a:ext>
            </a:extLst>
          </p:cNvPr>
          <p:cNvSpPr>
            <a:spLocks noGrp="1"/>
          </p:cNvSpPr>
          <p:nvPr/>
        </p:nvSpPr>
        <p:spPr>
          <a:xfrm>
            <a:off x="3304494" y="4441732"/>
            <a:ext cx="107763" cy="107763"/>
          </a:xfrm>
          <a:custGeom>
            <a:pathLst>
              <a:path w="107763" h="107763">
                <a:moveTo>
                  <a:pt x="53882" y="107763"/>
                </a:moveTo>
                <a:lnTo>
                  <a:pt x="107763" y="53882"/>
                </a:lnTo>
                <a:lnTo>
                  <a:pt x="53882" y="0"/>
                </a:lnTo>
                <a:lnTo>
                  <a:pt x="0" y="53882"/>
                </a:lnTo>
                <a:close/>
              </a:path>
            </a:pathLst>
          </a:custGeom>
          <a:solidFill>
            <a:srgbClr val="444B5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55" name="Figure 5 plot object 254">
            <a:extLst>
              <a:ext uri="{FF2B5EF4-FFF2-40B4-BE49-F238E27FC236}">
                <ns2:creationId id="{1A9E391A-853C-48D3-9E65-FD68B3A7653E}"/>
              </a:ext>
            </a:extLst>
          </p:cNvPr>
          <p:cNvSpPr>
            <a:spLocks noGrp="1"/>
          </p:cNvSpPr>
          <p:nvPr/>
        </p:nvSpPr>
        <p:spPr>
          <a:xfrm>
            <a:off x="4702432" y="4621820"/>
            <a:ext cx="107763" cy="107763"/>
          </a:xfrm>
          <a:custGeom>
            <a:pathLst>
              <a:path w="107763" h="107763">
                <a:moveTo>
                  <a:pt x="53882" y="107763"/>
                </a:moveTo>
                <a:lnTo>
                  <a:pt x="107763" y="53882"/>
                </a:lnTo>
                <a:lnTo>
                  <a:pt x="53882" y="0"/>
                </a:lnTo>
                <a:lnTo>
                  <a:pt x="0" y="53882"/>
                </a:lnTo>
                <a:close/>
              </a:path>
            </a:pathLst>
          </a:custGeom>
          <a:solidFill>
            <a:srgbClr val="444B5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56" name="Figure 5 plot object 255">
            <a:extLst>
              <a:ext uri="{FF2B5EF4-FFF2-40B4-BE49-F238E27FC236}">
                <ns2:creationId id="{459C3BF3-579E-452B-8E38-3C234762AF4B}"/>
              </a:ext>
            </a:extLst>
          </p:cNvPr>
          <p:cNvSpPr>
            <a:spLocks noGrp="1"/>
          </p:cNvSpPr>
          <p:nvPr/>
        </p:nvSpPr>
        <p:spPr>
          <a:xfrm>
            <a:off x="4702432" y="4624811"/>
            <a:ext cx="107763" cy="107763"/>
          </a:xfrm>
          <a:custGeom>
            <a:pathLst>
              <a:path w="107763" h="107763">
                <a:moveTo>
                  <a:pt x="53882" y="107763"/>
                </a:moveTo>
                <a:lnTo>
                  <a:pt x="107763" y="53882"/>
                </a:lnTo>
                <a:lnTo>
                  <a:pt x="53882" y="0"/>
                </a:lnTo>
                <a:lnTo>
                  <a:pt x="0" y="53882"/>
                </a:lnTo>
                <a:close/>
              </a:path>
            </a:pathLst>
          </a:custGeom>
          <a:solidFill>
            <a:srgbClr val="444B5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57" name="Figure 5 plot object 256">
            <a:extLst>
              <a:ext uri="{FF2B5EF4-FFF2-40B4-BE49-F238E27FC236}">
                <ns2:creationId id="{87B84F9A-1DCD-457E-880E-AEB7E83B2BDE}"/>
              </a:ext>
            </a:extLst>
          </p:cNvPr>
          <p:cNvSpPr>
            <a:spLocks noGrp="1"/>
          </p:cNvSpPr>
          <p:nvPr/>
        </p:nvSpPr>
        <p:spPr>
          <a:xfrm>
            <a:off x="4702432" y="4626349"/>
            <a:ext cx="107763" cy="107763"/>
          </a:xfrm>
          <a:custGeom>
            <a:pathLst>
              <a:path w="107763" h="107763">
                <a:moveTo>
                  <a:pt x="53882" y="107763"/>
                </a:moveTo>
                <a:lnTo>
                  <a:pt x="107763" y="53882"/>
                </a:lnTo>
                <a:lnTo>
                  <a:pt x="53882" y="0"/>
                </a:lnTo>
                <a:lnTo>
                  <a:pt x="0" y="53882"/>
                </a:lnTo>
                <a:close/>
              </a:path>
            </a:pathLst>
          </a:custGeom>
          <a:solidFill>
            <a:srgbClr val="444B5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58" name="Figure 5 plot object 257">
            <a:extLst>
              <a:ext uri="{FF2B5EF4-FFF2-40B4-BE49-F238E27FC236}">
                <ns2:creationId id="{3319A03B-A186-490A-91B7-C754BDD6E788}"/>
              </a:ext>
            </a:extLst>
          </p:cNvPr>
          <p:cNvSpPr>
            <a:spLocks noGrp="1"/>
          </p:cNvSpPr>
          <p:nvPr/>
        </p:nvSpPr>
        <p:spPr>
          <a:xfrm>
            <a:off x="1579126" y="2634853"/>
            <a:ext cx="107763" cy="107763"/>
          </a:xfrm>
          <a:custGeom>
            <a:pathLst>
              <a:path w="107763" h="107763">
                <a:moveTo>
                  <a:pt x="53882" y="107763"/>
                </a:moveTo>
                <a:lnTo>
                  <a:pt x="107763" y="53882"/>
                </a:lnTo>
                <a:lnTo>
                  <a:pt x="53882" y="0"/>
                </a:lnTo>
                <a:lnTo>
                  <a:pt x="0" y="53882"/>
                </a:lnTo>
                <a:close/>
              </a:path>
            </a:pathLst>
          </a:custGeom>
          <a:solidFill>
            <a:srgbClr val="444B5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59" name="Figure 5 plot object 258">
            <a:extLst>
              <a:ext uri="{FF2B5EF4-FFF2-40B4-BE49-F238E27FC236}">
                <ns2:creationId id="{E43D4CB4-2764-48B6-A21F-19794B9DD6F6}"/>
              </a:ext>
            </a:extLst>
          </p:cNvPr>
          <p:cNvSpPr>
            <a:spLocks noGrp="1"/>
          </p:cNvSpPr>
          <p:nvPr/>
        </p:nvSpPr>
        <p:spPr>
          <a:xfrm>
            <a:off x="2481680" y="3924307"/>
            <a:ext cx="107763" cy="107763"/>
          </a:xfrm>
          <a:custGeom>
            <a:pathLst>
              <a:path w="107763" h="107763">
                <a:moveTo>
                  <a:pt x="53882" y="107763"/>
                </a:moveTo>
                <a:lnTo>
                  <a:pt x="107763" y="53882"/>
                </a:lnTo>
                <a:lnTo>
                  <a:pt x="53882" y="0"/>
                </a:lnTo>
                <a:lnTo>
                  <a:pt x="0" y="53882"/>
                </a:lnTo>
                <a:close/>
              </a:path>
            </a:pathLst>
          </a:custGeom>
          <a:solidFill>
            <a:srgbClr val="444B5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60" name="Figure 5 plot object 259">
            <a:extLst>
              <a:ext uri="{FF2B5EF4-FFF2-40B4-BE49-F238E27FC236}">
                <ns2:creationId id="{19F9B846-658B-464C-9D45-5611632F5C18}"/>
              </a:ext>
            </a:extLst>
          </p:cNvPr>
          <p:cNvSpPr>
            <a:spLocks noGrp="1"/>
          </p:cNvSpPr>
          <p:nvPr/>
        </p:nvSpPr>
        <p:spPr>
          <a:xfrm>
            <a:off x="6268322" y="4617397"/>
            <a:ext cx="107763" cy="107763"/>
          </a:xfrm>
          <a:custGeom>
            <a:pathLst>
              <a:path w="107763" h="107763">
                <a:moveTo>
                  <a:pt x="53882" y="107763"/>
                </a:moveTo>
                <a:lnTo>
                  <a:pt x="107763" y="53882"/>
                </a:lnTo>
                <a:lnTo>
                  <a:pt x="53882" y="0"/>
                </a:lnTo>
                <a:lnTo>
                  <a:pt x="0" y="53882"/>
                </a:lnTo>
                <a:close/>
              </a:path>
            </a:pathLst>
          </a:custGeom>
          <a:solidFill>
            <a:srgbClr val="444B5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61" name="Figure 5 plot object 260">
            <a:extLst>
              <a:ext uri="{FF2B5EF4-FFF2-40B4-BE49-F238E27FC236}">
                <ns2:creationId id="{CD31961D-7FC5-4C34-A143-FDE9BB22CA73}"/>
              </a:ext>
            </a:extLst>
          </p:cNvPr>
          <p:cNvSpPr>
            <a:spLocks noGrp="1"/>
          </p:cNvSpPr>
          <p:nvPr/>
        </p:nvSpPr>
        <p:spPr>
          <a:xfrm>
            <a:off x="5365768" y="4629183"/>
            <a:ext cx="107763" cy="107763"/>
          </a:xfrm>
          <a:custGeom>
            <a:pathLst>
              <a:path w="107763" h="107763">
                <a:moveTo>
                  <a:pt x="53882" y="107763"/>
                </a:moveTo>
                <a:lnTo>
                  <a:pt x="107763" y="53882"/>
                </a:lnTo>
                <a:lnTo>
                  <a:pt x="53882" y="0"/>
                </a:lnTo>
                <a:lnTo>
                  <a:pt x="0" y="53882"/>
                </a:lnTo>
                <a:close/>
              </a:path>
            </a:pathLst>
          </a:custGeom>
          <a:solidFill>
            <a:srgbClr val="444B5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62" name="Figure 5 plot object 261">
            <a:extLst>
              <a:ext uri="{FF2B5EF4-FFF2-40B4-BE49-F238E27FC236}">
                <ns2:creationId id="{49B132CD-D2DD-4AEA-98EF-BA0A31415742}"/>
              </a:ext>
            </a:extLst>
          </p:cNvPr>
          <p:cNvSpPr>
            <a:spLocks noGrp="1"/>
          </p:cNvSpPr>
          <p:nvPr/>
        </p:nvSpPr>
        <p:spPr>
          <a:xfrm>
            <a:off x="4878415" y="4625707"/>
            <a:ext cx="107763" cy="107763"/>
          </a:xfrm>
          <a:custGeom>
            <a:pathLst>
              <a:path w="107763" h="107763">
                <a:moveTo>
                  <a:pt x="53882" y="107763"/>
                </a:moveTo>
                <a:lnTo>
                  <a:pt x="107763" y="53882"/>
                </a:lnTo>
                <a:lnTo>
                  <a:pt x="53882" y="0"/>
                </a:lnTo>
                <a:lnTo>
                  <a:pt x="0" y="53882"/>
                </a:lnTo>
                <a:close/>
              </a:path>
            </a:pathLst>
          </a:custGeom>
          <a:solidFill>
            <a:srgbClr val="444B50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63" name="Figure 5 plot object 262">
            <a:extLst>
              <a:ext uri="{FF2B5EF4-FFF2-40B4-BE49-F238E27FC236}">
                <ns2:creationId id="{FFEC97C1-4DB8-484B-83B5-599216F61304}"/>
              </a:ext>
            </a:extLst>
          </p:cNvPr>
          <p:cNvSpPr>
            <a:spLocks noGrp="1"/>
          </p:cNvSpPr>
          <p:nvPr/>
        </p:nvSpPr>
        <p:spPr>
          <a:xfrm>
            <a:off x="8030718" y="1768450"/>
            <a:ext cx="5081778" cy="3185770"/>
          </a:xfrm>
          <a:custGeom>
            <a:pathLst>
              <a:path w="5081778" h="3185770">
                <a:moveTo>
                  <a:pt x="0" y="3185770"/>
                </a:moveTo>
                <a:lnTo>
                  <a:pt x="5081778" y="3185770"/>
                </a:lnTo>
                <a:lnTo>
                  <a:pt x="5081778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2700">
            <a:noFill/>
            <a:prstDash val="solid"/>
          </a:ln>
        </p:spPr>
      </p:sp>
      <p:sp>
        <p:nvSpPr>
          <p:cNvPr id="264" name="Figure 5 plot object 263">
            <a:extLst>
              <a:ext uri="{FF2B5EF4-FFF2-40B4-BE49-F238E27FC236}">
                <ns2:creationId id="{DA1251DC-7A96-43DF-8DE3-392217A21442}"/>
              </a:ext>
            </a:extLst>
          </p:cNvPr>
          <p:cNvSpPr>
            <a:spLocks noGrp="1"/>
          </p:cNvSpPr>
          <p:nvPr/>
        </p:nvSpPr>
        <p:spPr>
          <a:xfrm>
            <a:off x="9257354" y="4954219"/>
            <a:ext cx="13" cy="63500"/>
          </a:xfrm>
          <a:custGeom>
            <a:pathLst>
              <a:path w="13" h="63500">
                <a:moveTo>
                  <a:pt x="0" y="0"/>
                </a:moveTo>
                <a:lnTo>
                  <a:pt x="0" y="6350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5" name="Other nine">
            <a:extLst>
              <a:ext uri="{FF2B5EF4-FFF2-40B4-BE49-F238E27FC236}">
                <ns2:creationId id="{05BBB359-7FE9-4913-AC81-E5C16F821AA3}"/>
              </a:ext>
            </a:extLst>
          </p:cNvPr>
          <p:cNvSpPr>
            <a:spLocks noGrp="1"/>
          </p:cNvSpPr>
          <p:nvPr/>
        </p:nvSpPr>
        <p:spPr>
          <a:xfrm rot="0">
            <a:off x="8770785" y="5042341"/>
            <a:ext cx="1087438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Other nine</a:t>
            </a:r>
          </a:p>
        </p:txBody>
      </p:sp>
      <p:sp>
        <p:nvSpPr>
          <p:cNvPr id="266" name="Figure 5 plot object 265">
            <a:extLst>
              <a:ext uri="{FF2B5EF4-FFF2-40B4-BE49-F238E27FC236}">
                <ns2:creationId id="{C235172D-8BC2-429C-BB35-37275CDDF515}"/>
              </a:ext>
            </a:extLst>
          </p:cNvPr>
          <p:cNvSpPr>
            <a:spLocks noGrp="1"/>
          </p:cNvSpPr>
          <p:nvPr/>
        </p:nvSpPr>
        <p:spPr>
          <a:xfrm>
            <a:off x="11885860" y="4954219"/>
            <a:ext cx="13" cy="63500"/>
          </a:xfrm>
          <a:custGeom>
            <a:pathLst>
              <a:path w="13" h="63500">
                <a:moveTo>
                  <a:pt x="0" y="0"/>
                </a:moveTo>
                <a:lnTo>
                  <a:pt x="0" y="6350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7" name="Dilute three">
            <a:extLst>
              <a:ext uri="{FF2B5EF4-FFF2-40B4-BE49-F238E27FC236}">
                <ns2:creationId id="{E319A8A5-B615-46D6-86BA-618306C570E4}"/>
              </a:ext>
            </a:extLst>
          </p:cNvPr>
          <p:cNvSpPr>
            <a:spLocks noGrp="1"/>
          </p:cNvSpPr>
          <p:nvPr/>
        </p:nvSpPr>
        <p:spPr>
          <a:xfrm rot="0">
            <a:off x="11342141" y="5042341"/>
            <a:ext cx="1201738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Dilute three</a:t>
            </a:r>
          </a:p>
        </p:txBody>
      </p:sp>
      <p:sp>
        <p:nvSpPr>
          <p:cNvPr id="268" name="Figure 5 plot object 267">
            <a:extLst>
              <a:ext uri="{FF2B5EF4-FFF2-40B4-BE49-F238E27FC236}">
                <ns2:creationId id="{1F19421F-0BCF-48CB-BB72-135E52D5676B}"/>
              </a:ext>
            </a:extLst>
          </p:cNvPr>
          <p:cNvSpPr>
            <a:spLocks noGrp="1"/>
          </p:cNvSpPr>
          <p:nvPr/>
        </p:nvSpPr>
        <p:spPr>
          <a:xfrm>
            <a:off x="7967218" y="4954219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9" name="10⁻³">
            <a:extLst>
              <a:ext uri="{FF2B5EF4-FFF2-40B4-BE49-F238E27FC236}">
                <ns2:creationId id="{F8A1C019-6A26-4651-B354-1854B9850A4F}"/>
              </a:ext>
            </a:extLst>
          </p:cNvPr>
          <p:cNvSpPr>
            <a:spLocks noGrp="1"/>
          </p:cNvSpPr>
          <p:nvPr/>
        </p:nvSpPr>
        <p:spPr>
          <a:xfrm rot="0">
            <a:off x="7516368" y="4823274"/>
            <a:ext cx="48895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10⁻³</a:t>
            </a:r>
          </a:p>
        </p:txBody>
      </p:sp>
      <p:sp>
        <p:nvSpPr>
          <p:cNvPr id="270" name="Figure 5 plot object 269">
            <a:extLst>
              <a:ext uri="{FF2B5EF4-FFF2-40B4-BE49-F238E27FC236}">
                <ns2:creationId id="{1634B232-0CE9-46BA-BFA0-7F88BEAC7F40}"/>
              </a:ext>
            </a:extLst>
          </p:cNvPr>
          <p:cNvSpPr>
            <a:spLocks noGrp="1"/>
          </p:cNvSpPr>
          <p:nvPr/>
        </p:nvSpPr>
        <p:spPr>
          <a:xfrm>
            <a:off x="7967218" y="3892296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1" name="10⁻²">
            <a:extLst>
              <a:ext uri="{FF2B5EF4-FFF2-40B4-BE49-F238E27FC236}">
                <ns2:creationId id="{82C4978A-EFA7-43CE-BFBF-ABD4AA35AD92}"/>
              </a:ext>
            </a:extLst>
          </p:cNvPr>
          <p:cNvSpPr>
            <a:spLocks noGrp="1"/>
          </p:cNvSpPr>
          <p:nvPr/>
        </p:nvSpPr>
        <p:spPr>
          <a:xfrm rot="0">
            <a:off x="7514781" y="3761351"/>
            <a:ext cx="490538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10⁻²</a:t>
            </a:r>
          </a:p>
        </p:txBody>
      </p:sp>
      <p:sp>
        <p:nvSpPr>
          <p:cNvPr id="272" name="Figure 5 plot object 271">
            <a:extLst>
              <a:ext uri="{FF2B5EF4-FFF2-40B4-BE49-F238E27FC236}">
                <ns2:creationId id="{160E7807-BCD6-49AA-AE3D-776EE8F26B66}"/>
              </a:ext>
            </a:extLst>
          </p:cNvPr>
          <p:cNvSpPr>
            <a:spLocks noGrp="1"/>
          </p:cNvSpPr>
          <p:nvPr/>
        </p:nvSpPr>
        <p:spPr>
          <a:xfrm>
            <a:off x="7967218" y="2830373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3" name="10⁻¹">
            <a:extLst>
              <a:ext uri="{FF2B5EF4-FFF2-40B4-BE49-F238E27FC236}">
                <ns2:creationId id="{0AB1276F-F754-4D2E-9DED-4F030CE89A32}"/>
              </a:ext>
            </a:extLst>
          </p:cNvPr>
          <p:cNvSpPr>
            <a:spLocks noGrp="1"/>
          </p:cNvSpPr>
          <p:nvPr/>
        </p:nvSpPr>
        <p:spPr>
          <a:xfrm rot="0">
            <a:off x="7513193" y="2699428"/>
            <a:ext cx="492125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10⁻¹</a:t>
            </a:r>
          </a:p>
        </p:txBody>
      </p:sp>
      <p:sp>
        <p:nvSpPr>
          <p:cNvPr id="274" name="Figure 5 plot object 273">
            <a:extLst>
              <a:ext uri="{FF2B5EF4-FFF2-40B4-BE49-F238E27FC236}">
                <ns2:creationId id="{FF2BC6BA-03DB-4068-BE4A-3FF7CEE041FB}"/>
              </a:ext>
            </a:extLst>
          </p:cNvPr>
          <p:cNvSpPr>
            <a:spLocks noGrp="1"/>
          </p:cNvSpPr>
          <p:nvPr/>
        </p:nvSpPr>
        <p:spPr>
          <a:xfrm>
            <a:off x="7967218" y="1768450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5" name="10⁰">
            <a:extLst>
              <a:ext uri="{FF2B5EF4-FFF2-40B4-BE49-F238E27FC236}">
                <ns2:creationId id="{4E2EB1A5-D248-40B3-B50C-D027B631E145}"/>
              </a:ext>
            </a:extLst>
          </p:cNvPr>
          <p:cNvSpPr>
            <a:spLocks noGrp="1"/>
          </p:cNvSpPr>
          <p:nvPr/>
        </p:nvSpPr>
        <p:spPr>
          <a:xfrm rot="0">
            <a:off x="7594156" y="1637505"/>
            <a:ext cx="411163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10⁰</a:t>
            </a:r>
          </a:p>
        </p:txBody>
      </p:sp>
      <p:sp>
        <p:nvSpPr>
          <p:cNvPr id="276" name="Macro MAE (log scale)">
            <a:extLst>
              <a:ext uri="{FF2B5EF4-FFF2-40B4-BE49-F238E27FC236}">
                <ns2:creationId id="{58A296F4-A309-46EA-B0AF-01B725BB3D02}"/>
              </a:ext>
            </a:extLst>
          </p:cNvPr>
          <p:cNvSpPr>
            <a:spLocks noGrp="1"/>
          </p:cNvSpPr>
          <p:nvPr/>
        </p:nvSpPr>
        <p:spPr>
          <a:xfrm rot="-5400000">
            <a:off x="6151491" y="3149879"/>
            <a:ext cx="2290763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Macro MAE (log scale)</a:t>
            </a:r>
          </a:p>
        </p:txBody>
      </p:sp>
      <p:sp>
        <p:nvSpPr>
          <p:cNvPr id="277" name="Figure 5 plot object 276">
            <a:extLst>
              <a:ext uri="{FF2B5EF4-FFF2-40B4-BE49-F238E27FC236}">
                <ns2:creationId id="{C8380138-BEC3-4678-9BBC-DC3B7F828215}"/>
              </a:ext>
            </a:extLst>
          </p:cNvPr>
          <p:cNvSpPr>
            <a:spLocks noGrp="1"/>
          </p:cNvSpPr>
          <p:nvPr/>
        </p:nvSpPr>
        <p:spPr>
          <a:xfrm>
            <a:off x="8322774" y="3888793"/>
            <a:ext cx="506231" cy="1065426"/>
          </a:xfrm>
          <a:custGeom>
            <a:pathLst>
              <a:path w="506231" h="1065426">
                <a:moveTo>
                  <a:pt x="0" y="1065426"/>
                </a:moveTo>
                <a:lnTo>
                  <a:pt x="506231" y="1065426"/>
                </a:lnTo>
                <a:lnTo>
                  <a:pt x="506231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2700">
            <a:noFill/>
            <a:prstDash val="solid"/>
          </a:ln>
        </p:spPr>
      </p:sp>
      <p:sp>
        <p:nvSpPr>
          <p:cNvPr id="278" name="Figure 5 plot object 277">
            <a:extLst>
              <a:ext uri="{FF2B5EF4-FFF2-40B4-BE49-F238E27FC236}">
                <ns2:creationId id="{B6A2CD39-645F-44DB-9C72-3772A33FA4BB}"/>
              </a:ext>
            </a:extLst>
          </p:cNvPr>
          <p:cNvSpPr>
            <a:spLocks noGrp="1"/>
          </p:cNvSpPr>
          <p:nvPr/>
        </p:nvSpPr>
        <p:spPr>
          <a:xfrm>
            <a:off x="10951280" y="3612785"/>
            <a:ext cx="506231" cy="1341434"/>
          </a:xfrm>
          <a:custGeom>
            <a:pathLst>
              <a:path w="506231" h="1341434">
                <a:moveTo>
                  <a:pt x="0" y="1341434"/>
                </a:moveTo>
                <a:lnTo>
                  <a:pt x="506231" y="1341434"/>
                </a:lnTo>
                <a:lnTo>
                  <a:pt x="506231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2700">
            <a:noFill/>
            <a:prstDash val="solid"/>
          </a:ln>
        </p:spPr>
      </p:sp>
      <p:sp>
        <p:nvSpPr>
          <p:cNvPr id="279" name="Figure 5 plot object 278">
            <a:extLst>
              <a:ext uri="{FF2B5EF4-FFF2-40B4-BE49-F238E27FC236}">
                <ns2:creationId id="{A5A535DE-92CC-4499-9293-72E561A0A872}"/>
              </a:ext>
            </a:extLst>
          </p:cNvPr>
          <p:cNvSpPr>
            <a:spLocks noGrp="1"/>
          </p:cNvSpPr>
          <p:nvPr/>
        </p:nvSpPr>
        <p:spPr>
          <a:xfrm>
            <a:off x="9004239" y="4245703"/>
            <a:ext cx="506231" cy="708516"/>
          </a:xfrm>
          <a:custGeom>
            <a:pathLst>
              <a:path w="506231" h="708516">
                <a:moveTo>
                  <a:pt x="0" y="708516"/>
                </a:moveTo>
                <a:lnTo>
                  <a:pt x="506231" y="708516"/>
                </a:lnTo>
                <a:lnTo>
                  <a:pt x="506231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2700">
            <a:noFill/>
            <a:prstDash val="solid"/>
          </a:ln>
        </p:spPr>
      </p:sp>
      <p:sp>
        <p:nvSpPr>
          <p:cNvPr id="280" name="Figure 5 plot object 279">
            <a:extLst>
              <a:ext uri="{FF2B5EF4-FFF2-40B4-BE49-F238E27FC236}">
                <ns2:creationId id="{902D7DA9-7052-4D74-A070-0F5847F1D0DF}"/>
              </a:ext>
            </a:extLst>
          </p:cNvPr>
          <p:cNvSpPr>
            <a:spLocks noGrp="1"/>
          </p:cNvSpPr>
          <p:nvPr/>
        </p:nvSpPr>
        <p:spPr>
          <a:xfrm>
            <a:off x="11632745" y="2617596"/>
            <a:ext cx="506231" cy="2336624"/>
          </a:xfrm>
          <a:custGeom>
            <a:pathLst>
              <a:path w="506231" h="2336624">
                <a:moveTo>
                  <a:pt x="0" y="2336624"/>
                </a:moveTo>
                <a:lnTo>
                  <a:pt x="506231" y="2336624"/>
                </a:lnTo>
                <a:lnTo>
                  <a:pt x="506231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2700">
            <a:noFill/>
            <a:prstDash val="solid"/>
          </a:ln>
        </p:spPr>
      </p:sp>
      <p:sp>
        <p:nvSpPr>
          <p:cNvPr id="281" name="Figure 5 plot object 280">
            <a:extLst>
              <a:ext uri="{FF2B5EF4-FFF2-40B4-BE49-F238E27FC236}">
                <ns2:creationId id="{EE06F50F-9A2E-4FDA-9EF5-FADA1F03D991}"/>
              </a:ext>
            </a:extLst>
          </p:cNvPr>
          <p:cNvSpPr>
            <a:spLocks noGrp="1"/>
          </p:cNvSpPr>
          <p:nvPr/>
        </p:nvSpPr>
        <p:spPr>
          <a:xfrm>
            <a:off x="9685703" y="4271987"/>
            <a:ext cx="506231" cy="682232"/>
          </a:xfrm>
          <a:custGeom>
            <a:pathLst>
              <a:path w="506231" h="682232">
                <a:moveTo>
                  <a:pt x="0" y="682232"/>
                </a:moveTo>
                <a:lnTo>
                  <a:pt x="506231" y="682232"/>
                </a:lnTo>
                <a:lnTo>
                  <a:pt x="506231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2700">
            <a:noFill/>
            <a:prstDash val="solid"/>
          </a:ln>
        </p:spPr>
      </p:sp>
      <p:sp>
        <p:nvSpPr>
          <p:cNvPr id="282" name="Figure 5 plot object 281">
            <a:extLst>
              <a:ext uri="{FF2B5EF4-FFF2-40B4-BE49-F238E27FC236}">
                <ns2:creationId id="{D44B14D9-813D-4481-AFD9-187D491762EA}"/>
              </a:ext>
            </a:extLst>
          </p:cNvPr>
          <p:cNvSpPr>
            <a:spLocks noGrp="1"/>
          </p:cNvSpPr>
          <p:nvPr/>
        </p:nvSpPr>
        <p:spPr>
          <a:xfrm>
            <a:off x="12314209" y="2662306"/>
            <a:ext cx="506231" cy="2291913"/>
          </a:xfrm>
          <a:custGeom>
            <a:pathLst>
              <a:path w="506231" h="2291913">
                <a:moveTo>
                  <a:pt x="0" y="2291913"/>
                </a:moveTo>
                <a:lnTo>
                  <a:pt x="506231" y="2291913"/>
                </a:lnTo>
                <a:lnTo>
                  <a:pt x="506231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2700">
            <a:noFill/>
            <a:prstDash val="solid"/>
          </a:ln>
        </p:spPr>
      </p:sp>
      <p:sp>
        <p:nvSpPr>
          <p:cNvPr id="283" name="Figure 5 plot object 282">
            <a:extLst>
              <a:ext uri="{FF2B5EF4-FFF2-40B4-BE49-F238E27FC236}">
                <ns2:creationId id="{E586F4D9-B519-4EED-9AB4-97547334E305}"/>
              </a:ext>
            </a:extLst>
          </p:cNvPr>
          <p:cNvSpPr>
            <a:spLocks noGrp="1"/>
          </p:cNvSpPr>
          <p:nvPr/>
        </p:nvSpPr>
        <p:spPr>
          <a:xfrm>
            <a:off x="8030718" y="1768450"/>
            <a:ext cx="13" cy="3185770"/>
          </a:xfrm>
          <a:custGeom>
            <a:pathLst>
              <a:path w="13" h="3185770">
                <a:moveTo>
                  <a:pt x="0" y="3185770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84" name="Figure 5 plot object 283">
            <a:extLst>
              <a:ext uri="{FF2B5EF4-FFF2-40B4-BE49-F238E27FC236}">
                <ns2:creationId id="{269F3749-A0BA-4AAE-9115-22210621A9E0}"/>
              </a:ext>
            </a:extLst>
          </p:cNvPr>
          <p:cNvSpPr>
            <a:spLocks noGrp="1"/>
          </p:cNvSpPr>
          <p:nvPr/>
        </p:nvSpPr>
        <p:spPr>
          <a:xfrm>
            <a:off x="13112496" y="1768450"/>
            <a:ext cx="13" cy="3185770"/>
          </a:xfrm>
          <a:custGeom>
            <a:pathLst>
              <a:path w="13" h="3185770">
                <a:moveTo>
                  <a:pt x="0" y="3185770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85" name="Figure 5 plot object 284">
            <a:extLst>
              <a:ext uri="{FF2B5EF4-FFF2-40B4-BE49-F238E27FC236}">
                <ns2:creationId id="{F599694C-092A-4AC4-B76A-BDFA2378B825}"/>
              </a:ext>
            </a:extLst>
          </p:cNvPr>
          <p:cNvSpPr>
            <a:spLocks noGrp="1"/>
          </p:cNvSpPr>
          <p:nvPr/>
        </p:nvSpPr>
        <p:spPr>
          <a:xfrm>
            <a:off x="8030718" y="4954219"/>
            <a:ext cx="5081778" cy="13"/>
          </a:xfrm>
          <a:custGeom>
            <a:pathLst>
              <a:path w="5081778" h="13">
                <a:moveTo>
                  <a:pt x="0" y="0"/>
                </a:moveTo>
                <a:lnTo>
                  <a:pt x="5081778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86" name="Figure 5 plot object 285">
            <a:extLst>
              <a:ext uri="{FF2B5EF4-FFF2-40B4-BE49-F238E27FC236}">
                <ns2:creationId id="{A57C7CC7-AD00-4F33-95EE-702EF5ACCE78}"/>
              </a:ext>
            </a:extLst>
          </p:cNvPr>
          <p:cNvSpPr>
            <a:spLocks noGrp="1"/>
          </p:cNvSpPr>
          <p:nvPr/>
        </p:nvSpPr>
        <p:spPr>
          <a:xfrm>
            <a:off x="8030718" y="1768450"/>
            <a:ext cx="5081778" cy="13"/>
          </a:xfrm>
          <a:custGeom>
            <a:pathLst>
              <a:path w="5081778" h="13">
                <a:moveTo>
                  <a:pt x="0" y="0"/>
                </a:moveTo>
                <a:lnTo>
                  <a:pt x="5081778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87" name="0.01008">
            <a:extLst>
              <a:ext uri="{FF2B5EF4-FFF2-40B4-BE49-F238E27FC236}">
                <ns2:creationId id="{EA25F370-CA88-4FE3-867A-8A8AC2DC1909}"/>
              </a:ext>
            </a:extLst>
          </p:cNvPr>
          <p:cNvSpPr>
            <a:spLocks noGrp="1"/>
          </p:cNvSpPr>
          <p:nvPr/>
        </p:nvSpPr>
        <p:spPr>
          <a:xfrm rot="0">
            <a:off x="8243308" y="3377818"/>
            <a:ext cx="766763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0.01008</a:t>
            </a:r>
          </a:p>
        </p:txBody>
      </p:sp>
      <p:sp>
        <p:nvSpPr>
          <p:cNvPr id="288" name="0.01833">
            <a:extLst>
              <a:ext uri="{FF2B5EF4-FFF2-40B4-BE49-F238E27FC236}">
                <ns2:creationId id="{60BBEA7E-8447-4CC5-9A8F-08B4DD56DB16}"/>
              </a:ext>
            </a:extLst>
          </p:cNvPr>
          <p:cNvSpPr>
            <a:spLocks noGrp="1"/>
          </p:cNvSpPr>
          <p:nvPr/>
        </p:nvSpPr>
        <p:spPr>
          <a:xfrm rot="0">
            <a:off x="10873402" y="2946499"/>
            <a:ext cx="763587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0.01833</a:t>
            </a:r>
          </a:p>
        </p:txBody>
      </p:sp>
      <p:sp>
        <p:nvSpPr>
          <p:cNvPr id="289" name="0.00465">
            <a:extLst>
              <a:ext uri="{FF2B5EF4-FFF2-40B4-BE49-F238E27FC236}">
                <ns2:creationId id="{24BC3FF6-F8CE-4F99-9996-B623E030195D}"/>
              </a:ext>
            </a:extLst>
          </p:cNvPr>
          <p:cNvSpPr>
            <a:spLocks noGrp="1"/>
          </p:cNvSpPr>
          <p:nvPr/>
        </p:nvSpPr>
        <p:spPr>
          <a:xfrm rot="0">
            <a:off x="8924773" y="3873554"/>
            <a:ext cx="766763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0.00465</a:t>
            </a:r>
          </a:p>
        </p:txBody>
      </p:sp>
      <p:sp>
        <p:nvSpPr>
          <p:cNvPr id="290" name="0.15862">
            <a:extLst>
              <a:ext uri="{FF2B5EF4-FFF2-40B4-BE49-F238E27FC236}">
                <ns2:creationId id="{1C3BD50C-CDC7-4299-8F09-7B0AD8C608AC}"/>
              </a:ext>
            </a:extLst>
          </p:cNvPr>
          <p:cNvSpPr>
            <a:spLocks noGrp="1"/>
          </p:cNvSpPr>
          <p:nvPr/>
        </p:nvSpPr>
        <p:spPr>
          <a:xfrm rot="0">
            <a:off x="11554866" y="2221003"/>
            <a:ext cx="763587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0.15862</a:t>
            </a:r>
          </a:p>
        </p:txBody>
      </p:sp>
      <p:sp>
        <p:nvSpPr>
          <p:cNvPr id="291" name="0.00439">
            <a:extLst>
              <a:ext uri="{FF2B5EF4-FFF2-40B4-BE49-F238E27FC236}">
                <ns2:creationId id="{6824AF34-8FC2-4919-B87C-849B429BA385}"/>
              </a:ext>
            </a:extLst>
          </p:cNvPr>
          <p:cNvSpPr>
            <a:spLocks noGrp="1"/>
          </p:cNvSpPr>
          <p:nvPr/>
        </p:nvSpPr>
        <p:spPr>
          <a:xfrm rot="0">
            <a:off x="9606237" y="3682818"/>
            <a:ext cx="766763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0.00439</a:t>
            </a:r>
          </a:p>
        </p:txBody>
      </p:sp>
      <p:sp>
        <p:nvSpPr>
          <p:cNvPr id="292" name="0.14397">
            <a:extLst>
              <a:ext uri="{FF2B5EF4-FFF2-40B4-BE49-F238E27FC236}">
                <ns2:creationId id="{1B1634BC-84C1-48CD-9377-6F06A780E44F}"/>
              </a:ext>
            </a:extLst>
          </p:cNvPr>
          <p:cNvSpPr>
            <a:spLocks noGrp="1"/>
          </p:cNvSpPr>
          <p:nvPr/>
        </p:nvSpPr>
        <p:spPr>
          <a:xfrm rot="0">
            <a:off x="12237124" y="2096165"/>
            <a:ext cx="762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0.14397</a:t>
            </a:r>
          </a:p>
        </p:txBody>
      </p:sp>
      <p:sp>
        <p:nvSpPr>
          <p:cNvPr id="293" name="Aligned / Opaque: 0.46×">
            <a:extLst>
              <a:ext uri="{FF2B5EF4-FFF2-40B4-BE49-F238E27FC236}">
                <ns2:creationId id="{DAD8CF4E-7B1E-44BF-B5C3-5A0224D0CA92}"/>
              </a:ext>
            </a:extLst>
          </p:cNvPr>
          <p:cNvSpPr>
            <a:spLocks noGrp="1"/>
          </p:cNvSpPr>
          <p:nvPr/>
        </p:nvSpPr>
        <p:spPr>
          <a:xfrm rot="0">
            <a:off x="8246910" y="1835953"/>
            <a:ext cx="2122488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Aligned / Opaque: 0.46×</a:t>
            </a:r>
          </a:p>
        </p:txBody>
      </p:sp>
      <p:sp>
        <p:nvSpPr>
          <p:cNvPr id="294" name="Aligned / Opaque: 8.65×">
            <a:extLst>
              <a:ext uri="{FF2B5EF4-FFF2-40B4-BE49-F238E27FC236}">
                <ns2:creationId id="{0BB80DF0-8C98-41AB-911C-2CF934FA51BD}"/>
              </a:ext>
            </a:extLst>
          </p:cNvPr>
          <p:cNvSpPr>
            <a:spLocks noGrp="1"/>
          </p:cNvSpPr>
          <p:nvPr/>
        </p:nvSpPr>
        <p:spPr>
          <a:xfrm rot="0">
            <a:off x="10876210" y="1835953"/>
            <a:ext cx="21209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Aligned / Opaque: 8.65×</a:t>
            </a:r>
          </a:p>
        </p:txBody>
      </p:sp>
      <p:sp>
        <p:nvSpPr>
          <p:cNvPr id="295" name="Figure 5 plot object 294">
            <a:extLst>
              <a:ext uri="{FF2B5EF4-FFF2-40B4-BE49-F238E27FC236}">
                <ns2:creationId id="{B63CAC98-3CB0-42A4-916A-0FCC906E98DA}"/>
              </a:ext>
            </a:extLst>
          </p:cNvPr>
          <p:cNvSpPr>
            <a:spLocks noGrp="1"/>
          </p:cNvSpPr>
          <p:nvPr/>
        </p:nvSpPr>
        <p:spPr>
          <a:xfrm>
            <a:off x="8575890" y="3747073"/>
            <a:ext cx="13" cy="347353"/>
          </a:xfrm>
          <a:custGeom>
            <a:pathLst>
              <a:path w="13" h="347353">
                <a:moveTo>
                  <a:pt x="0" y="347353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96" name="Figure 5 plot object 295">
            <a:extLst>
              <a:ext uri="{FF2B5EF4-FFF2-40B4-BE49-F238E27FC236}">
                <ns2:creationId id="{C208359B-3D7E-4D51-AE88-B19374614555}"/>
              </a:ext>
            </a:extLst>
          </p:cNvPr>
          <p:cNvSpPr>
            <a:spLocks noGrp="1"/>
          </p:cNvSpPr>
          <p:nvPr/>
        </p:nvSpPr>
        <p:spPr>
          <a:xfrm>
            <a:off x="11204395" y="3382398"/>
            <a:ext cx="13" cy="711900"/>
          </a:xfrm>
          <a:custGeom>
            <a:pathLst>
              <a:path w="13" h="711900">
                <a:moveTo>
                  <a:pt x="0" y="711900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97" name="Figure 5 plot object 296">
            <a:extLst>
              <a:ext uri="{FF2B5EF4-FFF2-40B4-BE49-F238E27FC236}">
                <ns2:creationId id="{9F6A10E2-78DB-42E7-AC50-D69C0CC0CE5B}"/>
              </a:ext>
            </a:extLst>
          </p:cNvPr>
          <p:cNvSpPr>
            <a:spLocks noGrp="1"/>
          </p:cNvSpPr>
          <p:nvPr/>
        </p:nvSpPr>
        <p:spPr>
          <a:xfrm>
            <a:off x="8525090" y="4094426"/>
            <a:ext cx="101600" cy="13"/>
          </a:xfrm>
          <a:custGeom>
            <a:pathLst>
              <a:path w="101600" h="13">
                <a:moveTo>
                  <a:pt x="1016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8" name="Figure 5 plot object 297">
            <a:extLst>
              <a:ext uri="{FF2B5EF4-FFF2-40B4-BE49-F238E27FC236}">
                <ns2:creationId id="{DE49BFC0-3DA5-44D3-BBDA-B87F42492E69}"/>
              </a:ext>
            </a:extLst>
          </p:cNvPr>
          <p:cNvSpPr>
            <a:spLocks noGrp="1"/>
          </p:cNvSpPr>
          <p:nvPr/>
        </p:nvSpPr>
        <p:spPr>
          <a:xfrm>
            <a:off x="11153595" y="4094298"/>
            <a:ext cx="101600" cy="13"/>
          </a:xfrm>
          <a:custGeom>
            <a:pathLst>
              <a:path w="101600" h="13">
                <a:moveTo>
                  <a:pt x="1016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9" name="Figure 5 plot object 298">
            <a:extLst>
              <a:ext uri="{FF2B5EF4-FFF2-40B4-BE49-F238E27FC236}">
                <ns2:creationId id="{A400BD7E-F8E2-4858-AA08-19CDD8EA6B04}"/>
              </a:ext>
            </a:extLst>
          </p:cNvPr>
          <p:cNvSpPr>
            <a:spLocks noGrp="1"/>
          </p:cNvSpPr>
          <p:nvPr/>
        </p:nvSpPr>
        <p:spPr>
          <a:xfrm>
            <a:off x="8525090" y="3747073"/>
            <a:ext cx="101600" cy="13"/>
          </a:xfrm>
          <a:custGeom>
            <a:pathLst>
              <a:path w="101600" h="13">
                <a:moveTo>
                  <a:pt x="1016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0" name="Figure 5 plot object 299">
            <a:extLst>
              <a:ext uri="{FF2B5EF4-FFF2-40B4-BE49-F238E27FC236}">
                <ns2:creationId id="{4C1B39B3-D09D-48A0-B852-B90CBE75092F}"/>
              </a:ext>
            </a:extLst>
          </p:cNvPr>
          <p:cNvSpPr>
            <a:spLocks noGrp="1"/>
          </p:cNvSpPr>
          <p:nvPr/>
        </p:nvSpPr>
        <p:spPr>
          <a:xfrm>
            <a:off x="11153595" y="3382398"/>
            <a:ext cx="101600" cy="13"/>
          </a:xfrm>
          <a:custGeom>
            <a:pathLst>
              <a:path w="101600" h="13">
                <a:moveTo>
                  <a:pt x="1016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1" name="Figure 5 plot object 300">
            <a:extLst>
              <a:ext uri="{FF2B5EF4-FFF2-40B4-BE49-F238E27FC236}">
                <ns2:creationId id="{49926635-1A28-4F29-A835-42C062416538}"/>
              </a:ext>
            </a:extLst>
          </p:cNvPr>
          <p:cNvSpPr>
            <a:spLocks noGrp="1"/>
          </p:cNvSpPr>
          <p:nvPr/>
        </p:nvSpPr>
        <p:spPr>
          <a:xfrm>
            <a:off x="9257354" y="4194310"/>
            <a:ext cx="13" cy="109241"/>
          </a:xfrm>
          <a:custGeom>
            <a:pathLst>
              <a:path w="13" h="109241">
                <a:moveTo>
                  <a:pt x="0" y="109241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02" name="Figure 5 plot object 301">
            <a:extLst>
              <a:ext uri="{FF2B5EF4-FFF2-40B4-BE49-F238E27FC236}">
                <ns2:creationId id="{8700CA78-0EC8-4EEC-88BC-3A4FE1EFB971}"/>
              </a:ext>
            </a:extLst>
          </p:cNvPr>
          <p:cNvSpPr>
            <a:spLocks noGrp="1"/>
          </p:cNvSpPr>
          <p:nvPr/>
        </p:nvSpPr>
        <p:spPr>
          <a:xfrm>
            <a:off x="11885860" y="2547249"/>
            <a:ext cx="13" cy="153389"/>
          </a:xfrm>
          <a:custGeom>
            <a:pathLst>
              <a:path w="13" h="153389">
                <a:moveTo>
                  <a:pt x="0" y="153389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03" name="Figure 5 plot object 302">
            <a:extLst>
              <a:ext uri="{FF2B5EF4-FFF2-40B4-BE49-F238E27FC236}">
                <ns2:creationId id="{DE2AC1B7-2857-4CF6-9491-AE2626A147FF}"/>
              </a:ext>
            </a:extLst>
          </p:cNvPr>
          <p:cNvSpPr>
            <a:spLocks noGrp="1"/>
          </p:cNvSpPr>
          <p:nvPr/>
        </p:nvSpPr>
        <p:spPr>
          <a:xfrm>
            <a:off x="9206554" y="4303550"/>
            <a:ext cx="101600" cy="13"/>
          </a:xfrm>
          <a:custGeom>
            <a:pathLst>
              <a:path w="101600" h="13">
                <a:moveTo>
                  <a:pt x="1016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4" name="Figure 5 plot object 303">
            <a:extLst>
              <a:ext uri="{FF2B5EF4-FFF2-40B4-BE49-F238E27FC236}">
                <ns2:creationId id="{134C4BFB-1B85-4DD8-8195-AB88E41039CD}"/>
              </a:ext>
            </a:extLst>
          </p:cNvPr>
          <p:cNvSpPr>
            <a:spLocks noGrp="1"/>
          </p:cNvSpPr>
          <p:nvPr/>
        </p:nvSpPr>
        <p:spPr>
          <a:xfrm>
            <a:off x="11835060" y="2700638"/>
            <a:ext cx="101600" cy="13"/>
          </a:xfrm>
          <a:custGeom>
            <a:pathLst>
              <a:path w="101600" h="13">
                <a:moveTo>
                  <a:pt x="1016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5" name="Figure 5 plot object 304">
            <a:extLst>
              <a:ext uri="{FF2B5EF4-FFF2-40B4-BE49-F238E27FC236}">
                <ns2:creationId id="{49AE09B4-4CCB-4651-95F4-9947502A4C9E}"/>
              </a:ext>
            </a:extLst>
          </p:cNvPr>
          <p:cNvSpPr>
            <a:spLocks noGrp="1"/>
          </p:cNvSpPr>
          <p:nvPr/>
        </p:nvSpPr>
        <p:spPr>
          <a:xfrm>
            <a:off x="9206554" y="4194310"/>
            <a:ext cx="101600" cy="13"/>
          </a:xfrm>
          <a:custGeom>
            <a:pathLst>
              <a:path w="101600" h="13">
                <a:moveTo>
                  <a:pt x="1016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6" name="Figure 5 plot object 305">
            <a:extLst>
              <a:ext uri="{FF2B5EF4-FFF2-40B4-BE49-F238E27FC236}">
                <ns2:creationId id="{50207E53-70A5-410E-938D-B9E5AC7F46D3}"/>
              </a:ext>
            </a:extLst>
          </p:cNvPr>
          <p:cNvSpPr>
            <a:spLocks noGrp="1"/>
          </p:cNvSpPr>
          <p:nvPr/>
        </p:nvSpPr>
        <p:spPr>
          <a:xfrm>
            <a:off x="11835060" y="2547249"/>
            <a:ext cx="101600" cy="13"/>
          </a:xfrm>
          <a:custGeom>
            <a:pathLst>
              <a:path w="101600" h="13">
                <a:moveTo>
                  <a:pt x="1016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7" name="Figure 5 plot object 306">
            <a:extLst>
              <a:ext uri="{FF2B5EF4-FFF2-40B4-BE49-F238E27FC236}">
                <ns2:creationId id="{BB5E8E17-6E83-4408-B767-D7C4BAFFCA07}"/>
              </a:ext>
            </a:extLst>
          </p:cNvPr>
          <p:cNvSpPr>
            <a:spLocks noGrp="1"/>
          </p:cNvSpPr>
          <p:nvPr/>
        </p:nvSpPr>
        <p:spPr>
          <a:xfrm>
            <a:off x="9938819" y="4121695"/>
            <a:ext cx="13" cy="374677"/>
          </a:xfrm>
          <a:custGeom>
            <a:pathLst>
              <a:path w="13" h="374677">
                <a:moveTo>
                  <a:pt x="0" y="374677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08" name="Figure 5 plot object 307">
            <a:extLst>
              <a:ext uri="{FF2B5EF4-FFF2-40B4-BE49-F238E27FC236}">
                <ns2:creationId id="{EBDDDEBF-329D-4CE8-BEB4-EC808293DD25}"/>
              </a:ext>
            </a:extLst>
          </p:cNvPr>
          <p:cNvSpPr>
            <a:spLocks noGrp="1"/>
          </p:cNvSpPr>
          <p:nvPr/>
        </p:nvSpPr>
        <p:spPr>
          <a:xfrm>
            <a:off x="12567324" y="2528692"/>
            <a:ext cx="13" cy="322493"/>
          </a:xfrm>
          <a:custGeom>
            <a:pathLst>
              <a:path w="13" h="322493">
                <a:moveTo>
                  <a:pt x="0" y="322493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09" name="Figure 5 plot object 308">
            <a:extLst>
              <a:ext uri="{FF2B5EF4-FFF2-40B4-BE49-F238E27FC236}">
                <ns2:creationId id="{C5A3459F-31AF-469F-9502-0013C288B774}"/>
              </a:ext>
            </a:extLst>
          </p:cNvPr>
          <p:cNvSpPr>
            <a:spLocks noGrp="1"/>
          </p:cNvSpPr>
          <p:nvPr/>
        </p:nvSpPr>
        <p:spPr>
          <a:xfrm>
            <a:off x="9888019" y="4496373"/>
            <a:ext cx="101600" cy="13"/>
          </a:xfrm>
          <a:custGeom>
            <a:pathLst>
              <a:path w="101600" h="13">
                <a:moveTo>
                  <a:pt x="1016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0" name="Figure 5 plot object 309">
            <a:extLst>
              <a:ext uri="{FF2B5EF4-FFF2-40B4-BE49-F238E27FC236}">
                <ns2:creationId id="{C5835013-B757-45B1-A165-28E5AD666EF5}"/>
              </a:ext>
            </a:extLst>
          </p:cNvPr>
          <p:cNvSpPr>
            <a:spLocks noGrp="1"/>
          </p:cNvSpPr>
          <p:nvPr/>
        </p:nvSpPr>
        <p:spPr>
          <a:xfrm>
            <a:off x="12516524" y="2851185"/>
            <a:ext cx="101600" cy="13"/>
          </a:xfrm>
          <a:custGeom>
            <a:pathLst>
              <a:path w="101600" h="13">
                <a:moveTo>
                  <a:pt x="1016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1" name="Figure 5 plot object 310">
            <a:extLst>
              <a:ext uri="{FF2B5EF4-FFF2-40B4-BE49-F238E27FC236}">
                <ns2:creationId id="{B5481C46-ADCA-4F56-B003-8BA21161C7D2}"/>
              </a:ext>
            </a:extLst>
          </p:cNvPr>
          <p:cNvSpPr>
            <a:spLocks noGrp="1"/>
          </p:cNvSpPr>
          <p:nvPr/>
        </p:nvSpPr>
        <p:spPr>
          <a:xfrm>
            <a:off x="9888019" y="4121695"/>
            <a:ext cx="101600" cy="13"/>
          </a:xfrm>
          <a:custGeom>
            <a:pathLst>
              <a:path w="101600" h="13">
                <a:moveTo>
                  <a:pt x="1016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2" name="Figure 5 plot object 311">
            <a:extLst>
              <a:ext uri="{FF2B5EF4-FFF2-40B4-BE49-F238E27FC236}">
                <ns2:creationId id="{55A9DAEE-2650-46C1-BE80-8514A231D579}"/>
              </a:ext>
            </a:extLst>
          </p:cNvPr>
          <p:cNvSpPr>
            <a:spLocks noGrp="1"/>
          </p:cNvSpPr>
          <p:nvPr/>
        </p:nvSpPr>
        <p:spPr>
          <a:xfrm>
            <a:off x="12516524" y="2528692"/>
            <a:ext cx="101600" cy="13"/>
          </a:xfrm>
          <a:custGeom>
            <a:pathLst>
              <a:path w="101600" h="13">
                <a:moveTo>
                  <a:pt x="1016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3" name="Figure 5 plot object 312">
            <a:extLst>
              <a:ext uri="{FF2B5EF4-FFF2-40B4-BE49-F238E27FC236}">
                <ns2:creationId id="{813CBBE8-8B1D-4538-A955-46A1A8EE691B}"/>
              </a:ext>
            </a:extLst>
          </p:cNvPr>
          <p:cNvSpPr>
            <a:spLocks noGrp="1"/>
          </p:cNvSpPr>
          <p:nvPr/>
        </p:nvSpPr>
        <p:spPr>
          <a:xfrm>
            <a:off x="8392447" y="4156246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637482"/>
            </a:solidFill>
            <a:prstDash val="solid"/>
          </a:ln>
        </p:spPr>
      </p:sp>
      <p:sp>
        <p:nvSpPr>
          <p:cNvPr id="314" name="Figure 5 plot object 313">
            <a:extLst>
              <a:ext uri="{FF2B5EF4-FFF2-40B4-BE49-F238E27FC236}">
                <ns2:creationId id="{707E40B5-E1D7-4F56-9B36-34C803B39384}"/>
              </a:ext>
            </a:extLst>
          </p:cNvPr>
          <p:cNvSpPr>
            <a:spLocks noGrp="1"/>
          </p:cNvSpPr>
          <p:nvPr/>
        </p:nvSpPr>
        <p:spPr>
          <a:xfrm>
            <a:off x="8470329" y="3837390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637482"/>
            </a:solidFill>
            <a:prstDash val="solid"/>
          </a:ln>
        </p:spPr>
      </p:sp>
      <p:sp>
        <p:nvSpPr>
          <p:cNvPr id="315" name="Figure 5 plot object 314">
            <a:extLst>
              <a:ext uri="{FF2B5EF4-FFF2-40B4-BE49-F238E27FC236}">
                <ns2:creationId id="{473F7768-7445-4503-968A-AC563B839AA9}"/>
              </a:ext>
            </a:extLst>
          </p:cNvPr>
          <p:cNvSpPr>
            <a:spLocks noGrp="1"/>
          </p:cNvSpPr>
          <p:nvPr/>
        </p:nvSpPr>
        <p:spPr>
          <a:xfrm>
            <a:off x="8548211" y="3868667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637482"/>
            </a:solidFill>
            <a:prstDash val="solid"/>
          </a:ln>
        </p:spPr>
      </p:sp>
      <p:sp>
        <p:nvSpPr>
          <p:cNvPr id="316" name="Figure 5 plot object 315">
            <a:extLst>
              <a:ext uri="{FF2B5EF4-FFF2-40B4-BE49-F238E27FC236}">
                <ns2:creationId id="{B8EA5646-C08B-48FF-89FC-3F2F3B159BDE}"/>
              </a:ext>
            </a:extLst>
          </p:cNvPr>
          <p:cNvSpPr>
            <a:spLocks noGrp="1"/>
          </p:cNvSpPr>
          <p:nvPr/>
        </p:nvSpPr>
        <p:spPr>
          <a:xfrm>
            <a:off x="8626092" y="3664633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637482"/>
            </a:solidFill>
            <a:prstDash val="solid"/>
          </a:ln>
        </p:spPr>
      </p:sp>
      <p:sp>
        <p:nvSpPr>
          <p:cNvPr id="317" name="Figure 5 plot object 316">
            <a:extLst>
              <a:ext uri="{FF2B5EF4-FFF2-40B4-BE49-F238E27FC236}">
                <ns2:creationId id="{D84B90D8-6357-4BBF-8581-0BFDA16F693B}"/>
              </a:ext>
            </a:extLst>
          </p:cNvPr>
          <p:cNvSpPr>
            <a:spLocks noGrp="1"/>
          </p:cNvSpPr>
          <p:nvPr/>
        </p:nvSpPr>
        <p:spPr>
          <a:xfrm>
            <a:off x="8703974" y="3907168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637482"/>
            </a:solidFill>
            <a:prstDash val="solid"/>
          </a:ln>
        </p:spPr>
      </p:sp>
      <p:sp>
        <p:nvSpPr>
          <p:cNvPr id="318" name="Figure 5 plot object 317">
            <a:extLst>
              <a:ext uri="{FF2B5EF4-FFF2-40B4-BE49-F238E27FC236}">
                <ns2:creationId id="{54310AB0-5BA8-4709-89AD-4BF97BD12B29}"/>
              </a:ext>
            </a:extLst>
          </p:cNvPr>
          <p:cNvSpPr>
            <a:spLocks noGrp="1"/>
          </p:cNvSpPr>
          <p:nvPr/>
        </p:nvSpPr>
        <p:spPr>
          <a:xfrm>
            <a:off x="11020953" y="3233314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637482"/>
            </a:solidFill>
            <a:prstDash val="solid"/>
          </a:ln>
        </p:spPr>
      </p:sp>
      <p:sp>
        <p:nvSpPr>
          <p:cNvPr id="319" name="Figure 5 plot object 318">
            <a:extLst>
              <a:ext uri="{FF2B5EF4-FFF2-40B4-BE49-F238E27FC236}">
                <ns2:creationId id="{F4CEC9C4-B214-491F-8454-8C2B73C9DAB1}"/>
              </a:ext>
            </a:extLst>
          </p:cNvPr>
          <p:cNvSpPr>
            <a:spLocks noGrp="1"/>
          </p:cNvSpPr>
          <p:nvPr/>
        </p:nvSpPr>
        <p:spPr>
          <a:xfrm>
            <a:off x="11098835" y="3703693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637482"/>
            </a:solidFill>
            <a:prstDash val="solid"/>
          </a:ln>
        </p:spPr>
      </p:sp>
      <p:sp>
        <p:nvSpPr>
          <p:cNvPr id="320" name="Figure 5 plot object 319">
            <a:extLst>
              <a:ext uri="{FF2B5EF4-FFF2-40B4-BE49-F238E27FC236}">
                <ns2:creationId id="{72009C4C-533E-4612-B0F0-997593F28792}"/>
              </a:ext>
            </a:extLst>
          </p:cNvPr>
          <p:cNvSpPr>
            <a:spLocks noGrp="1"/>
          </p:cNvSpPr>
          <p:nvPr/>
        </p:nvSpPr>
        <p:spPr>
          <a:xfrm>
            <a:off x="11176716" y="3783144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637482"/>
            </a:solidFill>
            <a:prstDash val="solid"/>
          </a:ln>
        </p:spPr>
      </p:sp>
      <p:sp>
        <p:nvSpPr>
          <p:cNvPr id="321" name="Figure 5 plot object 320">
            <a:extLst>
              <a:ext uri="{FF2B5EF4-FFF2-40B4-BE49-F238E27FC236}">
                <ns2:creationId id="{86DF190E-D774-4CCB-9B24-32DBCE4F2713}"/>
              </a:ext>
            </a:extLst>
          </p:cNvPr>
          <p:cNvSpPr>
            <a:spLocks noGrp="1"/>
          </p:cNvSpPr>
          <p:nvPr/>
        </p:nvSpPr>
        <p:spPr>
          <a:xfrm>
            <a:off x="11254598" y="3834074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637482"/>
            </a:solidFill>
            <a:prstDash val="solid"/>
          </a:ln>
        </p:spPr>
      </p:sp>
      <p:sp>
        <p:nvSpPr>
          <p:cNvPr id="322" name="Figure 5 plot object 321">
            <a:extLst>
              <a:ext uri="{FF2B5EF4-FFF2-40B4-BE49-F238E27FC236}">
                <ns2:creationId id="{C65495C4-3F36-407A-B356-3B5538C09237}"/>
              </a:ext>
            </a:extLst>
          </p:cNvPr>
          <p:cNvSpPr>
            <a:spLocks noGrp="1"/>
          </p:cNvSpPr>
          <p:nvPr/>
        </p:nvSpPr>
        <p:spPr>
          <a:xfrm>
            <a:off x="11332480" y="3660742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637482"/>
            </a:solidFill>
            <a:prstDash val="solid"/>
          </a:ln>
        </p:spPr>
      </p:sp>
      <p:sp>
        <p:nvSpPr>
          <p:cNvPr id="323" name="Figure 5 plot object 322">
            <a:extLst>
              <a:ext uri="{FF2B5EF4-FFF2-40B4-BE49-F238E27FC236}">
                <ns2:creationId id="{804CA075-5CC6-4869-A18D-EE5024BD8B58}"/>
              </a:ext>
            </a:extLst>
          </p:cNvPr>
          <p:cNvSpPr>
            <a:spLocks noGrp="1"/>
          </p:cNvSpPr>
          <p:nvPr/>
        </p:nvSpPr>
        <p:spPr>
          <a:xfrm>
            <a:off x="9073912" y="4182372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277F8A"/>
            </a:solidFill>
            <a:prstDash val="solid"/>
          </a:ln>
        </p:spPr>
      </p:sp>
      <p:sp>
        <p:nvSpPr>
          <p:cNvPr id="324" name="Figure 5 plot object 323">
            <a:extLst>
              <a:ext uri="{FF2B5EF4-FFF2-40B4-BE49-F238E27FC236}">
                <ns2:creationId id="{3D5F4089-F778-4411-8EB6-D58F06B858FE}"/>
              </a:ext>
            </a:extLst>
          </p:cNvPr>
          <p:cNvSpPr>
            <a:spLocks noGrp="1"/>
          </p:cNvSpPr>
          <p:nvPr/>
        </p:nvSpPr>
        <p:spPr>
          <a:xfrm>
            <a:off x="9151793" y="4160369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277F8A"/>
            </a:solidFill>
            <a:prstDash val="solid"/>
          </a:ln>
        </p:spPr>
      </p:sp>
      <p:sp>
        <p:nvSpPr>
          <p:cNvPr id="325" name="Figure 5 plot object 324">
            <a:extLst>
              <a:ext uri="{FF2B5EF4-FFF2-40B4-BE49-F238E27FC236}">
                <ns2:creationId id="{B41F9839-2396-4F19-9FDD-A74605590A2E}"/>
              </a:ext>
            </a:extLst>
          </p:cNvPr>
          <p:cNvSpPr>
            <a:spLocks noGrp="1"/>
          </p:cNvSpPr>
          <p:nvPr/>
        </p:nvSpPr>
        <p:spPr>
          <a:xfrm>
            <a:off x="9229675" y="4235166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277F8A"/>
            </a:solidFill>
            <a:prstDash val="solid"/>
          </a:ln>
        </p:spPr>
      </p:sp>
      <p:sp>
        <p:nvSpPr>
          <p:cNvPr id="326" name="Figure 5 plot object 325">
            <a:extLst>
              <a:ext uri="{FF2B5EF4-FFF2-40B4-BE49-F238E27FC236}">
                <ns2:creationId id="{FA6D8601-2622-4C03-8BF6-C6A2B8462D94}"/>
              </a:ext>
            </a:extLst>
          </p:cNvPr>
          <p:cNvSpPr>
            <a:spLocks noGrp="1"/>
          </p:cNvSpPr>
          <p:nvPr/>
        </p:nvSpPr>
        <p:spPr>
          <a:xfrm>
            <a:off x="9307557" y="4219734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277F8A"/>
            </a:solidFill>
            <a:prstDash val="solid"/>
          </a:ln>
        </p:spPr>
      </p:sp>
      <p:sp>
        <p:nvSpPr>
          <p:cNvPr id="327" name="Figure 5 plot object 326">
            <a:extLst>
              <a:ext uri="{FF2B5EF4-FFF2-40B4-BE49-F238E27FC236}">
                <ns2:creationId id="{034BC40F-FF8C-4F63-8388-59A9DF2DB309}"/>
              </a:ext>
            </a:extLst>
          </p:cNvPr>
          <p:cNvSpPr>
            <a:spLocks noGrp="1"/>
          </p:cNvSpPr>
          <p:nvPr/>
        </p:nvSpPr>
        <p:spPr>
          <a:xfrm>
            <a:off x="9385438" y="4305821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277F8A"/>
            </a:solidFill>
            <a:prstDash val="solid"/>
          </a:ln>
        </p:spPr>
      </p:sp>
      <p:sp>
        <p:nvSpPr>
          <p:cNvPr id="328" name="Figure 5 plot object 327">
            <a:extLst>
              <a:ext uri="{FF2B5EF4-FFF2-40B4-BE49-F238E27FC236}">
                <ns2:creationId id="{50A04C93-E6C7-4897-AE76-3AF933EB66BF}"/>
              </a:ext>
            </a:extLst>
          </p:cNvPr>
          <p:cNvSpPr>
            <a:spLocks noGrp="1"/>
          </p:cNvSpPr>
          <p:nvPr/>
        </p:nvSpPr>
        <p:spPr>
          <a:xfrm>
            <a:off x="11702418" y="2507819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277F8A"/>
            </a:solidFill>
            <a:prstDash val="solid"/>
          </a:ln>
        </p:spPr>
      </p:sp>
      <p:sp>
        <p:nvSpPr>
          <p:cNvPr id="329" name="Figure 5 plot object 328">
            <a:extLst>
              <a:ext uri="{FF2B5EF4-FFF2-40B4-BE49-F238E27FC236}">
                <ns2:creationId id="{05EAC088-EBE8-4B65-9F42-1FB00CB7ED38}"/>
              </a:ext>
            </a:extLst>
          </p:cNvPr>
          <p:cNvSpPr>
            <a:spLocks noGrp="1"/>
          </p:cNvSpPr>
          <p:nvPr/>
        </p:nvSpPr>
        <p:spPr>
          <a:xfrm>
            <a:off x="11780299" y="2524790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277F8A"/>
            </a:solidFill>
            <a:prstDash val="solid"/>
          </a:ln>
        </p:spPr>
      </p:sp>
      <p:sp>
        <p:nvSpPr>
          <p:cNvPr id="330" name="Figure 5 plot object 329">
            <a:extLst>
              <a:ext uri="{FF2B5EF4-FFF2-40B4-BE49-F238E27FC236}">
                <ns2:creationId id="{195B8CDE-A204-40AF-BE90-7B6AA59CE69C}"/>
              </a:ext>
            </a:extLst>
          </p:cNvPr>
          <p:cNvSpPr>
            <a:spLocks noGrp="1"/>
          </p:cNvSpPr>
          <p:nvPr/>
        </p:nvSpPr>
        <p:spPr>
          <a:xfrm>
            <a:off x="11858181" y="2617057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277F8A"/>
            </a:solidFill>
            <a:prstDash val="solid"/>
          </a:ln>
        </p:spPr>
      </p:sp>
      <p:sp>
        <p:nvSpPr>
          <p:cNvPr id="331" name="Figure 5 plot object 330">
            <a:extLst>
              <a:ext uri="{FF2B5EF4-FFF2-40B4-BE49-F238E27FC236}">
                <ns2:creationId id="{3DB2A99F-80C0-43E6-8D9C-DA993955F6B5}"/>
              </a:ext>
            </a:extLst>
          </p:cNvPr>
          <p:cNvSpPr>
            <a:spLocks noGrp="1"/>
          </p:cNvSpPr>
          <p:nvPr/>
        </p:nvSpPr>
        <p:spPr>
          <a:xfrm>
            <a:off x="11936063" y="2643267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277F8A"/>
            </a:solidFill>
            <a:prstDash val="solid"/>
          </a:ln>
        </p:spPr>
      </p:sp>
      <p:sp>
        <p:nvSpPr>
          <p:cNvPr id="332" name="Figure 5 plot object 331">
            <a:extLst>
              <a:ext uri="{FF2B5EF4-FFF2-40B4-BE49-F238E27FC236}">
                <ns2:creationId id="{E69179F8-2E28-4917-8408-30DF7B7A38B6}"/>
              </a:ext>
            </a:extLst>
          </p:cNvPr>
          <p:cNvSpPr>
            <a:spLocks noGrp="1"/>
          </p:cNvSpPr>
          <p:nvPr/>
        </p:nvSpPr>
        <p:spPr>
          <a:xfrm>
            <a:off x="12013944" y="2681510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277F8A"/>
            </a:solidFill>
            <a:prstDash val="solid"/>
          </a:ln>
        </p:spPr>
      </p:sp>
      <p:sp>
        <p:nvSpPr>
          <p:cNvPr id="333" name="Figure 5 plot object 332">
            <a:extLst>
              <a:ext uri="{FF2B5EF4-FFF2-40B4-BE49-F238E27FC236}">
                <ns2:creationId id="{E10C5FA6-4910-423C-8E0D-2B76F129CAF3}"/>
              </a:ext>
            </a:extLst>
          </p:cNvPr>
          <p:cNvSpPr>
            <a:spLocks noGrp="1"/>
          </p:cNvSpPr>
          <p:nvPr/>
        </p:nvSpPr>
        <p:spPr>
          <a:xfrm>
            <a:off x="9755376" y="4134085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BC7850"/>
            </a:solidFill>
            <a:prstDash val="solid"/>
          </a:ln>
        </p:spPr>
      </p:sp>
      <p:sp>
        <p:nvSpPr>
          <p:cNvPr id="334" name="Figure 5 plot object 333">
            <a:extLst>
              <a:ext uri="{FF2B5EF4-FFF2-40B4-BE49-F238E27FC236}">
                <ns2:creationId id="{054E7B52-30B1-42E1-BFBA-E920AA10034B}"/>
              </a:ext>
            </a:extLst>
          </p:cNvPr>
          <p:cNvSpPr>
            <a:spLocks noGrp="1"/>
          </p:cNvSpPr>
          <p:nvPr/>
        </p:nvSpPr>
        <p:spPr>
          <a:xfrm>
            <a:off x="9833258" y="4087666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BC7850"/>
            </a:solidFill>
            <a:prstDash val="solid"/>
          </a:ln>
        </p:spPr>
      </p:sp>
      <p:sp>
        <p:nvSpPr>
          <p:cNvPr id="335" name="Figure 5 plot object 334">
            <a:extLst>
              <a:ext uri="{FF2B5EF4-FFF2-40B4-BE49-F238E27FC236}">
                <ns2:creationId id="{7BABF5ED-2736-4A59-8F50-5EBDC1DDE9A0}"/>
              </a:ext>
            </a:extLst>
          </p:cNvPr>
          <p:cNvSpPr>
            <a:spLocks noGrp="1"/>
          </p:cNvSpPr>
          <p:nvPr/>
        </p:nvSpPr>
        <p:spPr>
          <a:xfrm>
            <a:off x="9911140" y="4657605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BC7850"/>
            </a:solidFill>
            <a:prstDash val="solid"/>
          </a:ln>
        </p:spPr>
      </p:sp>
      <p:sp>
        <p:nvSpPr>
          <p:cNvPr id="336" name="Figure 5 plot object 335">
            <a:extLst>
              <a:ext uri="{FF2B5EF4-FFF2-40B4-BE49-F238E27FC236}">
                <ns2:creationId id="{87CB338E-FF49-46FC-BDCE-8B6C4A545915}"/>
              </a:ext>
            </a:extLst>
          </p:cNvPr>
          <p:cNvSpPr>
            <a:spLocks noGrp="1"/>
          </p:cNvSpPr>
          <p:nvPr/>
        </p:nvSpPr>
        <p:spPr>
          <a:xfrm>
            <a:off x="9989021" y="4244095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BC7850"/>
            </a:solidFill>
            <a:prstDash val="solid"/>
          </a:ln>
        </p:spPr>
      </p:sp>
      <p:sp>
        <p:nvSpPr>
          <p:cNvPr id="337" name="Figure 5 plot object 336">
            <a:extLst>
              <a:ext uri="{FF2B5EF4-FFF2-40B4-BE49-F238E27FC236}">
                <ns2:creationId id="{DD8E098A-B1F8-49B9-BD3A-D2255D3F0D3D}"/>
              </a:ext>
            </a:extLst>
          </p:cNvPr>
          <p:cNvSpPr>
            <a:spLocks noGrp="1"/>
          </p:cNvSpPr>
          <p:nvPr/>
        </p:nvSpPr>
        <p:spPr>
          <a:xfrm>
            <a:off x="10066903" y="4284283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BC7850"/>
            </a:solidFill>
            <a:prstDash val="solid"/>
          </a:ln>
        </p:spPr>
      </p:sp>
      <p:sp>
        <p:nvSpPr>
          <p:cNvPr id="338" name="Figure 5 plot object 337">
            <a:extLst>
              <a:ext uri="{FF2B5EF4-FFF2-40B4-BE49-F238E27FC236}">
                <ns2:creationId id="{9D77AA6B-CAE5-4D3F-91A8-6BE544792A16}"/>
              </a:ext>
            </a:extLst>
          </p:cNvPr>
          <p:cNvSpPr>
            <a:spLocks noGrp="1"/>
          </p:cNvSpPr>
          <p:nvPr/>
        </p:nvSpPr>
        <p:spPr>
          <a:xfrm>
            <a:off x="12383882" y="2507691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BC7850"/>
            </a:solidFill>
            <a:prstDash val="solid"/>
          </a:ln>
        </p:spPr>
      </p:sp>
      <p:sp>
        <p:nvSpPr>
          <p:cNvPr id="339" name="Figure 5 plot object 338">
            <a:extLst>
              <a:ext uri="{FF2B5EF4-FFF2-40B4-BE49-F238E27FC236}">
                <ns2:creationId id="{E72B3F9D-12A0-45CF-8031-C7DF79AAF21E}"/>
              </a:ext>
            </a:extLst>
          </p:cNvPr>
          <p:cNvSpPr>
            <a:spLocks noGrp="1"/>
          </p:cNvSpPr>
          <p:nvPr/>
        </p:nvSpPr>
        <p:spPr>
          <a:xfrm>
            <a:off x="12461764" y="2511056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BC7850"/>
            </a:solidFill>
            <a:prstDash val="solid"/>
          </a:ln>
        </p:spPr>
      </p:sp>
      <p:sp>
        <p:nvSpPr>
          <p:cNvPr id="340" name="Figure 5 plot object 339">
            <a:extLst>
              <a:ext uri="{FF2B5EF4-FFF2-40B4-BE49-F238E27FC236}">
                <ns2:creationId id="{A60320DB-49C8-4F09-9730-2C253AF27039}"/>
              </a:ext>
            </a:extLst>
          </p:cNvPr>
          <p:cNvSpPr>
            <a:spLocks noGrp="1"/>
          </p:cNvSpPr>
          <p:nvPr/>
        </p:nvSpPr>
        <p:spPr>
          <a:xfrm>
            <a:off x="12539645" y="2949219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BC7850"/>
            </a:solidFill>
            <a:prstDash val="solid"/>
          </a:ln>
        </p:spPr>
      </p:sp>
      <p:sp>
        <p:nvSpPr>
          <p:cNvPr id="341" name="Figure 5 plot object 340">
            <a:extLst>
              <a:ext uri="{FF2B5EF4-FFF2-40B4-BE49-F238E27FC236}">
                <ns2:creationId id="{D32B0DB3-E8EC-430C-9BFE-51F7DD9B1B15}"/>
              </a:ext>
            </a:extLst>
          </p:cNvPr>
          <p:cNvSpPr>
            <a:spLocks noGrp="1"/>
          </p:cNvSpPr>
          <p:nvPr/>
        </p:nvSpPr>
        <p:spPr>
          <a:xfrm>
            <a:off x="12617527" y="2643957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BC7850"/>
            </a:solidFill>
            <a:prstDash val="solid"/>
          </a:ln>
        </p:spPr>
      </p:sp>
      <p:sp>
        <p:nvSpPr>
          <p:cNvPr id="342" name="Figure 5 plot object 341">
            <a:extLst>
              <a:ext uri="{FF2B5EF4-FFF2-40B4-BE49-F238E27FC236}">
                <ns2:creationId id="{1CA3004E-E536-4CC0-8969-0318368A4717}"/>
              </a:ext>
            </a:extLst>
          </p:cNvPr>
          <p:cNvSpPr>
            <a:spLocks noGrp="1"/>
          </p:cNvSpPr>
          <p:nvPr/>
        </p:nvSpPr>
        <p:spPr>
          <a:xfrm>
            <a:off x="12695409" y="2688177"/>
            <a:ext cx="55358" cy="55358"/>
          </a:xfrm>
          <a:custGeom>
            <a:pathLst>
              <a:path w="55358" h="55358">
                <a:moveTo>
                  <a:pt x="27679" y="55358"/>
                </a:moveTo>
                <a:cubicBezTo>
                  <a:pt x="35020" y="55358"/>
                  <a:pt x="42060" y="52442"/>
                  <a:pt x="47251" y="47251"/>
                </a:cubicBezTo>
                <a:cubicBezTo>
                  <a:pt x="52442" y="42060"/>
                  <a:pt x="55358" y="35020"/>
                  <a:pt x="55358" y="27679"/>
                </a:cubicBezTo>
                <a:cubicBezTo>
                  <a:pt x="55358" y="20338"/>
                  <a:pt x="52442" y="13298"/>
                  <a:pt x="47251" y="8107"/>
                </a:cubicBezTo>
                <a:cubicBezTo>
                  <a:pt x="42060" y="2916"/>
                  <a:pt x="35020" y="0"/>
                  <a:pt x="27679" y="0"/>
                </a:cubicBezTo>
                <a:cubicBezTo>
                  <a:pt x="20338" y="0"/>
                  <a:pt x="13298" y="2916"/>
                  <a:pt x="8107" y="8107"/>
                </a:cubicBezTo>
                <a:cubicBezTo>
                  <a:pt x="2916" y="13298"/>
                  <a:pt x="0" y="20338"/>
                  <a:pt x="0" y="27679"/>
                </a:cubicBezTo>
                <a:cubicBezTo>
                  <a:pt x="0" y="35020"/>
                  <a:pt x="2916" y="42060"/>
                  <a:pt x="8107" y="47251"/>
                </a:cubicBezTo>
                <a:cubicBezTo>
                  <a:pt x="13298" y="52442"/>
                  <a:pt x="20338" y="55358"/>
                  <a:pt x="27679" y="55358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BC7850"/>
            </a:solidFill>
            <a:prstDash val="solid"/>
          </a:ln>
        </p:spPr>
      </p:sp>
      <p:sp>
        <p:nvSpPr>
          <p:cNvPr id="343" name="Figure 5 plot object 342">
            <a:extLst>
              <a:ext uri="{FF2B5EF4-FFF2-40B4-BE49-F238E27FC236}">
                <ns2:creationId id="{2DA670E2-363D-4322-A41A-F7057925151B}"/>
              </a:ext>
            </a:extLst>
          </p:cNvPr>
          <p:cNvSpPr>
            <a:spLocks noGrp="1"/>
          </p:cNvSpPr>
          <p:nvPr/>
        </p:nvSpPr>
        <p:spPr>
          <a:xfrm>
            <a:off x="1450467" y="6903720"/>
            <a:ext cx="11662029" cy="2472538"/>
          </a:xfrm>
          <a:custGeom>
            <a:pathLst>
              <a:path w="11662029" h="2472538">
                <a:moveTo>
                  <a:pt x="0" y="2472538"/>
                </a:moveTo>
                <a:lnTo>
                  <a:pt x="11662029" y="2472538"/>
                </a:lnTo>
                <a:lnTo>
                  <a:pt x="1166202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2700">
            <a:noFill/>
            <a:prstDash val="solid"/>
          </a:ln>
        </p:spPr>
      </p:sp>
      <p:sp>
        <p:nvSpPr>
          <p:cNvPr id="344" name="Figure 5 plot object 343">
            <a:extLst>
              <a:ext uri="{FF2B5EF4-FFF2-40B4-BE49-F238E27FC236}">
                <ns2:creationId id="{4D5D5311-9132-48E7-B299-EEE648DBCF26}"/>
              </a:ext>
            </a:extLst>
          </p:cNvPr>
          <p:cNvSpPr>
            <a:spLocks noGrp="1"/>
          </p:cNvSpPr>
          <p:nvPr/>
        </p:nvSpPr>
        <p:spPr>
          <a:xfrm>
            <a:off x="1450467" y="9113494"/>
            <a:ext cx="11662029" cy="106711"/>
          </a:xfrm>
          <a:custGeom>
            <a:pathLst>
              <a:path w="11662029" h="106711">
                <a:moveTo>
                  <a:pt x="0" y="106711"/>
                </a:moveTo>
                <a:lnTo>
                  <a:pt x="11662029" y="106711"/>
                </a:lnTo>
                <a:lnTo>
                  <a:pt x="116620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6EAED"/>
          </a:solidFill>
          <a:ln w="12700">
            <a:solidFill>
              <a:srgbClr val="E6EAED"/>
            </a:solidFill>
            <a:prstDash val="solid"/>
          </a:ln>
        </p:spPr>
      </p:sp>
      <p:sp>
        <p:nvSpPr>
          <p:cNvPr id="345" name="World 1">
            <a:extLst>
              <a:ext uri="{FF2B5EF4-FFF2-40B4-BE49-F238E27FC236}">
                <ns2:creationId id="{2092DF15-4474-4863-8A7B-CFBA31FF0A88}"/>
              </a:ext>
            </a:extLst>
          </p:cNvPr>
          <p:cNvSpPr>
            <a:spLocks noGrp="1"/>
          </p:cNvSpPr>
          <p:nvPr/>
        </p:nvSpPr>
        <p:spPr>
          <a:xfrm rot="0">
            <a:off x="2322015" y="9400880"/>
            <a:ext cx="852488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World 1</a:t>
            </a:r>
          </a:p>
        </p:txBody>
      </p:sp>
      <p:sp>
        <p:nvSpPr>
          <p:cNvPr id="346" name="World 2">
            <a:extLst>
              <a:ext uri="{FF2B5EF4-FFF2-40B4-BE49-F238E27FC236}">
                <ns2:creationId id="{BF63EDA6-7DA6-4070-9F99-91E83F9CA9BE}"/>
              </a:ext>
            </a:extLst>
          </p:cNvPr>
          <p:cNvSpPr>
            <a:spLocks noGrp="1"/>
          </p:cNvSpPr>
          <p:nvPr/>
        </p:nvSpPr>
        <p:spPr>
          <a:xfrm rot="0">
            <a:off x="4578520" y="9400880"/>
            <a:ext cx="8509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World 2</a:t>
            </a:r>
          </a:p>
        </p:txBody>
      </p:sp>
      <p:sp>
        <p:nvSpPr>
          <p:cNvPr id="347" name="World 3">
            <a:extLst>
              <a:ext uri="{FF2B5EF4-FFF2-40B4-BE49-F238E27FC236}">
                <ns2:creationId id="{7CB29AEB-6FE8-4277-8F6B-ACD8ADEE8207}"/>
              </a:ext>
            </a:extLst>
          </p:cNvPr>
          <p:cNvSpPr>
            <a:spLocks noGrp="1"/>
          </p:cNvSpPr>
          <p:nvPr/>
        </p:nvSpPr>
        <p:spPr>
          <a:xfrm rot="0">
            <a:off x="6834232" y="9400880"/>
            <a:ext cx="8509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World 3</a:t>
            </a:r>
          </a:p>
        </p:txBody>
      </p:sp>
      <p:sp>
        <p:nvSpPr>
          <p:cNvPr id="348" name="World 4">
            <a:extLst>
              <a:ext uri="{FF2B5EF4-FFF2-40B4-BE49-F238E27FC236}">
                <ns2:creationId id="{7F547467-44BE-4AC5-A0F3-72F7C588640C}"/>
              </a:ext>
            </a:extLst>
          </p:cNvPr>
          <p:cNvSpPr>
            <a:spLocks noGrp="1"/>
          </p:cNvSpPr>
          <p:nvPr/>
        </p:nvSpPr>
        <p:spPr>
          <a:xfrm rot="0">
            <a:off x="9089943" y="9400880"/>
            <a:ext cx="8509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World 4</a:t>
            </a:r>
          </a:p>
        </p:txBody>
      </p:sp>
      <p:sp>
        <p:nvSpPr>
          <p:cNvPr id="349" name="World 5">
            <a:extLst>
              <a:ext uri="{FF2B5EF4-FFF2-40B4-BE49-F238E27FC236}">
                <ns2:creationId id="{4F68FAD2-7D72-47F1-B622-912D5FB8F208}"/>
              </a:ext>
            </a:extLst>
          </p:cNvPr>
          <p:cNvSpPr>
            <a:spLocks noGrp="1"/>
          </p:cNvSpPr>
          <p:nvPr/>
        </p:nvSpPr>
        <p:spPr>
          <a:xfrm rot="0">
            <a:off x="11345655" y="9400880"/>
            <a:ext cx="8509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World 5</a:t>
            </a:r>
          </a:p>
        </p:txBody>
      </p:sp>
      <p:sp>
        <p:nvSpPr>
          <p:cNvPr id="350" name="Figure 5 plot object 349">
            <a:extLst>
              <a:ext uri="{FF2B5EF4-FFF2-40B4-BE49-F238E27FC236}">
                <ns2:creationId id="{9B03512E-CE4A-4A96-B081-9EF01340E009}"/>
              </a:ext>
            </a:extLst>
          </p:cNvPr>
          <p:cNvSpPr>
            <a:spLocks noGrp="1"/>
          </p:cNvSpPr>
          <p:nvPr/>
        </p:nvSpPr>
        <p:spPr>
          <a:xfrm>
            <a:off x="1386967" y="9376258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1" name="0">
            <a:extLst>
              <a:ext uri="{FF2B5EF4-FFF2-40B4-BE49-F238E27FC236}">
                <ns2:creationId id="{B24C2219-65B3-41FA-91A5-AA256AE11BD3}"/>
              </a:ext>
            </a:extLst>
          </p:cNvPr>
          <p:cNvSpPr>
            <a:spLocks noGrp="1"/>
          </p:cNvSpPr>
          <p:nvPr/>
        </p:nvSpPr>
        <p:spPr>
          <a:xfrm rot="0">
            <a:off x="1196467" y="9245313"/>
            <a:ext cx="2286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0</a:t>
            </a:r>
          </a:p>
        </p:txBody>
      </p:sp>
      <p:sp>
        <p:nvSpPr>
          <p:cNvPr id="352" name="Figure 5 plot object 351">
            <a:extLst>
              <a:ext uri="{FF2B5EF4-FFF2-40B4-BE49-F238E27FC236}">
                <ns2:creationId id="{BB357FA1-263E-4A19-A0DC-9ACC6519003E}"/>
              </a:ext>
            </a:extLst>
          </p:cNvPr>
          <p:cNvSpPr>
            <a:spLocks noGrp="1"/>
          </p:cNvSpPr>
          <p:nvPr/>
        </p:nvSpPr>
        <p:spPr>
          <a:xfrm>
            <a:off x="1386967" y="8807858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3" name="20">
            <a:extLst>
              <a:ext uri="{FF2B5EF4-FFF2-40B4-BE49-F238E27FC236}">
                <ns2:creationId id="{36E1ED7D-640D-4B2B-ABBE-8E7A71C1FCF9}"/>
              </a:ext>
            </a:extLst>
          </p:cNvPr>
          <p:cNvSpPr>
            <a:spLocks noGrp="1"/>
          </p:cNvSpPr>
          <p:nvPr/>
        </p:nvSpPr>
        <p:spPr>
          <a:xfrm rot="0">
            <a:off x="1082167" y="8676913"/>
            <a:ext cx="3429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20</a:t>
            </a:r>
          </a:p>
        </p:txBody>
      </p:sp>
      <p:sp>
        <p:nvSpPr>
          <p:cNvPr id="354" name="Figure 5 plot object 353">
            <a:extLst>
              <a:ext uri="{FF2B5EF4-FFF2-40B4-BE49-F238E27FC236}">
                <ns2:creationId id="{0064A4F7-C7B1-4A82-8EF4-A76F119AB7DD}"/>
              </a:ext>
            </a:extLst>
          </p:cNvPr>
          <p:cNvSpPr>
            <a:spLocks noGrp="1"/>
          </p:cNvSpPr>
          <p:nvPr/>
        </p:nvSpPr>
        <p:spPr>
          <a:xfrm>
            <a:off x="1386967" y="8239459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5" name="40">
            <a:extLst>
              <a:ext uri="{FF2B5EF4-FFF2-40B4-BE49-F238E27FC236}">
                <ns2:creationId id="{F9496FC9-C242-4028-98E0-BAC5E7A95F0A}"/>
              </a:ext>
            </a:extLst>
          </p:cNvPr>
          <p:cNvSpPr>
            <a:spLocks noGrp="1"/>
          </p:cNvSpPr>
          <p:nvPr/>
        </p:nvSpPr>
        <p:spPr>
          <a:xfrm rot="0">
            <a:off x="1082167" y="8108514"/>
            <a:ext cx="3429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40</a:t>
            </a:r>
          </a:p>
        </p:txBody>
      </p:sp>
      <p:sp>
        <p:nvSpPr>
          <p:cNvPr id="356" name="Figure 5 plot object 355">
            <a:extLst>
              <a:ext uri="{FF2B5EF4-FFF2-40B4-BE49-F238E27FC236}">
                <ns2:creationId id="{DB33EC2B-29BE-45F1-8335-42410F928927}"/>
              </a:ext>
            </a:extLst>
          </p:cNvPr>
          <p:cNvSpPr>
            <a:spLocks noGrp="1"/>
          </p:cNvSpPr>
          <p:nvPr/>
        </p:nvSpPr>
        <p:spPr>
          <a:xfrm>
            <a:off x="1386967" y="7671059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7" name="60">
            <a:extLst>
              <a:ext uri="{FF2B5EF4-FFF2-40B4-BE49-F238E27FC236}">
                <ns2:creationId id="{C344F423-B256-4B76-9A8D-91476B7B3B3D}"/>
              </a:ext>
            </a:extLst>
          </p:cNvPr>
          <p:cNvSpPr>
            <a:spLocks noGrp="1"/>
          </p:cNvSpPr>
          <p:nvPr/>
        </p:nvSpPr>
        <p:spPr>
          <a:xfrm rot="0">
            <a:off x="1080580" y="7540114"/>
            <a:ext cx="344488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60</a:t>
            </a:r>
          </a:p>
        </p:txBody>
      </p:sp>
      <p:sp>
        <p:nvSpPr>
          <p:cNvPr id="358" name="Figure 5 plot object 357">
            <a:extLst>
              <a:ext uri="{FF2B5EF4-FFF2-40B4-BE49-F238E27FC236}">
                <ns2:creationId id="{3754A6A0-CEB7-404D-805D-CA937A10A61E}"/>
              </a:ext>
            </a:extLst>
          </p:cNvPr>
          <p:cNvSpPr>
            <a:spLocks noGrp="1"/>
          </p:cNvSpPr>
          <p:nvPr/>
        </p:nvSpPr>
        <p:spPr>
          <a:xfrm>
            <a:off x="1386967" y="7102660"/>
            <a:ext cx="63500" cy="13"/>
          </a:xfrm>
          <a:custGeom>
            <a:pathLst>
              <a:path w="63500" h="13">
                <a:moveTo>
                  <a:pt x="63500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9" name="80">
            <a:extLst>
              <a:ext uri="{FF2B5EF4-FFF2-40B4-BE49-F238E27FC236}">
                <ns2:creationId id="{7D42C7C6-9268-4E64-B730-9218590A9713}"/>
              </a:ext>
            </a:extLst>
          </p:cNvPr>
          <p:cNvSpPr>
            <a:spLocks noGrp="1"/>
          </p:cNvSpPr>
          <p:nvPr/>
        </p:nvSpPr>
        <p:spPr>
          <a:xfrm rot="0">
            <a:off x="1082167" y="6971715"/>
            <a:ext cx="3429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80</a:t>
            </a:r>
          </a:p>
        </p:txBody>
      </p:sp>
      <p:sp>
        <p:nvSpPr>
          <p:cNvPr id="360" name="Dissociation (%)">
            <a:extLst>
              <a:ext uri="{FF2B5EF4-FFF2-40B4-BE49-F238E27FC236}">
                <ns2:creationId id="{DECEB143-F489-4E6E-A45A-16F8B057B9BD}"/>
              </a:ext>
            </a:extLst>
          </p:cNvPr>
          <p:cNvSpPr>
            <a:spLocks noGrp="1"/>
          </p:cNvSpPr>
          <p:nvPr/>
        </p:nvSpPr>
        <p:spPr>
          <a:xfrm rot="-5400000">
            <a:off x="35080" y="7928534"/>
            <a:ext cx="1655762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Dissociation (%)</a:t>
            </a:r>
          </a:p>
        </p:txBody>
      </p:sp>
      <p:sp>
        <p:nvSpPr>
          <p:cNvPr id="361" name="Figure 5 plot object 360">
            <a:extLst>
              <a:ext uri="{FF2B5EF4-FFF2-40B4-BE49-F238E27FC236}">
                <ns2:creationId id="{28C82392-BC7B-4DBD-8FC0-7A673F97E671}"/>
              </a:ext>
            </a:extLst>
          </p:cNvPr>
          <p:cNvSpPr>
            <a:spLocks noGrp="1"/>
          </p:cNvSpPr>
          <p:nvPr/>
        </p:nvSpPr>
        <p:spPr>
          <a:xfrm>
            <a:off x="1876796" y="7341291"/>
            <a:ext cx="383471" cy="2034966"/>
          </a:xfrm>
          <a:custGeom>
            <a:pathLst>
              <a:path w="383471" h="2034966">
                <a:moveTo>
                  <a:pt x="0" y="2034966"/>
                </a:moveTo>
                <a:lnTo>
                  <a:pt x="383471" y="2034966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9C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62" name="Figure 5 plot object 361">
            <a:extLst>
              <a:ext uri="{FF2B5EF4-FFF2-40B4-BE49-F238E27FC236}">
                <ns2:creationId id="{EDBDC4FB-D744-4140-B344-9A93AA132233}"/>
              </a:ext>
            </a:extLst>
          </p:cNvPr>
          <p:cNvSpPr>
            <a:spLocks noGrp="1"/>
          </p:cNvSpPr>
          <p:nvPr/>
        </p:nvSpPr>
        <p:spPr>
          <a:xfrm>
            <a:off x="4132508" y="7515797"/>
            <a:ext cx="383471" cy="1860460"/>
          </a:xfrm>
          <a:custGeom>
            <a:pathLst>
              <a:path w="383471" h="1860460">
                <a:moveTo>
                  <a:pt x="0" y="1860460"/>
                </a:moveTo>
                <a:lnTo>
                  <a:pt x="383471" y="1860460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9C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63" name="Figure 5 plot object 362">
            <a:extLst>
              <a:ext uri="{FF2B5EF4-FFF2-40B4-BE49-F238E27FC236}">
                <ns2:creationId id="{5DCFFDF6-E326-4DD6-B923-E40706856FFD}"/>
              </a:ext>
            </a:extLst>
          </p:cNvPr>
          <p:cNvSpPr>
            <a:spLocks noGrp="1"/>
          </p:cNvSpPr>
          <p:nvPr/>
        </p:nvSpPr>
        <p:spPr>
          <a:xfrm>
            <a:off x="6388220" y="7728809"/>
            <a:ext cx="383471" cy="1647448"/>
          </a:xfrm>
          <a:custGeom>
            <a:pathLst>
              <a:path w="383471" h="1647448">
                <a:moveTo>
                  <a:pt x="0" y="1647448"/>
                </a:moveTo>
                <a:lnTo>
                  <a:pt x="383471" y="1647448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9C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64" name="Figure 5 plot object 363">
            <a:extLst>
              <a:ext uri="{FF2B5EF4-FFF2-40B4-BE49-F238E27FC236}">
                <ns2:creationId id="{FCB905E4-8E51-49BB-9F9C-022748949915}"/>
              </a:ext>
            </a:extLst>
          </p:cNvPr>
          <p:cNvSpPr>
            <a:spLocks noGrp="1"/>
          </p:cNvSpPr>
          <p:nvPr/>
        </p:nvSpPr>
        <p:spPr>
          <a:xfrm>
            <a:off x="8643931" y="7906072"/>
            <a:ext cx="383471" cy="1470185"/>
          </a:xfrm>
          <a:custGeom>
            <a:pathLst>
              <a:path w="383471" h="1470185">
                <a:moveTo>
                  <a:pt x="0" y="1470185"/>
                </a:moveTo>
                <a:lnTo>
                  <a:pt x="383471" y="1470185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9C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65" name="Figure 5 plot object 364">
            <a:extLst>
              <a:ext uri="{FF2B5EF4-FFF2-40B4-BE49-F238E27FC236}">
                <ns2:creationId id="{CDE34282-F726-40F3-997B-59BF9F62C79C}"/>
              </a:ext>
            </a:extLst>
          </p:cNvPr>
          <p:cNvSpPr>
            <a:spLocks noGrp="1"/>
          </p:cNvSpPr>
          <p:nvPr/>
        </p:nvSpPr>
        <p:spPr>
          <a:xfrm>
            <a:off x="10899643" y="8103140"/>
            <a:ext cx="383471" cy="1273118"/>
          </a:xfrm>
          <a:custGeom>
            <a:pathLst>
              <a:path w="383471" h="1273118">
                <a:moveTo>
                  <a:pt x="0" y="1273118"/>
                </a:moveTo>
                <a:lnTo>
                  <a:pt x="383471" y="1273118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9C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66" name="Figure 5 plot object 365">
            <a:extLst>
              <a:ext uri="{FF2B5EF4-FFF2-40B4-BE49-F238E27FC236}">
                <ns2:creationId id="{6F228DB0-1675-49AE-925B-CBB90FF71B51}"/>
              </a:ext>
            </a:extLst>
          </p:cNvPr>
          <p:cNvSpPr>
            <a:spLocks noGrp="1"/>
          </p:cNvSpPr>
          <p:nvPr/>
        </p:nvSpPr>
        <p:spPr>
          <a:xfrm>
            <a:off x="2291847" y="7389702"/>
            <a:ext cx="383471" cy="1986556"/>
          </a:xfrm>
          <a:custGeom>
            <a:pathLst>
              <a:path w="383471" h="1986556">
                <a:moveTo>
                  <a:pt x="0" y="1986556"/>
                </a:moveTo>
                <a:lnTo>
                  <a:pt x="383471" y="1986556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67" name="Figure 5 plot object 366">
            <a:extLst>
              <a:ext uri="{FF2B5EF4-FFF2-40B4-BE49-F238E27FC236}">
                <ns2:creationId id="{B9EA5921-B985-4D65-A799-CDE891A10210}"/>
              </a:ext>
            </a:extLst>
          </p:cNvPr>
          <p:cNvSpPr>
            <a:spLocks noGrp="1"/>
          </p:cNvSpPr>
          <p:nvPr/>
        </p:nvSpPr>
        <p:spPr>
          <a:xfrm>
            <a:off x="4547559" y="7588641"/>
            <a:ext cx="383471" cy="1787616"/>
          </a:xfrm>
          <a:custGeom>
            <a:pathLst>
              <a:path w="383471" h="1787616">
                <a:moveTo>
                  <a:pt x="0" y="1787616"/>
                </a:moveTo>
                <a:lnTo>
                  <a:pt x="383471" y="1787616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68" name="Figure 5 plot object 367">
            <a:extLst>
              <a:ext uri="{FF2B5EF4-FFF2-40B4-BE49-F238E27FC236}">
                <ns2:creationId id="{2DD2A1F1-A5F5-4FA6-90CB-1966AC30B936}"/>
              </a:ext>
            </a:extLst>
          </p:cNvPr>
          <p:cNvSpPr>
            <a:spLocks noGrp="1"/>
          </p:cNvSpPr>
          <p:nvPr/>
        </p:nvSpPr>
        <p:spPr>
          <a:xfrm>
            <a:off x="6803271" y="7776213"/>
            <a:ext cx="383471" cy="1600044"/>
          </a:xfrm>
          <a:custGeom>
            <a:pathLst>
              <a:path w="383471" h="1600044">
                <a:moveTo>
                  <a:pt x="0" y="1600044"/>
                </a:moveTo>
                <a:lnTo>
                  <a:pt x="383471" y="1600044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69" name="Figure 5 plot object 368">
            <a:extLst>
              <a:ext uri="{FF2B5EF4-FFF2-40B4-BE49-F238E27FC236}">
                <ns2:creationId id="{C01A177B-D2AD-4DC7-916F-58FFD21CF604}"/>
              </a:ext>
            </a:extLst>
          </p:cNvPr>
          <p:cNvSpPr>
            <a:spLocks noGrp="1"/>
          </p:cNvSpPr>
          <p:nvPr/>
        </p:nvSpPr>
        <p:spPr>
          <a:xfrm>
            <a:off x="9058982" y="7898419"/>
            <a:ext cx="383471" cy="1477839"/>
          </a:xfrm>
          <a:custGeom>
            <a:pathLst>
              <a:path w="383471" h="1477839">
                <a:moveTo>
                  <a:pt x="0" y="1477839"/>
                </a:moveTo>
                <a:lnTo>
                  <a:pt x="383471" y="1477839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70" name="Figure 5 plot object 369">
            <a:extLst>
              <a:ext uri="{FF2B5EF4-FFF2-40B4-BE49-F238E27FC236}">
                <ns2:creationId id="{5A21B1C4-4B34-45C4-8AC3-FCF874617576}"/>
              </a:ext>
            </a:extLst>
          </p:cNvPr>
          <p:cNvSpPr>
            <a:spLocks noGrp="1"/>
          </p:cNvSpPr>
          <p:nvPr/>
        </p:nvSpPr>
        <p:spPr>
          <a:xfrm>
            <a:off x="11314694" y="8202513"/>
            <a:ext cx="383471" cy="1173745"/>
          </a:xfrm>
          <a:custGeom>
            <a:pathLst>
              <a:path w="383471" h="1173745">
                <a:moveTo>
                  <a:pt x="0" y="1173745"/>
                </a:moveTo>
                <a:lnTo>
                  <a:pt x="383471" y="1173745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71" name="Figure 5 plot object 370">
            <a:extLst>
              <a:ext uri="{FF2B5EF4-FFF2-40B4-BE49-F238E27FC236}">
                <ns2:creationId id="{FD54BBD7-52D6-4DA4-8C05-00564B8AA513}"/>
              </a:ext>
            </a:extLst>
          </p:cNvPr>
          <p:cNvSpPr>
            <a:spLocks noGrp="1"/>
          </p:cNvSpPr>
          <p:nvPr/>
        </p:nvSpPr>
        <p:spPr>
          <a:xfrm>
            <a:off x="2706898" y="9080690"/>
            <a:ext cx="383471" cy="295568"/>
          </a:xfrm>
          <a:custGeom>
            <a:pathLst>
              <a:path w="383471" h="295568">
                <a:moveTo>
                  <a:pt x="0" y="295568"/>
                </a:moveTo>
                <a:lnTo>
                  <a:pt x="383471" y="295568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72" name="Figure 5 plot object 371">
            <a:extLst>
              <a:ext uri="{FF2B5EF4-FFF2-40B4-BE49-F238E27FC236}">
                <ns2:creationId id="{BEA19C59-7BFF-4747-86D1-5C6B99EF766F}"/>
              </a:ext>
            </a:extLst>
          </p:cNvPr>
          <p:cNvSpPr>
            <a:spLocks noGrp="1"/>
          </p:cNvSpPr>
          <p:nvPr/>
        </p:nvSpPr>
        <p:spPr>
          <a:xfrm>
            <a:off x="4962610" y="9147761"/>
            <a:ext cx="383471" cy="228497"/>
          </a:xfrm>
          <a:custGeom>
            <a:pathLst>
              <a:path w="383471" h="228497">
                <a:moveTo>
                  <a:pt x="0" y="228497"/>
                </a:moveTo>
                <a:lnTo>
                  <a:pt x="383471" y="228497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73" name="Figure 5 plot object 372">
            <a:extLst>
              <a:ext uri="{FF2B5EF4-FFF2-40B4-BE49-F238E27FC236}">
                <ns2:creationId id="{4C727113-7246-46E6-8CCD-E8652E990C31}"/>
              </a:ext>
            </a:extLst>
          </p:cNvPr>
          <p:cNvSpPr>
            <a:spLocks noGrp="1"/>
          </p:cNvSpPr>
          <p:nvPr/>
        </p:nvSpPr>
        <p:spPr>
          <a:xfrm>
            <a:off x="7218322" y="9063638"/>
            <a:ext cx="383471" cy="312620"/>
          </a:xfrm>
          <a:custGeom>
            <a:pathLst>
              <a:path w="383471" h="312620">
                <a:moveTo>
                  <a:pt x="0" y="312620"/>
                </a:moveTo>
                <a:lnTo>
                  <a:pt x="383471" y="312620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74" name="Figure 5 plot object 373">
            <a:extLst>
              <a:ext uri="{FF2B5EF4-FFF2-40B4-BE49-F238E27FC236}">
                <ns2:creationId id="{84B90B19-CC7B-4952-A81B-73F0BEFB5A84}"/>
              </a:ext>
            </a:extLst>
          </p:cNvPr>
          <p:cNvSpPr>
            <a:spLocks noGrp="1"/>
          </p:cNvSpPr>
          <p:nvPr/>
        </p:nvSpPr>
        <p:spPr>
          <a:xfrm>
            <a:off x="9474033" y="9170497"/>
            <a:ext cx="383471" cy="205761"/>
          </a:xfrm>
          <a:custGeom>
            <a:pathLst>
              <a:path w="383471" h="205761">
                <a:moveTo>
                  <a:pt x="0" y="205761"/>
                </a:moveTo>
                <a:lnTo>
                  <a:pt x="383471" y="205761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75" name="Figure 5 plot object 374">
            <a:extLst>
              <a:ext uri="{FF2B5EF4-FFF2-40B4-BE49-F238E27FC236}">
                <ns2:creationId id="{F4173165-B633-4238-92F3-BF0BBC730967}"/>
              </a:ext>
            </a:extLst>
          </p:cNvPr>
          <p:cNvSpPr>
            <a:spLocks noGrp="1"/>
          </p:cNvSpPr>
          <p:nvPr/>
        </p:nvSpPr>
        <p:spPr>
          <a:xfrm>
            <a:off x="11729745" y="9151740"/>
            <a:ext cx="383471" cy="224518"/>
          </a:xfrm>
          <a:custGeom>
            <a:pathLst>
              <a:path w="383471" h="224518">
                <a:moveTo>
                  <a:pt x="0" y="224518"/>
                </a:moveTo>
                <a:lnTo>
                  <a:pt x="383471" y="224518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76" name="Figure 5 plot object 375">
            <a:extLst>
              <a:ext uri="{FF2B5EF4-FFF2-40B4-BE49-F238E27FC236}">
                <ns2:creationId id="{4346D0BB-7AD6-47E9-A83C-B9AB00ABB136}"/>
              </a:ext>
            </a:extLst>
          </p:cNvPr>
          <p:cNvSpPr>
            <a:spLocks noGrp="1"/>
          </p:cNvSpPr>
          <p:nvPr/>
        </p:nvSpPr>
        <p:spPr>
          <a:xfrm>
            <a:off x="3121949" y="9065784"/>
            <a:ext cx="383471" cy="310474"/>
          </a:xfrm>
          <a:custGeom>
            <a:pathLst>
              <a:path w="383471" h="310474">
                <a:moveTo>
                  <a:pt x="0" y="310474"/>
                </a:moveTo>
                <a:lnTo>
                  <a:pt x="383471" y="310474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77" name="Figure 5 plot object 376">
            <a:extLst>
              <a:ext uri="{FF2B5EF4-FFF2-40B4-BE49-F238E27FC236}">
                <ns2:creationId id="{EB5D0A46-046E-4A36-BDF2-EE7D423C1B69}"/>
              </a:ext>
            </a:extLst>
          </p:cNvPr>
          <p:cNvSpPr>
            <a:spLocks noGrp="1"/>
          </p:cNvSpPr>
          <p:nvPr/>
        </p:nvSpPr>
        <p:spPr>
          <a:xfrm>
            <a:off x="5377661" y="9147193"/>
            <a:ext cx="383471" cy="229065"/>
          </a:xfrm>
          <a:custGeom>
            <a:pathLst>
              <a:path w="383471" h="229065">
                <a:moveTo>
                  <a:pt x="0" y="229065"/>
                </a:moveTo>
                <a:lnTo>
                  <a:pt x="383471" y="229065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78" name="Figure 5 plot object 377">
            <a:extLst>
              <a:ext uri="{FF2B5EF4-FFF2-40B4-BE49-F238E27FC236}">
                <ns2:creationId id="{A745C3A3-FA20-4EBC-89D1-DD9FB34AF028}"/>
              </a:ext>
            </a:extLst>
          </p:cNvPr>
          <p:cNvSpPr>
            <a:spLocks noGrp="1"/>
          </p:cNvSpPr>
          <p:nvPr/>
        </p:nvSpPr>
        <p:spPr>
          <a:xfrm>
            <a:off x="7633373" y="8068939"/>
            <a:ext cx="383471" cy="1307319"/>
          </a:xfrm>
          <a:custGeom>
            <a:pathLst>
              <a:path w="383471" h="1307319">
                <a:moveTo>
                  <a:pt x="0" y="1307319"/>
                </a:moveTo>
                <a:lnTo>
                  <a:pt x="383471" y="1307319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79" name="Figure 5 plot object 378">
            <a:extLst>
              <a:ext uri="{FF2B5EF4-FFF2-40B4-BE49-F238E27FC236}">
                <ns2:creationId id="{78E7E871-9274-46D0-98DA-1B4BFAE72C38}"/>
              </a:ext>
            </a:extLst>
          </p:cNvPr>
          <p:cNvSpPr>
            <a:spLocks noGrp="1"/>
          </p:cNvSpPr>
          <p:nvPr/>
        </p:nvSpPr>
        <p:spPr>
          <a:xfrm>
            <a:off x="9889084" y="9102857"/>
            <a:ext cx="383471" cy="273400"/>
          </a:xfrm>
          <a:custGeom>
            <a:pathLst>
              <a:path w="383471" h="273400">
                <a:moveTo>
                  <a:pt x="0" y="273400"/>
                </a:moveTo>
                <a:lnTo>
                  <a:pt x="383471" y="273400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80" name="Figure 5 plot object 379">
            <a:extLst>
              <a:ext uri="{FF2B5EF4-FFF2-40B4-BE49-F238E27FC236}">
                <ns2:creationId id="{002F7A92-30EB-478B-BE62-878B55A35563}"/>
              </a:ext>
            </a:extLst>
          </p:cNvPr>
          <p:cNvSpPr>
            <a:spLocks noGrp="1"/>
          </p:cNvSpPr>
          <p:nvPr/>
        </p:nvSpPr>
        <p:spPr>
          <a:xfrm>
            <a:off x="12144796" y="9182718"/>
            <a:ext cx="383471" cy="193540"/>
          </a:xfrm>
          <a:custGeom>
            <a:pathLst>
              <a:path w="383471" h="193540">
                <a:moveTo>
                  <a:pt x="0" y="193540"/>
                </a:moveTo>
                <a:lnTo>
                  <a:pt x="383471" y="193540"/>
                </a:lnTo>
                <a:lnTo>
                  <a:pt x="383471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81" name="Figure 5 plot object 380">
            <a:extLst>
              <a:ext uri="{FF2B5EF4-FFF2-40B4-BE49-F238E27FC236}">
                <ns2:creationId id="{B7721220-47E0-4559-A40A-AE12217D1BBF}"/>
              </a:ext>
            </a:extLst>
          </p:cNvPr>
          <p:cNvSpPr>
            <a:spLocks noGrp="1"/>
          </p:cNvSpPr>
          <p:nvPr/>
        </p:nvSpPr>
        <p:spPr>
          <a:xfrm>
            <a:off x="1450467" y="6903720"/>
            <a:ext cx="13" cy="2472538"/>
          </a:xfrm>
          <a:custGeom>
            <a:pathLst>
              <a:path w="13" h="2472538">
                <a:moveTo>
                  <a:pt x="0" y="2472538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82" name="Figure 5 plot object 381">
            <a:extLst>
              <a:ext uri="{FF2B5EF4-FFF2-40B4-BE49-F238E27FC236}">
                <ns2:creationId id="{43EB16BD-7C89-4C77-97FC-24887BD4E83F}"/>
              </a:ext>
            </a:extLst>
          </p:cNvPr>
          <p:cNvSpPr>
            <a:spLocks noGrp="1"/>
          </p:cNvSpPr>
          <p:nvPr/>
        </p:nvSpPr>
        <p:spPr>
          <a:xfrm>
            <a:off x="13112496" y="6903720"/>
            <a:ext cx="13" cy="2472538"/>
          </a:xfrm>
          <a:custGeom>
            <a:pathLst>
              <a:path w="13" h="2472538">
                <a:moveTo>
                  <a:pt x="0" y="2472538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83" name="Figure 5 plot object 382">
            <a:extLst>
              <a:ext uri="{FF2B5EF4-FFF2-40B4-BE49-F238E27FC236}">
                <ns2:creationId id="{FED0A2A9-F1FE-42A3-BA53-051358DA3D2C}"/>
              </a:ext>
            </a:extLst>
          </p:cNvPr>
          <p:cNvSpPr>
            <a:spLocks noGrp="1"/>
          </p:cNvSpPr>
          <p:nvPr/>
        </p:nvSpPr>
        <p:spPr>
          <a:xfrm>
            <a:off x="1450467" y="9376258"/>
            <a:ext cx="11662029" cy="13"/>
          </a:xfrm>
          <a:custGeom>
            <a:pathLst>
              <a:path w="11662029" h="13">
                <a:moveTo>
                  <a:pt x="0" y="0"/>
                </a:moveTo>
                <a:lnTo>
                  <a:pt x="11662029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84" name="Figure 5 plot object 383">
            <a:extLst>
              <a:ext uri="{FF2B5EF4-FFF2-40B4-BE49-F238E27FC236}">
                <ns2:creationId id="{CBBAC7B4-4592-4DFA-B4E2-FD6EDA4F2526}"/>
              </a:ext>
            </a:extLst>
          </p:cNvPr>
          <p:cNvSpPr>
            <a:spLocks noGrp="1"/>
          </p:cNvSpPr>
          <p:nvPr/>
        </p:nvSpPr>
        <p:spPr>
          <a:xfrm>
            <a:off x="1450467" y="6903720"/>
            <a:ext cx="11662029" cy="13"/>
          </a:xfrm>
          <a:custGeom>
            <a:pathLst>
              <a:path w="11662029" h="13">
                <a:moveTo>
                  <a:pt x="0" y="0"/>
                </a:moveTo>
                <a:lnTo>
                  <a:pt x="11662029" y="0"/>
                </a:lnTo>
              </a:path>
            </a:pathLst>
          </a:cu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85" name="71.6">
            <a:extLst>
              <a:ext uri="{FF2B5EF4-FFF2-40B4-BE49-F238E27FC236}">
                <ns2:creationId id="{9E506ED7-6533-4CBE-911D-A50994983C69}"/>
              </a:ext>
            </a:extLst>
          </p:cNvPr>
          <p:cNvSpPr>
            <a:spLocks noGrp="1"/>
          </p:cNvSpPr>
          <p:nvPr/>
        </p:nvSpPr>
        <p:spPr>
          <a:xfrm rot="0">
            <a:off x="1891526" y="7068251"/>
            <a:ext cx="455612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71.6</a:t>
            </a:r>
          </a:p>
        </p:txBody>
      </p:sp>
      <p:sp>
        <p:nvSpPr>
          <p:cNvPr id="386" name="65.5">
            <a:extLst>
              <a:ext uri="{FF2B5EF4-FFF2-40B4-BE49-F238E27FC236}">
                <ns2:creationId id="{5B5B4CD4-263E-4A29-9E0F-BF33691BE7E5}"/>
              </a:ext>
            </a:extLst>
          </p:cNvPr>
          <p:cNvSpPr>
            <a:spLocks noGrp="1"/>
          </p:cNvSpPr>
          <p:nvPr/>
        </p:nvSpPr>
        <p:spPr>
          <a:xfrm rot="0">
            <a:off x="4146444" y="7242757"/>
            <a:ext cx="4572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65.5</a:t>
            </a:r>
          </a:p>
        </p:txBody>
      </p:sp>
      <p:sp>
        <p:nvSpPr>
          <p:cNvPr id="387" name="58.0">
            <a:extLst>
              <a:ext uri="{FF2B5EF4-FFF2-40B4-BE49-F238E27FC236}">
                <ns2:creationId id="{0E036B7E-46F0-4B6B-8C02-DF07B79F9CFF}"/>
              </a:ext>
            </a:extLst>
          </p:cNvPr>
          <p:cNvSpPr>
            <a:spLocks noGrp="1"/>
          </p:cNvSpPr>
          <p:nvPr/>
        </p:nvSpPr>
        <p:spPr>
          <a:xfrm rot="0">
            <a:off x="6401361" y="7455770"/>
            <a:ext cx="458788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58.0</a:t>
            </a:r>
          </a:p>
        </p:txBody>
      </p:sp>
      <p:sp>
        <p:nvSpPr>
          <p:cNvPr id="388" name="51.7">
            <a:extLst>
              <a:ext uri="{FF2B5EF4-FFF2-40B4-BE49-F238E27FC236}">
                <ns2:creationId id="{B72855C0-3EFA-48F2-B293-6DE7623AA1D7}"/>
              </a:ext>
            </a:extLst>
          </p:cNvPr>
          <p:cNvSpPr>
            <a:spLocks noGrp="1"/>
          </p:cNvSpPr>
          <p:nvPr/>
        </p:nvSpPr>
        <p:spPr>
          <a:xfrm rot="0">
            <a:off x="8658661" y="7633033"/>
            <a:ext cx="455612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51.7</a:t>
            </a:r>
          </a:p>
        </p:txBody>
      </p:sp>
      <p:sp>
        <p:nvSpPr>
          <p:cNvPr id="389" name="44.8">
            <a:extLst>
              <a:ext uri="{FF2B5EF4-FFF2-40B4-BE49-F238E27FC236}">
                <ns2:creationId id="{6DAE4314-7295-42D6-959D-8226A2881178}"/>
              </a:ext>
            </a:extLst>
          </p:cNvPr>
          <p:cNvSpPr>
            <a:spLocks noGrp="1"/>
          </p:cNvSpPr>
          <p:nvPr/>
        </p:nvSpPr>
        <p:spPr>
          <a:xfrm rot="0">
            <a:off x="10913578" y="7830100"/>
            <a:ext cx="4572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44.8</a:t>
            </a:r>
          </a:p>
        </p:txBody>
      </p:sp>
      <p:sp>
        <p:nvSpPr>
          <p:cNvPr id="390" name="69.9">
            <a:extLst>
              <a:ext uri="{FF2B5EF4-FFF2-40B4-BE49-F238E27FC236}">
                <ns2:creationId id="{629D6C33-DB90-4B2A-B0A0-C90850E6263A}"/>
              </a:ext>
            </a:extLst>
          </p:cNvPr>
          <p:cNvSpPr>
            <a:spLocks noGrp="1"/>
          </p:cNvSpPr>
          <p:nvPr/>
        </p:nvSpPr>
        <p:spPr>
          <a:xfrm rot="0">
            <a:off x="2305783" y="7116662"/>
            <a:ext cx="4572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69.9</a:t>
            </a:r>
          </a:p>
        </p:txBody>
      </p:sp>
      <p:sp>
        <p:nvSpPr>
          <p:cNvPr id="391" name="62.9">
            <a:extLst>
              <a:ext uri="{FF2B5EF4-FFF2-40B4-BE49-F238E27FC236}">
                <ns2:creationId id="{4284DC2A-9D5D-4808-A713-C731B1DDB401}"/>
              </a:ext>
            </a:extLst>
          </p:cNvPr>
          <p:cNvSpPr>
            <a:spLocks noGrp="1"/>
          </p:cNvSpPr>
          <p:nvPr/>
        </p:nvSpPr>
        <p:spPr>
          <a:xfrm rot="0">
            <a:off x="4560701" y="7315602"/>
            <a:ext cx="458788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62.9</a:t>
            </a:r>
          </a:p>
        </p:txBody>
      </p:sp>
      <p:sp>
        <p:nvSpPr>
          <p:cNvPr id="392" name="56.3">
            <a:extLst>
              <a:ext uri="{FF2B5EF4-FFF2-40B4-BE49-F238E27FC236}">
                <ns2:creationId id="{1B422B93-58B9-408A-BB3A-F4BC4EAA3C86}"/>
              </a:ext>
            </a:extLst>
          </p:cNvPr>
          <p:cNvSpPr>
            <a:spLocks noGrp="1"/>
          </p:cNvSpPr>
          <p:nvPr/>
        </p:nvSpPr>
        <p:spPr>
          <a:xfrm rot="0">
            <a:off x="6817206" y="7503173"/>
            <a:ext cx="4572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56.3</a:t>
            </a:r>
          </a:p>
        </p:txBody>
      </p:sp>
      <p:sp>
        <p:nvSpPr>
          <p:cNvPr id="393" name="52.0">
            <a:extLst>
              <a:ext uri="{FF2B5EF4-FFF2-40B4-BE49-F238E27FC236}">
                <ns2:creationId id="{ECA9E514-AE52-4838-85CD-01AF3DAEBC5E}"/>
              </a:ext>
            </a:extLst>
          </p:cNvPr>
          <p:cNvSpPr>
            <a:spLocks noGrp="1"/>
          </p:cNvSpPr>
          <p:nvPr/>
        </p:nvSpPr>
        <p:spPr>
          <a:xfrm rot="0">
            <a:off x="9071330" y="7625379"/>
            <a:ext cx="460375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52.0</a:t>
            </a:r>
          </a:p>
        </p:txBody>
      </p:sp>
      <p:sp>
        <p:nvSpPr>
          <p:cNvPr id="394" name="41.3">
            <a:extLst>
              <a:ext uri="{FF2B5EF4-FFF2-40B4-BE49-F238E27FC236}">
                <ns2:creationId id="{19826826-4478-423A-BC99-582E30F500BE}"/>
              </a:ext>
            </a:extLst>
          </p:cNvPr>
          <p:cNvSpPr>
            <a:spLocks noGrp="1"/>
          </p:cNvSpPr>
          <p:nvPr/>
        </p:nvSpPr>
        <p:spPr>
          <a:xfrm rot="0">
            <a:off x="11329423" y="7929473"/>
            <a:ext cx="455612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41.3</a:t>
            </a:r>
          </a:p>
        </p:txBody>
      </p:sp>
      <p:sp>
        <p:nvSpPr>
          <p:cNvPr id="395" name="10.4">
            <a:extLst>
              <a:ext uri="{FF2B5EF4-FFF2-40B4-BE49-F238E27FC236}">
                <ns2:creationId id="{37204861-E826-47B6-8DC8-AF98F04EE5CE}"/>
              </a:ext>
            </a:extLst>
          </p:cNvPr>
          <p:cNvSpPr>
            <a:spLocks noGrp="1"/>
          </p:cNvSpPr>
          <p:nvPr/>
        </p:nvSpPr>
        <p:spPr>
          <a:xfrm rot="0">
            <a:off x="2720834" y="8807650"/>
            <a:ext cx="4572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10.4</a:t>
            </a:r>
          </a:p>
        </p:txBody>
      </p:sp>
      <p:sp>
        <p:nvSpPr>
          <p:cNvPr id="396" name="8.0">
            <a:extLst>
              <a:ext uri="{FF2B5EF4-FFF2-40B4-BE49-F238E27FC236}">
                <ns2:creationId id="{875904E5-3B74-4A6A-9576-CEA5259CB0F7}"/>
              </a:ext>
            </a:extLst>
          </p:cNvPr>
          <p:cNvSpPr>
            <a:spLocks noGrp="1"/>
          </p:cNvSpPr>
          <p:nvPr/>
        </p:nvSpPr>
        <p:spPr>
          <a:xfrm rot="0">
            <a:off x="5026552" y="8874721"/>
            <a:ext cx="357188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8.0</a:t>
            </a:r>
          </a:p>
        </p:txBody>
      </p:sp>
      <p:sp>
        <p:nvSpPr>
          <p:cNvPr id="397" name="11.0">
            <a:extLst>
              <a:ext uri="{FF2B5EF4-FFF2-40B4-BE49-F238E27FC236}">
                <ns2:creationId id="{FF7458D0-260E-43AF-810D-7B3E25F454FA}"/>
              </a:ext>
            </a:extLst>
          </p:cNvPr>
          <p:cNvSpPr>
            <a:spLocks noGrp="1"/>
          </p:cNvSpPr>
          <p:nvPr/>
        </p:nvSpPr>
        <p:spPr>
          <a:xfrm rot="0">
            <a:off x="7237020" y="8790598"/>
            <a:ext cx="447675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11.0</a:t>
            </a:r>
          </a:p>
        </p:txBody>
      </p:sp>
      <p:sp>
        <p:nvSpPr>
          <p:cNvPr id="398" name="7.2">
            <a:extLst>
              <a:ext uri="{FF2B5EF4-FFF2-40B4-BE49-F238E27FC236}">
                <ns2:creationId id="{5BF4F2FE-2D66-4208-A67B-919B7A0CAA32}"/>
              </a:ext>
            </a:extLst>
          </p:cNvPr>
          <p:cNvSpPr>
            <a:spLocks noGrp="1"/>
          </p:cNvSpPr>
          <p:nvPr/>
        </p:nvSpPr>
        <p:spPr>
          <a:xfrm rot="0">
            <a:off x="9537975" y="8897457"/>
            <a:ext cx="357188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7.2</a:t>
            </a:r>
          </a:p>
        </p:txBody>
      </p:sp>
      <p:sp>
        <p:nvSpPr>
          <p:cNvPr id="399" name="7.9">
            <a:extLst>
              <a:ext uri="{FF2B5EF4-FFF2-40B4-BE49-F238E27FC236}">
                <ns2:creationId id="{3B8D07F7-C8D8-4CCF-A1F7-F0DD5191F132}"/>
              </a:ext>
            </a:extLst>
          </p:cNvPr>
          <p:cNvSpPr>
            <a:spLocks noGrp="1"/>
          </p:cNvSpPr>
          <p:nvPr/>
        </p:nvSpPr>
        <p:spPr>
          <a:xfrm rot="0">
            <a:off x="11794480" y="8878700"/>
            <a:ext cx="355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7.9</a:t>
            </a:r>
          </a:p>
        </p:txBody>
      </p:sp>
      <p:sp>
        <p:nvSpPr>
          <p:cNvPr id="400" name="10.9">
            <a:extLst>
              <a:ext uri="{FF2B5EF4-FFF2-40B4-BE49-F238E27FC236}">
                <ns2:creationId id="{2E2745C3-2583-408A-9491-92B046D687CD}"/>
              </a:ext>
            </a:extLst>
          </p:cNvPr>
          <p:cNvSpPr>
            <a:spLocks noGrp="1"/>
          </p:cNvSpPr>
          <p:nvPr/>
        </p:nvSpPr>
        <p:spPr>
          <a:xfrm rot="0">
            <a:off x="3135885" y="8792744"/>
            <a:ext cx="4572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10.9</a:t>
            </a:r>
          </a:p>
        </p:txBody>
      </p:sp>
      <p:sp>
        <p:nvSpPr>
          <p:cNvPr id="401" name="8.1">
            <a:extLst>
              <a:ext uri="{FF2B5EF4-FFF2-40B4-BE49-F238E27FC236}">
                <ns2:creationId id="{53CC6614-786B-448F-86E7-522E0EF51E73}"/>
              </a:ext>
            </a:extLst>
          </p:cNvPr>
          <p:cNvSpPr>
            <a:spLocks noGrp="1"/>
          </p:cNvSpPr>
          <p:nvPr/>
        </p:nvSpPr>
        <p:spPr>
          <a:xfrm rot="0">
            <a:off x="5443190" y="8874153"/>
            <a:ext cx="354013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8.1</a:t>
            </a:r>
          </a:p>
        </p:txBody>
      </p:sp>
      <p:sp>
        <p:nvSpPr>
          <p:cNvPr id="402" name="46.0">
            <a:extLst>
              <a:ext uri="{FF2B5EF4-FFF2-40B4-BE49-F238E27FC236}">
                <ns2:creationId id="{DF814808-6952-4B24-A490-C265C4ED8EDA}"/>
              </a:ext>
            </a:extLst>
          </p:cNvPr>
          <p:cNvSpPr>
            <a:spLocks noGrp="1"/>
          </p:cNvSpPr>
          <p:nvPr/>
        </p:nvSpPr>
        <p:spPr>
          <a:xfrm rot="0">
            <a:off x="7646514" y="7795899"/>
            <a:ext cx="458788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46.0</a:t>
            </a:r>
          </a:p>
        </p:txBody>
      </p:sp>
      <p:sp>
        <p:nvSpPr>
          <p:cNvPr id="403" name="9.6">
            <a:extLst>
              <a:ext uri="{FF2B5EF4-FFF2-40B4-BE49-F238E27FC236}">
                <ns2:creationId id="{BF828507-5337-42AB-BC71-937EE04FC20E}"/>
              </a:ext>
            </a:extLst>
          </p:cNvPr>
          <p:cNvSpPr>
            <a:spLocks noGrp="1"/>
          </p:cNvSpPr>
          <p:nvPr/>
        </p:nvSpPr>
        <p:spPr>
          <a:xfrm rot="0">
            <a:off x="9953820" y="8829818"/>
            <a:ext cx="355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9.6</a:t>
            </a:r>
          </a:p>
        </p:txBody>
      </p:sp>
      <p:sp>
        <p:nvSpPr>
          <p:cNvPr id="404" name="6.8">
            <a:extLst>
              <a:ext uri="{FF2B5EF4-FFF2-40B4-BE49-F238E27FC236}">
                <ns2:creationId id="{F548DF2F-E6E9-407C-BE2A-D34D8C9260D8}"/>
              </a:ext>
            </a:extLst>
          </p:cNvPr>
          <p:cNvSpPr>
            <a:spLocks noGrp="1"/>
          </p:cNvSpPr>
          <p:nvPr/>
        </p:nvSpPr>
        <p:spPr>
          <a:xfrm rot="0">
            <a:off x="12209531" y="8909678"/>
            <a:ext cx="355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6.8</a:t>
            </a:r>
          </a:p>
        </p:txBody>
      </p:sp>
      <p:sp>
        <p:nvSpPr>
          <p:cNvPr id="405" name="Figure 5 plot object 404">
            <a:extLst>
              <a:ext uri="{FF2B5EF4-FFF2-40B4-BE49-F238E27FC236}">
                <ns2:creationId id="{51723292-D412-4269-AC58-B5E10C9F9C4A}"/>
              </a:ext>
            </a:extLst>
          </p:cNvPr>
          <p:cNvSpPr>
            <a:spLocks noGrp="1"/>
          </p:cNvSpPr>
          <p:nvPr/>
        </p:nvSpPr>
        <p:spPr>
          <a:xfrm>
            <a:off x="12460681" y="8766873"/>
            <a:ext cx="296431" cy="327792"/>
          </a:xfrm>
          <a:custGeom>
            <a:pathLst>
              <a:path w="296431" h="327792">
                <a:moveTo>
                  <a:pt x="0" y="0"/>
                </a:moveTo>
                <a:quadBezTo>
                  <a:pt x="148215" y="163896"/>
                  <a:pt x="296431" y="327792"/>
                </a:quadBezTo>
              </a:path>
            </a:pathLst>
          </a:custGeom>
          <a:noFill/>
          <a:ln w="10160">
            <a:solidFill>
              <a:srgbClr val="75838C"/>
            </a:solidFill>
            <a:prstDash val="solid"/>
          </a:ln>
        </p:spPr>
      </p:sp>
      <p:sp>
        <p:nvSpPr>
          <p:cNvPr id="406" name="Source range">
            <a:extLst>
              <a:ext uri="{FF2B5EF4-FFF2-40B4-BE49-F238E27FC236}">
                <ns2:creationId id="{D6B5E18F-CAB5-4B87-814C-363EBC776DEB}"/>
              </a:ext>
            </a:extLst>
          </p:cNvPr>
          <p:cNvSpPr>
            <a:spLocks noGrp="1"/>
          </p:cNvSpPr>
          <p:nvPr/>
        </p:nvSpPr>
        <p:spPr>
          <a:xfrm rot="0">
            <a:off x="11707816" y="8279025"/>
            <a:ext cx="1163638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Source range</a:t>
            </a:r>
          </a:p>
        </p:txBody>
      </p:sp>
      <p:sp>
        <p:nvSpPr>
          <p:cNvPr id="407" name="5.5–9.2%">
            <a:extLst>
              <a:ext uri="{FF2B5EF4-FFF2-40B4-BE49-F238E27FC236}">
                <ns2:creationId id="{855E47CF-735D-4631-BAD1-35FD476010E7}"/>
              </a:ext>
            </a:extLst>
          </p:cNvPr>
          <p:cNvSpPr>
            <a:spLocks noGrp="1"/>
          </p:cNvSpPr>
          <p:nvPr/>
        </p:nvSpPr>
        <p:spPr>
          <a:xfrm rot="0">
            <a:off x="11995280" y="8492188"/>
            <a:ext cx="881063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5.5–9.2%</a:t>
            </a:r>
          </a:p>
        </p:txBody>
      </p:sp>
      <p:sp>
        <p:nvSpPr>
          <p:cNvPr id="408" name="a">
            <a:extLst>
              <a:ext uri="{FF2B5EF4-FFF2-40B4-BE49-F238E27FC236}">
                <ns2:creationId id="{25D1F98B-39A4-4114-AA15-24657EF4D6D1}"/>
              </a:ext>
            </a:extLst>
          </p:cNvPr>
          <p:cNvSpPr>
            <a:spLocks noGrp="1"/>
          </p:cNvSpPr>
          <p:nvPr/>
        </p:nvSpPr>
        <p:spPr>
          <a:xfrm rot="0">
            <a:off x="603504" y="1081027"/>
            <a:ext cx="2540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1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a</a:t>
            </a:r>
          </a:p>
        </p:txBody>
      </p:sp>
      <p:sp>
        <p:nvSpPr>
          <p:cNvPr id="409" name="Evidence coverage gap">
            <a:extLst>
              <a:ext uri="{FF2B5EF4-FFF2-40B4-BE49-F238E27FC236}">
                <ns2:creationId id="{49B68D06-133F-4E68-BE46-D1DA74725987}"/>
              </a:ext>
            </a:extLst>
          </p:cNvPr>
          <p:cNvSpPr>
            <a:spLocks noGrp="1"/>
          </p:cNvSpPr>
          <p:nvPr/>
        </p:nvSpPr>
        <p:spPr>
          <a:xfrm rot="0">
            <a:off x="1450467" y="1109400"/>
            <a:ext cx="2336800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1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Evidence coverage gap</a:t>
            </a:r>
          </a:p>
        </p:txBody>
      </p:sp>
      <p:sp>
        <p:nvSpPr>
          <p:cNvPr id="410" name="b">
            <a:extLst>
              <a:ext uri="{FF2B5EF4-FFF2-40B4-BE49-F238E27FC236}">
                <ns2:creationId id="{AA522243-88A7-4F75-8B3B-6EC8D2612F8F}"/>
              </a:ext>
            </a:extLst>
          </p:cNvPr>
          <p:cNvSpPr>
            <a:spLocks noGrp="1"/>
          </p:cNvSpPr>
          <p:nvPr/>
        </p:nvSpPr>
        <p:spPr>
          <a:xfrm rot="0">
            <a:off x="7183755" y="1081027"/>
            <a:ext cx="268288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1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b</a:t>
            </a:r>
          </a:p>
        </p:txBody>
      </p:sp>
      <p:sp>
        <p:nvSpPr>
          <p:cNvPr id="411" name="Error reversal across regimes">
            <a:extLst>
              <a:ext uri="{FF2B5EF4-FFF2-40B4-BE49-F238E27FC236}">
                <ns2:creationId id="{39919206-66C3-4E23-A381-EE9706D4E556}"/>
              </a:ext>
            </a:extLst>
          </p:cNvPr>
          <p:cNvSpPr>
            <a:spLocks noGrp="1"/>
          </p:cNvSpPr>
          <p:nvPr/>
        </p:nvSpPr>
        <p:spPr>
          <a:xfrm rot="0">
            <a:off x="8030718" y="1109400"/>
            <a:ext cx="2992437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1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Error reversal across regimes</a:t>
            </a:r>
          </a:p>
        </p:txBody>
      </p:sp>
      <p:sp>
        <p:nvSpPr>
          <p:cNvPr id="412" name="c">
            <a:extLst>
              <a:ext uri="{FF2B5EF4-FFF2-40B4-BE49-F238E27FC236}">
                <ns2:creationId id="{3173DBDC-2FE2-4CFD-8865-E0E4F9111991}"/>
              </a:ext>
            </a:extLst>
          </p:cNvPr>
          <p:cNvSpPr>
            <a:spLocks noGrp="1"/>
          </p:cNvSpPr>
          <p:nvPr/>
        </p:nvSpPr>
        <p:spPr>
          <a:xfrm rot="0">
            <a:off x="603504" y="6159239"/>
            <a:ext cx="239712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1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c</a:t>
            </a:r>
          </a:p>
        </p:txBody>
      </p:sp>
      <p:sp>
        <p:nvSpPr>
          <p:cNvPr id="413" name="Original forecasts at the most dilute condition">
            <a:extLst>
              <a:ext uri="{FF2B5EF4-FFF2-40B4-BE49-F238E27FC236}">
                <ns2:creationId id="{B8D240CD-BB7E-4D5D-88DB-D5666237B57D}"/>
              </a:ext>
            </a:extLst>
          </p:cNvPr>
          <p:cNvSpPr>
            <a:spLocks noGrp="1"/>
          </p:cNvSpPr>
          <p:nvPr/>
        </p:nvSpPr>
        <p:spPr>
          <a:xfrm rot="0">
            <a:off x="1450467" y="6187612"/>
            <a:ext cx="4576763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1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Original forecasts at the most dilute condition</a:t>
            </a:r>
          </a:p>
        </p:txBody>
      </p:sp>
      <p:sp>
        <p:nvSpPr>
          <p:cNvPr id="414" name="13.3 µM">
            <a:extLst>
              <a:ext uri="{FF2B5EF4-FFF2-40B4-BE49-F238E27FC236}">
                <ns2:creationId id="{D4EFB1D1-201C-493F-B0B4-801D6AFA5340}"/>
              </a:ext>
            </a:extLst>
          </p:cNvPr>
          <p:cNvSpPr>
            <a:spLocks noGrp="1"/>
          </p:cNvSpPr>
          <p:nvPr/>
        </p:nvSpPr>
        <p:spPr>
          <a:xfrm rot="0">
            <a:off x="12320334" y="6187612"/>
            <a:ext cx="906462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13.3 µM</a:t>
            </a:r>
          </a:p>
        </p:txBody>
      </p:sp>
      <p:sp>
        <p:nvSpPr>
          <p:cNvPr id="415" name="12 withheld queries: mean ± SD across 5 worlds">
            <a:extLst>
              <a:ext uri="{FF2B5EF4-FFF2-40B4-BE49-F238E27FC236}">
                <ns2:creationId id="{2F7276FF-A7A9-4030-8B7A-6A64DCADDADB}"/>
              </a:ext>
            </a:extLst>
          </p:cNvPr>
          <p:cNvSpPr>
            <a:spLocks noGrp="1"/>
          </p:cNvSpPr>
          <p:nvPr/>
        </p:nvSpPr>
        <p:spPr>
          <a:xfrm rot="0">
            <a:off x="1450467" y="1438859"/>
            <a:ext cx="40259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12 withheld queries: mean ± SD across 5 worlds</a:t>
            </a:r>
          </a:p>
        </p:txBody>
      </p:sp>
      <p:sp>
        <p:nvSpPr>
          <p:cNvPr id="416" name="Bars: mean ± SD; dots: 5 worlds">
            <a:extLst>
              <a:ext uri="{FF2B5EF4-FFF2-40B4-BE49-F238E27FC236}">
                <ns2:creationId id="{3EE73C60-7689-4FFA-B09D-BAC71039B7BF}"/>
              </a:ext>
            </a:extLst>
          </p:cNvPr>
          <p:cNvSpPr>
            <a:spLocks noGrp="1"/>
          </p:cNvSpPr>
          <p:nvPr/>
        </p:nvSpPr>
        <p:spPr>
          <a:xfrm rot="0">
            <a:off x="8030718" y="1438859"/>
            <a:ext cx="2746375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Bars: mean ± SD; dots: 5 worlds</a:t>
            </a:r>
          </a:p>
        </p:txBody>
      </p:sp>
      <p:sp>
        <p:nvSpPr>
          <p:cNvPr id="417" name="Figure 5 plot object 416">
            <a:extLst>
              <a:ext uri="{FF2B5EF4-FFF2-40B4-BE49-F238E27FC236}">
                <ns2:creationId id="{D34D0319-687E-4C31-9EF2-FF650B2E9DF4}"/>
              </a:ext>
            </a:extLst>
          </p:cNvPr>
          <p:cNvSpPr>
            <a:spLocks noGrp="1"/>
          </p:cNvSpPr>
          <p:nvPr/>
        </p:nvSpPr>
        <p:spPr>
          <a:xfrm>
            <a:off x="8711438" y="5574408"/>
            <a:ext cx="243840" cy="142240"/>
          </a:xfrm>
          <a:custGeom>
            <a:pathLst>
              <a:path w="243840" h="142240">
                <a:moveTo>
                  <a:pt x="0" y="142240"/>
                </a:moveTo>
                <a:lnTo>
                  <a:pt x="243840" y="142240"/>
                </a:lnTo>
                <a:lnTo>
                  <a:pt x="243840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2700">
            <a:noFill/>
            <a:prstDash val="solid"/>
          </a:ln>
        </p:spPr>
      </p:sp>
      <p:sp>
        <p:nvSpPr>
          <p:cNvPr id="418" name="Opaque">
            <a:extLst>
              <a:ext uri="{FF2B5EF4-FFF2-40B4-BE49-F238E27FC236}">
                <ns2:creationId id="{683E46C6-9A3C-4A47-99AF-FD22C89D8735}"/>
              </a:ext>
            </a:extLst>
          </p:cNvPr>
          <p:cNvSpPr>
            <a:spLocks noGrp="1"/>
          </p:cNvSpPr>
          <p:nvPr/>
        </p:nvSpPr>
        <p:spPr>
          <a:xfrm rot="0">
            <a:off x="9036558" y="5529704"/>
            <a:ext cx="731838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Opaque</a:t>
            </a:r>
          </a:p>
        </p:txBody>
      </p:sp>
      <p:sp>
        <p:nvSpPr>
          <p:cNvPr id="419" name="Figure 5 plot object 418">
            <a:extLst>
              <a:ext uri="{FF2B5EF4-FFF2-40B4-BE49-F238E27FC236}">
                <ns2:creationId id="{4D9EFE6F-4726-4F36-9D34-9D07E8726216}"/>
              </a:ext>
            </a:extLst>
          </p:cNvPr>
          <p:cNvSpPr>
            <a:spLocks noGrp="1"/>
          </p:cNvSpPr>
          <p:nvPr/>
        </p:nvSpPr>
        <p:spPr>
          <a:xfrm>
            <a:off x="9912350" y="5574408"/>
            <a:ext cx="243840" cy="142240"/>
          </a:xfrm>
          <a:custGeom>
            <a:pathLst>
              <a:path w="243840" h="142240">
                <a:moveTo>
                  <a:pt x="0" y="142240"/>
                </a:moveTo>
                <a:lnTo>
                  <a:pt x="243840" y="142240"/>
                </a:lnTo>
                <a:lnTo>
                  <a:pt x="243840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2700">
            <a:noFill/>
            <a:prstDash val="solid"/>
          </a:ln>
        </p:spPr>
      </p:sp>
      <p:sp>
        <p:nvSpPr>
          <p:cNvPr id="420" name="Aligned">
            <a:extLst>
              <a:ext uri="{FF2B5EF4-FFF2-40B4-BE49-F238E27FC236}">
                <ns2:creationId id="{1FF14C9E-9658-4007-A09F-62EC21F56B67}"/>
              </a:ext>
            </a:extLst>
          </p:cNvPr>
          <p:cNvSpPr>
            <a:spLocks noGrp="1"/>
          </p:cNvSpPr>
          <p:nvPr/>
        </p:nvSpPr>
        <p:spPr>
          <a:xfrm rot="0">
            <a:off x="10237470" y="5529704"/>
            <a:ext cx="754062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Aligned</a:t>
            </a:r>
          </a:p>
        </p:txBody>
      </p:sp>
      <p:sp>
        <p:nvSpPr>
          <p:cNvPr id="421" name="Figure 5 plot object 420">
            <a:extLst>
              <a:ext uri="{FF2B5EF4-FFF2-40B4-BE49-F238E27FC236}">
                <ns2:creationId id="{9C22F486-AA9B-422C-9089-67B0F534AEE8}"/>
              </a:ext>
            </a:extLst>
          </p:cNvPr>
          <p:cNvSpPr>
            <a:spLocks noGrp="1"/>
          </p:cNvSpPr>
          <p:nvPr/>
        </p:nvSpPr>
        <p:spPr>
          <a:xfrm>
            <a:off x="11135963" y="5574408"/>
            <a:ext cx="243840" cy="142240"/>
          </a:xfrm>
          <a:custGeom>
            <a:pathLst>
              <a:path w="243840" h="142240">
                <a:moveTo>
                  <a:pt x="0" y="142240"/>
                </a:moveTo>
                <a:lnTo>
                  <a:pt x="243840" y="142240"/>
                </a:lnTo>
                <a:lnTo>
                  <a:pt x="243840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2700">
            <a:noFill/>
            <a:prstDash val="solid"/>
          </a:ln>
        </p:spPr>
      </p:sp>
      <p:sp>
        <p:nvSpPr>
          <p:cNvPr id="422" name="MisIndexed">
            <a:extLst>
              <a:ext uri="{FF2B5EF4-FFF2-40B4-BE49-F238E27FC236}">
                <ns2:creationId id="{0A9E38C8-EA76-467E-ACA2-3433051DACA3}"/>
              </a:ext>
            </a:extLst>
          </p:cNvPr>
          <p:cNvSpPr>
            <a:spLocks noGrp="1"/>
          </p:cNvSpPr>
          <p:nvPr/>
        </p:nvSpPr>
        <p:spPr>
          <a:xfrm rot="0">
            <a:off x="11461083" y="5529704"/>
            <a:ext cx="1068388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MisIndexed</a:t>
            </a:r>
          </a:p>
        </p:txBody>
      </p:sp>
      <p:sp>
        <p:nvSpPr>
          <p:cNvPr id="423" name="Figure 5 plot object 422">
            <a:extLst>
              <a:ext uri="{FF2B5EF4-FFF2-40B4-BE49-F238E27FC236}">
                <ns2:creationId id="{F50AA031-5176-4E25-8F73-63B6EEC23D4E}"/>
              </a:ext>
            </a:extLst>
          </p:cNvPr>
          <p:cNvSpPr>
            <a:spLocks noGrp="1"/>
          </p:cNvSpPr>
          <p:nvPr/>
        </p:nvSpPr>
        <p:spPr>
          <a:xfrm>
            <a:off x="3729788" y="10060894"/>
            <a:ext cx="297180" cy="160020"/>
          </a:xfrm>
          <a:custGeom>
            <a:pathLst>
              <a:path w="297180" h="160020">
                <a:moveTo>
                  <a:pt x="0" y="160020"/>
                </a:moveTo>
                <a:lnTo>
                  <a:pt x="297180" y="160020"/>
                </a:lnTo>
                <a:lnTo>
                  <a:pt x="297180" y="0"/>
                </a:lnTo>
                <a:lnTo>
                  <a:pt x="0" y="0"/>
                </a:lnTo>
                <a:close/>
              </a:path>
            </a:pathLst>
          </a:custGeom>
          <a:solidFill>
            <a:srgbClr val="BFC9CF"/>
          </a:solidFill>
          <a:ln w="12700">
            <a:noFill/>
            <a:prstDash val="solid"/>
          </a:ln>
        </p:spPr>
      </p:sp>
      <p:sp>
        <p:nvSpPr>
          <p:cNvPr id="424" name="Withheld reference">
            <a:extLst>
              <a:ext uri="{FF2B5EF4-FFF2-40B4-BE49-F238E27FC236}">
                <ns2:creationId id="{10AA5091-9DBC-422E-B4F8-5493C48DEE5A}"/>
              </a:ext>
            </a:extLst>
          </p:cNvPr>
          <p:cNvSpPr>
            <a:spLocks noGrp="1"/>
          </p:cNvSpPr>
          <p:nvPr/>
        </p:nvSpPr>
        <p:spPr>
          <a:xfrm rot="0">
            <a:off x="4141268" y="10010602"/>
            <a:ext cx="1865312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Withheld reference</a:t>
            </a:r>
          </a:p>
        </p:txBody>
      </p:sp>
      <p:sp>
        <p:nvSpPr>
          <p:cNvPr id="425" name="Figure 5 plot object 424">
            <a:extLst>
              <a:ext uri="{FF2B5EF4-FFF2-40B4-BE49-F238E27FC236}">
                <ns2:creationId id="{68EB22F7-406E-4737-A106-05090D66E1A4}"/>
              </a:ext>
            </a:extLst>
          </p:cNvPr>
          <p:cNvSpPr>
            <a:spLocks noGrp="1"/>
          </p:cNvSpPr>
          <p:nvPr/>
        </p:nvSpPr>
        <p:spPr>
          <a:xfrm>
            <a:off x="6301466" y="10060894"/>
            <a:ext cx="297180" cy="160020"/>
          </a:xfrm>
          <a:custGeom>
            <a:pathLst>
              <a:path w="297180" h="160020">
                <a:moveTo>
                  <a:pt x="0" y="160020"/>
                </a:moveTo>
                <a:lnTo>
                  <a:pt x="297180" y="160020"/>
                </a:lnTo>
                <a:lnTo>
                  <a:pt x="297180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12700">
            <a:noFill/>
            <a:prstDash val="solid"/>
          </a:ln>
        </p:spPr>
      </p:sp>
      <p:sp>
        <p:nvSpPr>
          <p:cNvPr id="426" name="Opaque">
            <a:extLst>
              <a:ext uri="{FF2B5EF4-FFF2-40B4-BE49-F238E27FC236}">
                <ns2:creationId id="{51FC32FD-0C25-49C1-8642-D0DFCD86EB47}"/>
              </a:ext>
            </a:extLst>
          </p:cNvPr>
          <p:cNvSpPr>
            <a:spLocks noGrp="1"/>
          </p:cNvSpPr>
          <p:nvPr/>
        </p:nvSpPr>
        <p:spPr>
          <a:xfrm rot="0">
            <a:off x="6712946" y="10010602"/>
            <a:ext cx="827088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Opaque</a:t>
            </a:r>
          </a:p>
        </p:txBody>
      </p:sp>
      <p:sp>
        <p:nvSpPr>
          <p:cNvPr id="427" name="Figure 5 plot object 426">
            <a:extLst>
              <a:ext uri="{FF2B5EF4-FFF2-40B4-BE49-F238E27FC236}">
                <ns2:creationId id="{3E5A8946-69D6-4DBE-B4A0-83F76237A76D}"/>
              </a:ext>
            </a:extLst>
          </p:cNvPr>
          <p:cNvSpPr>
            <a:spLocks noGrp="1"/>
          </p:cNvSpPr>
          <p:nvPr/>
        </p:nvSpPr>
        <p:spPr>
          <a:xfrm>
            <a:off x="7835372" y="10060894"/>
            <a:ext cx="297180" cy="160020"/>
          </a:xfrm>
          <a:custGeom>
            <a:pathLst>
              <a:path w="297180" h="160020">
                <a:moveTo>
                  <a:pt x="0" y="160020"/>
                </a:moveTo>
                <a:lnTo>
                  <a:pt x="297180" y="160020"/>
                </a:lnTo>
                <a:lnTo>
                  <a:pt x="297180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12700">
            <a:noFill/>
            <a:prstDash val="solid"/>
          </a:ln>
        </p:spPr>
      </p:sp>
      <p:sp>
        <p:nvSpPr>
          <p:cNvPr id="428" name="Aligned">
            <a:extLst>
              <a:ext uri="{FF2B5EF4-FFF2-40B4-BE49-F238E27FC236}">
                <ns2:creationId id="{FD4EDCE4-4E87-4016-A0E4-AD1F30956319}"/>
              </a:ext>
            </a:extLst>
          </p:cNvPr>
          <p:cNvSpPr>
            <a:spLocks noGrp="1"/>
          </p:cNvSpPr>
          <p:nvPr/>
        </p:nvSpPr>
        <p:spPr>
          <a:xfrm rot="0">
            <a:off x="8246852" y="10010602"/>
            <a:ext cx="849312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Aligned</a:t>
            </a:r>
          </a:p>
        </p:txBody>
      </p:sp>
      <p:sp>
        <p:nvSpPr>
          <p:cNvPr id="429" name="Figure 5 plot object 428">
            <a:extLst>
              <a:ext uri="{FF2B5EF4-FFF2-40B4-BE49-F238E27FC236}">
                <ns2:creationId id="{2099CDE8-DBCD-4428-A479-E0DF5E2383DD}"/>
              </a:ext>
            </a:extLst>
          </p:cNvPr>
          <p:cNvSpPr>
            <a:spLocks noGrp="1"/>
          </p:cNvSpPr>
          <p:nvPr/>
        </p:nvSpPr>
        <p:spPr>
          <a:xfrm>
            <a:off x="9394817" y="10060894"/>
            <a:ext cx="297180" cy="160020"/>
          </a:xfrm>
          <a:custGeom>
            <a:pathLst>
              <a:path w="297180" h="160020">
                <a:moveTo>
                  <a:pt x="0" y="160020"/>
                </a:moveTo>
                <a:lnTo>
                  <a:pt x="297180" y="160020"/>
                </a:lnTo>
                <a:lnTo>
                  <a:pt x="297180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12700">
            <a:noFill/>
            <a:prstDash val="solid"/>
          </a:ln>
        </p:spPr>
      </p:sp>
      <p:sp>
        <p:nvSpPr>
          <p:cNvPr id="430" name="MisIndexed">
            <a:extLst>
              <a:ext uri="{FF2B5EF4-FFF2-40B4-BE49-F238E27FC236}">
                <ns2:creationId id="{61C9AF1A-F551-46FC-8297-1BC85D59255D}"/>
              </a:ext>
            </a:extLst>
          </p:cNvPr>
          <p:cNvSpPr>
            <a:spLocks noGrp="1"/>
          </p:cNvSpPr>
          <p:nvPr/>
        </p:nvSpPr>
        <p:spPr>
          <a:xfrm rot="0">
            <a:off x="9806297" y="10010602"/>
            <a:ext cx="1204913" cy="308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MisIndexed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5" name="Figure 6 plot object 0"/>
          <p:cNvSpPr>
            <a:spLocks noGrp="1"/>
          </p:cNvSpPr>
          <p:nvPr/>
        </p:nvSpPr>
        <p:spPr>
          <a:xfrm>
            <a:off x="342900" y="769925"/>
            <a:ext cx="13030200" cy="9890151"/>
          </a:xfrm>
          <a:custGeom>
            <a:avLst/>
            <a:gdLst/>
            <a:ahLst/>
            <a:cxnLst/>
            <a:pathLst>
              <a:path w="13030200" h="9890151">
                <a:moveTo>
                  <a:pt x="0" y="9890151"/>
                </a:moveTo>
                <a:lnTo>
                  <a:pt x="13030200" y="9890151"/>
                </a:lnTo>
                <a:lnTo>
                  <a:pt x="13030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2" name="Figure 6 plot object 1"/>
          <p:cNvSpPr>
            <a:spLocks noGrp="1"/>
          </p:cNvSpPr>
          <p:nvPr/>
        </p:nvSpPr>
        <p:spPr>
          <a:xfrm>
            <a:off x="2814806" y="1757284"/>
            <a:ext cx="3884111" cy="3131813"/>
          </a:xfrm>
          <a:custGeom>
            <a:avLst/>
            <a:gdLst/>
            <a:ahLst/>
            <a:cxnLst/>
            <a:pathLst>
              <a:path w="3884111" h="3131813">
                <a:moveTo>
                  <a:pt x="0" y="3131813"/>
                </a:moveTo>
                <a:lnTo>
                  <a:pt x="3884111" y="3131813"/>
                </a:lnTo>
                <a:lnTo>
                  <a:pt x="388411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3" name="Figure 6 plot object 2"/>
          <p:cNvSpPr>
            <a:spLocks noGrp="1"/>
          </p:cNvSpPr>
          <p:nvPr/>
        </p:nvSpPr>
        <p:spPr>
          <a:xfrm>
            <a:off x="2814806" y="1979424"/>
            <a:ext cx="3827168" cy="356881"/>
          </a:xfrm>
          <a:custGeom>
            <a:avLst/>
            <a:gdLst/>
            <a:ahLst/>
            <a:cxnLst/>
            <a:pathLst>
              <a:path w="3827168" h="356881">
                <a:moveTo>
                  <a:pt x="0" y="356881"/>
                </a:moveTo>
                <a:lnTo>
                  <a:pt x="3827168" y="356881"/>
                </a:lnTo>
                <a:lnTo>
                  <a:pt x="3827168" y="0"/>
                </a:lnTo>
                <a:lnTo>
                  <a:pt x="0" y="0"/>
                </a:lnTo>
                <a:close/>
              </a:path>
            </a:pathLst>
          </a:custGeom>
          <a:solidFill>
            <a:srgbClr val="92A0AA"/>
          </a:solidFill>
          <a:ln w="25572">
            <a:noFill/>
            <a:prstDash val="solid"/>
          </a:ln>
        </p:spPr>
      </p:sp>
      <p:sp>
        <p:nvSpPr>
          <p:cNvPr id="4" name="Figure 6 plot object 3"/>
          <p:cNvSpPr>
            <a:spLocks noGrp="1"/>
          </p:cNvSpPr>
          <p:nvPr/>
        </p:nvSpPr>
        <p:spPr>
          <a:xfrm>
            <a:off x="2814806" y="2707752"/>
            <a:ext cx="3826164" cy="356881"/>
          </a:xfrm>
          <a:custGeom>
            <a:avLst/>
            <a:gdLst/>
            <a:ahLst/>
            <a:cxnLst/>
            <a:pathLst>
              <a:path w="3826164" h="356881">
                <a:moveTo>
                  <a:pt x="0" y="356881"/>
                </a:moveTo>
                <a:lnTo>
                  <a:pt x="3826164" y="356881"/>
                </a:lnTo>
                <a:lnTo>
                  <a:pt x="3826164" y="0"/>
                </a:lnTo>
                <a:lnTo>
                  <a:pt x="0" y="0"/>
                </a:lnTo>
                <a:close/>
              </a:path>
            </a:pathLst>
          </a:custGeom>
          <a:solidFill>
            <a:srgbClr val="CDD5DA"/>
          </a:solidFill>
          <a:ln w="25572">
            <a:noFill/>
            <a:prstDash val="solid"/>
          </a:ln>
        </p:spPr>
      </p:sp>
      <p:sp>
        <p:nvSpPr>
          <p:cNvPr id="5" name="Figure 6 plot object 4"/>
          <p:cNvSpPr>
            <a:spLocks noGrp="1"/>
          </p:cNvSpPr>
          <p:nvPr/>
        </p:nvSpPr>
        <p:spPr>
          <a:xfrm>
            <a:off x="2814806" y="3618163"/>
            <a:ext cx="3633349" cy="356881"/>
          </a:xfrm>
          <a:custGeom>
            <a:avLst/>
            <a:gdLst/>
            <a:ahLst/>
            <a:cxnLst/>
            <a:pathLst>
              <a:path w="3633349" h="356881">
                <a:moveTo>
                  <a:pt x="0" y="356881"/>
                </a:moveTo>
                <a:lnTo>
                  <a:pt x="3633349" y="356881"/>
                </a:lnTo>
                <a:lnTo>
                  <a:pt x="3633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6" name="Figure 6 plot object 5"/>
          <p:cNvSpPr>
            <a:spLocks noGrp="1"/>
          </p:cNvSpPr>
          <p:nvPr/>
        </p:nvSpPr>
        <p:spPr>
          <a:xfrm>
            <a:off x="2814806" y="4346492"/>
            <a:ext cx="3685763" cy="356881"/>
          </a:xfrm>
          <a:custGeom>
            <a:avLst/>
            <a:gdLst/>
            <a:ahLst/>
            <a:cxnLst/>
            <a:pathLst>
              <a:path w="3685763" h="356881">
                <a:moveTo>
                  <a:pt x="0" y="356881"/>
                </a:moveTo>
                <a:lnTo>
                  <a:pt x="3685763" y="356881"/>
                </a:lnTo>
                <a:lnTo>
                  <a:pt x="3685763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7" name="Figure 6 plot object 6"/>
          <p:cNvSpPr>
            <a:spLocks noGrp="1"/>
          </p:cNvSpPr>
          <p:nvPr/>
        </p:nvSpPr>
        <p:spPr>
          <a:xfrm>
            <a:off x="2814806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" name="0"/>
          <p:cNvSpPr>
            <a:spLocks noGrp="1"/>
          </p:cNvSpPr>
          <p:nvPr/>
        </p:nvSpPr>
        <p:spPr>
          <a:xfrm>
            <a:off x="2757269" y="5128607"/>
            <a:ext cx="21735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" name="Figure 6 plot object 8"/>
          <p:cNvSpPr>
            <a:spLocks noGrp="1"/>
          </p:cNvSpPr>
          <p:nvPr/>
        </p:nvSpPr>
        <p:spPr>
          <a:xfrm>
            <a:off x="3785833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0" name="25"/>
          <p:cNvSpPr>
            <a:spLocks noGrp="1"/>
          </p:cNvSpPr>
          <p:nvPr/>
        </p:nvSpPr>
        <p:spPr>
          <a:xfrm>
            <a:off x="3673957" y="5128607"/>
            <a:ext cx="32603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25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" name="Figure 6 plot object 10"/>
          <p:cNvSpPr>
            <a:spLocks noGrp="1"/>
          </p:cNvSpPr>
          <p:nvPr/>
        </p:nvSpPr>
        <p:spPr>
          <a:xfrm>
            <a:off x="4756861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2" name="50"/>
          <p:cNvSpPr>
            <a:spLocks noGrp="1"/>
          </p:cNvSpPr>
          <p:nvPr/>
        </p:nvSpPr>
        <p:spPr>
          <a:xfrm>
            <a:off x="4643387" y="5128607"/>
            <a:ext cx="32923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50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" name="Figure 6 plot object 12"/>
          <p:cNvSpPr>
            <a:spLocks noGrp="1"/>
          </p:cNvSpPr>
          <p:nvPr/>
        </p:nvSpPr>
        <p:spPr>
          <a:xfrm>
            <a:off x="5727889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4" name="75"/>
          <p:cNvSpPr>
            <a:spLocks noGrp="1"/>
          </p:cNvSpPr>
          <p:nvPr/>
        </p:nvSpPr>
        <p:spPr>
          <a:xfrm>
            <a:off x="5616013" y="5128607"/>
            <a:ext cx="32603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75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" name="Figure 6 plot object 14"/>
          <p:cNvSpPr>
            <a:spLocks noGrp="1"/>
          </p:cNvSpPr>
          <p:nvPr/>
        </p:nvSpPr>
        <p:spPr>
          <a:xfrm>
            <a:off x="6698917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6" name="100"/>
          <p:cNvSpPr>
            <a:spLocks noGrp="1"/>
          </p:cNvSpPr>
          <p:nvPr/>
        </p:nvSpPr>
        <p:spPr>
          <a:xfrm>
            <a:off x="6526308" y="5128607"/>
            <a:ext cx="44750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100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" name="Mean crystal purity (%)"/>
          <p:cNvSpPr>
            <a:spLocks noGrp="1"/>
          </p:cNvSpPr>
          <p:nvPr/>
        </p:nvSpPr>
        <p:spPr>
          <a:xfrm>
            <a:off x="3711619" y="5420476"/>
            <a:ext cx="221805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Mean crystal purity (%)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" name="Figure 6 plot object 17"/>
          <p:cNvSpPr>
            <a:spLocks noGrp="1"/>
          </p:cNvSpPr>
          <p:nvPr/>
        </p:nvSpPr>
        <p:spPr>
          <a:xfrm>
            <a:off x="2814806" y="1757284"/>
            <a:ext cx="26" cy="3131813"/>
          </a:xfrm>
          <a:custGeom>
            <a:avLst/>
            <a:gdLst/>
            <a:ahLst/>
            <a:cxnLst/>
            <a:pathLst>
              <a:path w="26" h="3131813">
                <a:moveTo>
                  <a:pt x="0" y="3131813"/>
                </a:moveTo>
                <a:lnTo>
                  <a:pt x="0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19" name="Figure 6 plot object 18"/>
          <p:cNvSpPr>
            <a:spLocks noGrp="1"/>
          </p:cNvSpPr>
          <p:nvPr/>
        </p:nvSpPr>
        <p:spPr>
          <a:xfrm>
            <a:off x="2814806" y="4889097"/>
            <a:ext cx="3884111" cy="26"/>
          </a:xfrm>
          <a:custGeom>
            <a:avLst/>
            <a:gdLst/>
            <a:ahLst/>
            <a:cxnLst/>
            <a:pathLst>
              <a:path w="3884111" h="26">
                <a:moveTo>
                  <a:pt x="0" y="0"/>
                </a:moveTo>
                <a:lnTo>
                  <a:pt x="3884111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20" name="Research observations"/>
          <p:cNvSpPr>
            <a:spLocks noGrp="1"/>
          </p:cNvSpPr>
          <p:nvPr/>
        </p:nvSpPr>
        <p:spPr>
          <a:xfrm>
            <a:off x="510516" y="1890736"/>
            <a:ext cx="221996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Research observations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1" name="30 campaigns"/>
          <p:cNvSpPr>
            <a:spLocks noGrp="1"/>
          </p:cNvSpPr>
          <p:nvPr/>
        </p:nvSpPr>
        <p:spPr>
          <a:xfrm>
            <a:off x="1329065" y="2151951"/>
            <a:ext cx="138087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30 campaigns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2" name="98.53%"/>
          <p:cNvSpPr>
            <a:spLocks noGrp="1"/>
          </p:cNvSpPr>
          <p:nvPr/>
        </p:nvSpPr>
        <p:spPr>
          <a:xfrm>
            <a:off x="5867463" y="2022542"/>
            <a:ext cx="79911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98.53%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3" name="Blind-test reference"/>
          <p:cNvSpPr>
            <a:spLocks noGrp="1"/>
          </p:cNvSpPr>
          <p:nvPr/>
        </p:nvSpPr>
        <p:spPr>
          <a:xfrm>
            <a:off x="828947" y="2619065"/>
            <a:ext cx="188341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Blind-test reference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4" name="30 campaigns"/>
          <p:cNvSpPr>
            <a:spLocks noGrp="1"/>
          </p:cNvSpPr>
          <p:nvPr/>
        </p:nvSpPr>
        <p:spPr>
          <a:xfrm>
            <a:off x="1329065" y="2880280"/>
            <a:ext cx="138087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30 campaigns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5" name="98.51%"/>
          <p:cNvSpPr>
            <a:spLocks noGrp="1"/>
          </p:cNvSpPr>
          <p:nvPr/>
        </p:nvSpPr>
        <p:spPr>
          <a:xfrm>
            <a:off x="5866459" y="2750871"/>
            <a:ext cx="79911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98.51%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6" name="Agent: 12 batches"/>
          <p:cNvSpPr>
            <a:spLocks noGrp="1"/>
          </p:cNvSpPr>
          <p:nvPr/>
        </p:nvSpPr>
        <p:spPr>
          <a:xfrm>
            <a:off x="953609" y="3528581"/>
            <a:ext cx="174846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Agent: 12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7" name="15 campaigns"/>
          <p:cNvSpPr>
            <a:spLocks noGrp="1"/>
          </p:cNvSpPr>
          <p:nvPr/>
        </p:nvSpPr>
        <p:spPr>
          <a:xfrm>
            <a:off x="1329065" y="3792193"/>
            <a:ext cx="137767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15 campaigns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8" name="93.54%"/>
          <p:cNvSpPr>
            <a:spLocks noGrp="1"/>
          </p:cNvSpPr>
          <p:nvPr/>
        </p:nvSpPr>
        <p:spPr>
          <a:xfrm>
            <a:off x="5673644" y="3661282"/>
            <a:ext cx="79911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FFFFFF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93.54%</a:t>
            </a:r>
            <a:endParaRPr sz="1800" b="0" i="0">
              <a:solidFill>
                <a:srgbClr val="FFFFFF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29" name="Agent: 24 batches"/>
          <p:cNvSpPr>
            <a:spLocks noGrp="1"/>
          </p:cNvSpPr>
          <p:nvPr/>
        </p:nvSpPr>
        <p:spPr>
          <a:xfrm>
            <a:off x="953609" y="4256909"/>
            <a:ext cx="174846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Agent: 24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0" name="15 campaigns"/>
          <p:cNvSpPr>
            <a:spLocks noGrp="1"/>
          </p:cNvSpPr>
          <p:nvPr/>
        </p:nvSpPr>
        <p:spPr>
          <a:xfrm>
            <a:off x="1329065" y="4520521"/>
            <a:ext cx="137767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15 campaigns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1" name="94.89%"/>
          <p:cNvSpPr>
            <a:spLocks noGrp="1"/>
          </p:cNvSpPr>
          <p:nvPr/>
        </p:nvSpPr>
        <p:spPr>
          <a:xfrm>
            <a:off x="5722862" y="4389610"/>
            <a:ext cx="802311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FFFFFF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94.89%</a:t>
            </a:r>
            <a:endParaRPr sz="1800" b="0" i="0">
              <a:solidFill>
                <a:srgbClr val="FFFFFF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2" name="Figure 6 plot object 31"/>
          <p:cNvSpPr>
            <a:spLocks noGrp="1"/>
          </p:cNvSpPr>
          <p:nvPr/>
        </p:nvSpPr>
        <p:spPr>
          <a:xfrm>
            <a:off x="9429725" y="1757284"/>
            <a:ext cx="3645497" cy="3131813"/>
          </a:xfrm>
          <a:custGeom>
            <a:avLst/>
            <a:gdLst/>
            <a:ahLst/>
            <a:cxnLst/>
            <a:pathLst>
              <a:path w="3645497" h="3131813">
                <a:moveTo>
                  <a:pt x="0" y="3131813"/>
                </a:moveTo>
                <a:lnTo>
                  <a:pt x="3645497" y="3131813"/>
                </a:lnTo>
                <a:lnTo>
                  <a:pt x="364549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33" name="Figure 6 plot object 32"/>
          <p:cNvSpPr>
            <a:spLocks noGrp="1"/>
          </p:cNvSpPr>
          <p:nvPr/>
        </p:nvSpPr>
        <p:spPr>
          <a:xfrm>
            <a:off x="9429725" y="2095956"/>
            <a:ext cx="3159431" cy="342314"/>
          </a:xfrm>
          <a:custGeom>
            <a:avLst/>
            <a:gdLst/>
            <a:ahLst/>
            <a:cxnLst/>
            <a:pathLst>
              <a:path w="3159431" h="342314">
                <a:moveTo>
                  <a:pt x="0" y="342314"/>
                </a:moveTo>
                <a:lnTo>
                  <a:pt x="3159431" y="342314"/>
                </a:lnTo>
                <a:lnTo>
                  <a:pt x="3159431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34" name="Figure 6 plot object 33"/>
          <p:cNvSpPr>
            <a:spLocks noGrp="1"/>
          </p:cNvSpPr>
          <p:nvPr/>
        </p:nvSpPr>
        <p:spPr>
          <a:xfrm>
            <a:off x="9429725" y="2824285"/>
            <a:ext cx="2551848" cy="342314"/>
          </a:xfrm>
          <a:custGeom>
            <a:avLst/>
            <a:gdLst/>
            <a:ahLst/>
            <a:cxnLst/>
            <a:pathLst>
              <a:path w="2551848" h="342314">
                <a:moveTo>
                  <a:pt x="0" y="342314"/>
                </a:moveTo>
                <a:lnTo>
                  <a:pt x="2551848" y="342314"/>
                </a:lnTo>
                <a:lnTo>
                  <a:pt x="2551848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35" name="Figure 6 plot object 34"/>
          <p:cNvSpPr>
            <a:spLocks noGrp="1"/>
          </p:cNvSpPr>
          <p:nvPr/>
        </p:nvSpPr>
        <p:spPr>
          <a:xfrm>
            <a:off x="9429725" y="3552614"/>
            <a:ext cx="486066" cy="342314"/>
          </a:xfrm>
          <a:custGeom>
            <a:avLst/>
            <a:gdLst/>
            <a:ahLst/>
            <a:cxnLst/>
            <a:pathLst>
              <a:path w="486066" h="342314">
                <a:moveTo>
                  <a:pt x="0" y="342314"/>
                </a:moveTo>
                <a:lnTo>
                  <a:pt x="486066" y="342314"/>
                </a:lnTo>
                <a:lnTo>
                  <a:pt x="486066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36" name="Figure 6 plot object 35"/>
          <p:cNvSpPr>
            <a:spLocks noGrp="1"/>
          </p:cNvSpPr>
          <p:nvPr/>
        </p:nvSpPr>
        <p:spPr>
          <a:xfrm>
            <a:off x="9429725" y="4280942"/>
            <a:ext cx="26" cy="342314"/>
          </a:xfrm>
          <a:custGeom>
            <a:avLst/>
            <a:gdLst/>
            <a:ahLst/>
            <a:cxnLst/>
            <a:pathLst>
              <a:path w="26" h="342314">
                <a:moveTo>
                  <a:pt x="0" y="342314"/>
                </a:moveTo>
                <a:lnTo>
                  <a:pt x="0" y="342314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337F89"/>
          </a:solidFill>
          <a:ln w="25572">
            <a:noFill/>
            <a:prstDash val="solid"/>
          </a:ln>
        </p:spPr>
      </p:sp>
      <p:sp>
        <p:nvSpPr>
          <p:cNvPr id="37" name="Figure 6 plot object 36"/>
          <p:cNvSpPr>
            <a:spLocks noGrp="1"/>
          </p:cNvSpPr>
          <p:nvPr/>
        </p:nvSpPr>
        <p:spPr>
          <a:xfrm>
            <a:off x="9429725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38" name="0"/>
          <p:cNvSpPr>
            <a:spLocks noGrp="1"/>
          </p:cNvSpPr>
          <p:nvPr/>
        </p:nvSpPr>
        <p:spPr>
          <a:xfrm>
            <a:off x="9372189" y="5128607"/>
            <a:ext cx="21735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9" name="Figure 6 plot object 38"/>
          <p:cNvSpPr>
            <a:spLocks noGrp="1"/>
          </p:cNvSpPr>
          <p:nvPr/>
        </p:nvSpPr>
        <p:spPr>
          <a:xfrm>
            <a:off x="10644891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0" name="10"/>
          <p:cNvSpPr>
            <a:spLocks noGrp="1"/>
          </p:cNvSpPr>
          <p:nvPr/>
        </p:nvSpPr>
        <p:spPr>
          <a:xfrm>
            <a:off x="10529818" y="5128607"/>
            <a:ext cx="33243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1" name="Figure 6 plot object 40"/>
          <p:cNvSpPr>
            <a:spLocks noGrp="1"/>
          </p:cNvSpPr>
          <p:nvPr/>
        </p:nvSpPr>
        <p:spPr>
          <a:xfrm>
            <a:off x="11860056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2" name="20"/>
          <p:cNvSpPr>
            <a:spLocks noGrp="1"/>
          </p:cNvSpPr>
          <p:nvPr/>
        </p:nvSpPr>
        <p:spPr>
          <a:xfrm>
            <a:off x="11746582" y="5128607"/>
            <a:ext cx="32923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3" name="Figure 6 plot object 42"/>
          <p:cNvSpPr>
            <a:spLocks noGrp="1"/>
          </p:cNvSpPr>
          <p:nvPr/>
        </p:nvSpPr>
        <p:spPr>
          <a:xfrm>
            <a:off x="13075222" y="4889097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4" name="30"/>
          <p:cNvSpPr>
            <a:spLocks noGrp="1"/>
          </p:cNvSpPr>
          <p:nvPr/>
        </p:nvSpPr>
        <p:spPr>
          <a:xfrm>
            <a:off x="12960150" y="5128607"/>
            <a:ext cx="33243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30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5" name="Campaigns (of 30)"/>
          <p:cNvSpPr>
            <a:spLocks noGrp="1"/>
          </p:cNvSpPr>
          <p:nvPr/>
        </p:nvSpPr>
        <p:spPr>
          <a:xfrm>
            <a:off x="10410207" y="5420476"/>
            <a:ext cx="178682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Campaigns (of 30)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6" name="Figure 6 plot object 45"/>
          <p:cNvSpPr>
            <a:spLocks noGrp="1"/>
          </p:cNvSpPr>
          <p:nvPr/>
        </p:nvSpPr>
        <p:spPr>
          <a:xfrm>
            <a:off x="9327439" y="2267114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7" name="Recovery"/>
          <p:cNvSpPr>
            <a:spLocks noGrp="1"/>
          </p:cNvSpPr>
          <p:nvPr/>
        </p:nvSpPr>
        <p:spPr>
          <a:xfrm>
            <a:off x="8288590" y="2152121"/>
            <a:ext cx="96213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Recovery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8" name="Figure 6 plot object 47"/>
          <p:cNvSpPr>
            <a:spLocks noGrp="1"/>
          </p:cNvSpPr>
          <p:nvPr/>
        </p:nvSpPr>
        <p:spPr>
          <a:xfrm>
            <a:off x="9327439" y="2995442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49" name="Fines fraction"/>
          <p:cNvSpPr>
            <a:spLocks noGrp="1"/>
          </p:cNvSpPr>
          <p:nvPr/>
        </p:nvSpPr>
        <p:spPr>
          <a:xfrm>
            <a:off x="7927390" y="2880450"/>
            <a:ext cx="132333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Fines fraction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0" name="Figure 6 plot object 49"/>
          <p:cNvSpPr>
            <a:spLocks noGrp="1"/>
          </p:cNvSpPr>
          <p:nvPr/>
        </p:nvSpPr>
        <p:spPr>
          <a:xfrm>
            <a:off x="9327439" y="3723771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51" name="Particle size index"/>
          <p:cNvSpPr>
            <a:spLocks noGrp="1"/>
          </p:cNvSpPr>
          <p:nvPr/>
        </p:nvSpPr>
        <p:spPr>
          <a:xfrm>
            <a:off x="7508654" y="3608778"/>
            <a:ext cx="174207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Particle size index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2" name="Figure 6 plot object 51"/>
          <p:cNvSpPr>
            <a:spLocks noGrp="1"/>
          </p:cNvSpPr>
          <p:nvPr/>
        </p:nvSpPr>
        <p:spPr>
          <a:xfrm>
            <a:off x="9327439" y="4452100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53" name="Purity"/>
          <p:cNvSpPr>
            <a:spLocks noGrp="1"/>
          </p:cNvSpPr>
          <p:nvPr/>
        </p:nvSpPr>
        <p:spPr>
          <a:xfrm>
            <a:off x="8624218" y="4337107"/>
            <a:ext cx="62650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Purity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4" name="Figure 6 plot object 53"/>
          <p:cNvSpPr>
            <a:spLocks noGrp="1"/>
          </p:cNvSpPr>
          <p:nvPr/>
        </p:nvSpPr>
        <p:spPr>
          <a:xfrm>
            <a:off x="9429725" y="1757284"/>
            <a:ext cx="26" cy="3131813"/>
          </a:xfrm>
          <a:custGeom>
            <a:avLst/>
            <a:gdLst/>
            <a:ahLst/>
            <a:cxnLst/>
            <a:pathLst>
              <a:path w="26" h="3131813">
                <a:moveTo>
                  <a:pt x="0" y="3131813"/>
                </a:moveTo>
                <a:lnTo>
                  <a:pt x="0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55" name="Figure 6 plot object 54"/>
          <p:cNvSpPr>
            <a:spLocks noGrp="1"/>
          </p:cNvSpPr>
          <p:nvPr/>
        </p:nvSpPr>
        <p:spPr>
          <a:xfrm>
            <a:off x="9429725" y="4889097"/>
            <a:ext cx="3645497" cy="26"/>
          </a:xfrm>
          <a:custGeom>
            <a:avLst/>
            <a:gdLst/>
            <a:ahLst/>
            <a:cxnLst/>
            <a:pathLst>
              <a:path w="3645497" h="26">
                <a:moveTo>
                  <a:pt x="0" y="0"/>
                </a:moveTo>
                <a:lnTo>
                  <a:pt x="3645497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56" name="26/30"/>
          <p:cNvSpPr>
            <a:spLocks noGrp="1"/>
          </p:cNvSpPr>
          <p:nvPr/>
        </p:nvSpPr>
        <p:spPr>
          <a:xfrm>
            <a:off x="12004813" y="2131792"/>
            <a:ext cx="61372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FFFFFF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26/30</a:t>
            </a:r>
            <a:endParaRPr sz="1800" b="0" i="0">
              <a:solidFill>
                <a:srgbClr val="FFFFFF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7" name="21/30"/>
          <p:cNvSpPr>
            <a:spLocks noGrp="1"/>
          </p:cNvSpPr>
          <p:nvPr/>
        </p:nvSpPr>
        <p:spPr>
          <a:xfrm>
            <a:off x="11394033" y="2860120"/>
            <a:ext cx="61691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FFFFFF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21/30</a:t>
            </a:r>
            <a:endParaRPr sz="1800" b="0" i="0">
              <a:solidFill>
                <a:srgbClr val="FFFFFF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8" name="4/30"/>
          <p:cNvSpPr>
            <a:spLocks noGrp="1"/>
          </p:cNvSpPr>
          <p:nvPr/>
        </p:nvSpPr>
        <p:spPr>
          <a:xfrm>
            <a:off x="9988701" y="3588449"/>
            <a:ext cx="50504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4/30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9" name="0/30"/>
          <p:cNvSpPr>
            <a:spLocks noGrp="1"/>
          </p:cNvSpPr>
          <p:nvPr/>
        </p:nvSpPr>
        <p:spPr>
          <a:xfrm>
            <a:off x="9502635" y="4316778"/>
            <a:ext cx="50504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0/30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60" name="Figure 6 plot object 59"/>
          <p:cNvSpPr>
            <a:spLocks noGrp="1"/>
          </p:cNvSpPr>
          <p:nvPr/>
        </p:nvSpPr>
        <p:spPr>
          <a:xfrm>
            <a:off x="1330094" y="6788069"/>
            <a:ext cx="5368823" cy="2803718"/>
          </a:xfrm>
          <a:custGeom>
            <a:avLst/>
            <a:gdLst/>
            <a:ahLst/>
            <a:cxnLst/>
            <a:pathLst>
              <a:path w="5368823" h="2803718">
                <a:moveTo>
                  <a:pt x="0" y="2803718"/>
                </a:moveTo>
                <a:lnTo>
                  <a:pt x="5368823" y="2803718"/>
                </a:lnTo>
                <a:lnTo>
                  <a:pt x="5368823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61" name="Figure 6 plot object 60"/>
          <p:cNvSpPr>
            <a:spLocks noGrp="1"/>
          </p:cNvSpPr>
          <p:nvPr/>
        </p:nvSpPr>
        <p:spPr>
          <a:xfrm>
            <a:off x="1574132" y="7157695"/>
            <a:ext cx="230224" cy="2434093"/>
          </a:xfrm>
          <a:custGeom>
            <a:avLst/>
            <a:gdLst/>
            <a:ahLst/>
            <a:cxnLst/>
            <a:pathLst>
              <a:path w="230224" h="2434093">
                <a:moveTo>
                  <a:pt x="0" y="2434093"/>
                </a:moveTo>
                <a:lnTo>
                  <a:pt x="230224" y="2434093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62" name="Figure 6 plot object 61"/>
          <p:cNvSpPr>
            <a:spLocks noGrp="1"/>
          </p:cNvSpPr>
          <p:nvPr/>
        </p:nvSpPr>
        <p:spPr>
          <a:xfrm>
            <a:off x="2725251" y="8233560"/>
            <a:ext cx="230224" cy="1358228"/>
          </a:xfrm>
          <a:custGeom>
            <a:avLst/>
            <a:gdLst/>
            <a:ahLst/>
            <a:cxnLst/>
            <a:pathLst>
              <a:path w="230224" h="1358228">
                <a:moveTo>
                  <a:pt x="0" y="1358228"/>
                </a:moveTo>
                <a:lnTo>
                  <a:pt x="230224" y="1358228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63" name="Figure 6 plot object 62"/>
          <p:cNvSpPr>
            <a:spLocks noGrp="1"/>
          </p:cNvSpPr>
          <p:nvPr/>
        </p:nvSpPr>
        <p:spPr>
          <a:xfrm>
            <a:off x="4567043" y="9449834"/>
            <a:ext cx="230224" cy="141954"/>
          </a:xfrm>
          <a:custGeom>
            <a:avLst/>
            <a:gdLst/>
            <a:ahLst/>
            <a:cxnLst/>
            <a:pathLst>
              <a:path w="230224" h="141954">
                <a:moveTo>
                  <a:pt x="0" y="141954"/>
                </a:moveTo>
                <a:lnTo>
                  <a:pt x="230224" y="141954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64" name="Figure 6 plot object 63"/>
          <p:cNvSpPr>
            <a:spLocks noGrp="1"/>
          </p:cNvSpPr>
          <p:nvPr/>
        </p:nvSpPr>
        <p:spPr>
          <a:xfrm>
            <a:off x="5718163" y="9297272"/>
            <a:ext cx="230224" cy="294516"/>
          </a:xfrm>
          <a:custGeom>
            <a:avLst/>
            <a:gdLst/>
            <a:ahLst/>
            <a:cxnLst/>
            <a:pathLst>
              <a:path w="230224" h="294516">
                <a:moveTo>
                  <a:pt x="0" y="294516"/>
                </a:moveTo>
                <a:lnTo>
                  <a:pt x="230224" y="294516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65" name="Figure 6 plot object 64"/>
          <p:cNvSpPr>
            <a:spLocks noGrp="1"/>
          </p:cNvSpPr>
          <p:nvPr/>
        </p:nvSpPr>
        <p:spPr>
          <a:xfrm>
            <a:off x="1827378" y="8688771"/>
            <a:ext cx="230224" cy="903016"/>
          </a:xfrm>
          <a:custGeom>
            <a:avLst/>
            <a:gdLst/>
            <a:ahLst/>
            <a:cxnLst/>
            <a:pathLst>
              <a:path w="230224" h="903016">
                <a:moveTo>
                  <a:pt x="0" y="903016"/>
                </a:moveTo>
                <a:lnTo>
                  <a:pt x="230224" y="903016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66" name="Figure 6 plot object 65"/>
          <p:cNvSpPr>
            <a:spLocks noGrp="1"/>
          </p:cNvSpPr>
          <p:nvPr/>
        </p:nvSpPr>
        <p:spPr>
          <a:xfrm>
            <a:off x="2978498" y="8571833"/>
            <a:ext cx="230224" cy="1019955"/>
          </a:xfrm>
          <a:custGeom>
            <a:avLst/>
            <a:gdLst/>
            <a:ahLst/>
            <a:cxnLst/>
            <a:pathLst>
              <a:path w="230224" h="1019955">
                <a:moveTo>
                  <a:pt x="0" y="1019955"/>
                </a:moveTo>
                <a:lnTo>
                  <a:pt x="230224" y="1019955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67" name="Figure 6 plot object 66"/>
          <p:cNvSpPr>
            <a:spLocks noGrp="1"/>
          </p:cNvSpPr>
          <p:nvPr/>
        </p:nvSpPr>
        <p:spPr>
          <a:xfrm>
            <a:off x="4820289" y="8850668"/>
            <a:ext cx="230224" cy="741119"/>
          </a:xfrm>
          <a:custGeom>
            <a:avLst/>
            <a:gdLst/>
            <a:ahLst/>
            <a:cxnLst/>
            <a:pathLst>
              <a:path w="230224" h="741119">
                <a:moveTo>
                  <a:pt x="0" y="741119"/>
                </a:moveTo>
                <a:lnTo>
                  <a:pt x="230224" y="741119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68" name="Figure 6 plot object 67"/>
          <p:cNvSpPr>
            <a:spLocks noGrp="1"/>
          </p:cNvSpPr>
          <p:nvPr/>
        </p:nvSpPr>
        <p:spPr>
          <a:xfrm>
            <a:off x="5971409" y="8997716"/>
            <a:ext cx="230224" cy="594071"/>
          </a:xfrm>
          <a:custGeom>
            <a:avLst/>
            <a:gdLst/>
            <a:ahLst/>
            <a:cxnLst/>
            <a:pathLst>
              <a:path w="230224" h="594071">
                <a:moveTo>
                  <a:pt x="0" y="594071"/>
                </a:moveTo>
                <a:lnTo>
                  <a:pt x="230224" y="594071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69" name="Figure 6 plot object 68"/>
          <p:cNvSpPr>
            <a:spLocks noGrp="1"/>
          </p:cNvSpPr>
          <p:nvPr/>
        </p:nvSpPr>
        <p:spPr>
          <a:xfrm>
            <a:off x="2080624" y="8261072"/>
            <a:ext cx="230224" cy="1330716"/>
          </a:xfrm>
          <a:custGeom>
            <a:avLst/>
            <a:gdLst/>
            <a:ahLst/>
            <a:cxnLst/>
            <a:pathLst>
              <a:path w="230224" h="1330716">
                <a:moveTo>
                  <a:pt x="0" y="1330716"/>
                </a:moveTo>
                <a:lnTo>
                  <a:pt x="230224" y="1330716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70" name="Figure 6 plot object 69"/>
          <p:cNvSpPr>
            <a:spLocks noGrp="1"/>
          </p:cNvSpPr>
          <p:nvPr/>
        </p:nvSpPr>
        <p:spPr>
          <a:xfrm>
            <a:off x="3231744" y="8419082"/>
            <a:ext cx="230224" cy="1172706"/>
          </a:xfrm>
          <a:custGeom>
            <a:avLst/>
            <a:gdLst/>
            <a:ahLst/>
            <a:cxnLst/>
            <a:pathLst>
              <a:path w="230224" h="1172706">
                <a:moveTo>
                  <a:pt x="0" y="1172706"/>
                </a:moveTo>
                <a:lnTo>
                  <a:pt x="230224" y="1172706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71" name="Figure 6 plot object 70"/>
          <p:cNvSpPr>
            <a:spLocks noGrp="1"/>
          </p:cNvSpPr>
          <p:nvPr/>
        </p:nvSpPr>
        <p:spPr>
          <a:xfrm>
            <a:off x="5073536" y="8224762"/>
            <a:ext cx="230224" cy="1367025"/>
          </a:xfrm>
          <a:custGeom>
            <a:avLst/>
            <a:gdLst/>
            <a:ahLst/>
            <a:cxnLst/>
            <a:pathLst>
              <a:path w="230224" h="1367025">
                <a:moveTo>
                  <a:pt x="0" y="1367025"/>
                </a:moveTo>
                <a:lnTo>
                  <a:pt x="230224" y="1367025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72" name="Figure 6 plot object 71"/>
          <p:cNvSpPr>
            <a:spLocks noGrp="1"/>
          </p:cNvSpPr>
          <p:nvPr/>
        </p:nvSpPr>
        <p:spPr>
          <a:xfrm>
            <a:off x="6224655" y="8834223"/>
            <a:ext cx="230224" cy="757564"/>
          </a:xfrm>
          <a:custGeom>
            <a:avLst/>
            <a:gdLst/>
            <a:ahLst/>
            <a:cxnLst/>
            <a:pathLst>
              <a:path w="230224" h="757564">
                <a:moveTo>
                  <a:pt x="0" y="757564"/>
                </a:moveTo>
                <a:lnTo>
                  <a:pt x="230224" y="757564"/>
                </a:lnTo>
                <a:lnTo>
                  <a:pt x="230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73" name="Figure 6 plot object 72"/>
          <p:cNvSpPr>
            <a:spLocks noGrp="1"/>
          </p:cNvSpPr>
          <p:nvPr/>
        </p:nvSpPr>
        <p:spPr>
          <a:xfrm>
            <a:off x="1942490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74" name="12 batches"/>
          <p:cNvSpPr>
            <a:spLocks noGrp="1"/>
          </p:cNvSpPr>
          <p:nvPr/>
        </p:nvSpPr>
        <p:spPr>
          <a:xfrm>
            <a:off x="1472611" y="9833909"/>
            <a:ext cx="103565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5" name="Figure 6 plot object 74"/>
          <p:cNvSpPr>
            <a:spLocks noGrp="1"/>
          </p:cNvSpPr>
          <p:nvPr/>
        </p:nvSpPr>
        <p:spPr>
          <a:xfrm>
            <a:off x="3093610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76" name="24 batches"/>
          <p:cNvSpPr>
            <a:spLocks noGrp="1"/>
          </p:cNvSpPr>
          <p:nvPr/>
        </p:nvSpPr>
        <p:spPr>
          <a:xfrm>
            <a:off x="2623730" y="9833909"/>
            <a:ext cx="103565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7" name="Figure 6 plot object 76"/>
          <p:cNvSpPr>
            <a:spLocks noGrp="1"/>
          </p:cNvSpPr>
          <p:nvPr/>
        </p:nvSpPr>
        <p:spPr>
          <a:xfrm>
            <a:off x="4935401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78" name="12 batches"/>
          <p:cNvSpPr>
            <a:spLocks noGrp="1"/>
          </p:cNvSpPr>
          <p:nvPr/>
        </p:nvSpPr>
        <p:spPr>
          <a:xfrm>
            <a:off x="4465522" y="9833909"/>
            <a:ext cx="103565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9" name="Figure 6 plot object 78"/>
          <p:cNvSpPr>
            <a:spLocks noGrp="1"/>
          </p:cNvSpPr>
          <p:nvPr/>
        </p:nvSpPr>
        <p:spPr>
          <a:xfrm>
            <a:off x="6086521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0" name="24 batches"/>
          <p:cNvSpPr>
            <a:spLocks noGrp="1"/>
          </p:cNvSpPr>
          <p:nvPr/>
        </p:nvSpPr>
        <p:spPr>
          <a:xfrm>
            <a:off x="5616642" y="9833909"/>
            <a:ext cx="103565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1" name="Figure 6 plot object 80"/>
          <p:cNvSpPr>
            <a:spLocks noGrp="1"/>
          </p:cNvSpPr>
          <p:nvPr/>
        </p:nvSpPr>
        <p:spPr>
          <a:xfrm>
            <a:off x="1227808" y="959178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2" name="0"/>
          <p:cNvSpPr>
            <a:spLocks noGrp="1"/>
          </p:cNvSpPr>
          <p:nvPr/>
        </p:nvSpPr>
        <p:spPr>
          <a:xfrm>
            <a:off x="933733" y="9476795"/>
            <a:ext cx="21735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3" name="Figure 6 plot object 82"/>
          <p:cNvSpPr>
            <a:spLocks noGrp="1"/>
          </p:cNvSpPr>
          <p:nvPr/>
        </p:nvSpPr>
        <p:spPr>
          <a:xfrm>
            <a:off x="1227808" y="884611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4" name="5"/>
          <p:cNvSpPr>
            <a:spLocks noGrp="1"/>
          </p:cNvSpPr>
          <p:nvPr/>
        </p:nvSpPr>
        <p:spPr>
          <a:xfrm>
            <a:off x="936930" y="8731126"/>
            <a:ext cx="21416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5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5" name="Figure 6 plot object 84"/>
          <p:cNvSpPr>
            <a:spLocks noGrp="1"/>
          </p:cNvSpPr>
          <p:nvPr/>
        </p:nvSpPr>
        <p:spPr>
          <a:xfrm>
            <a:off x="1227808" y="810044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6" name="10"/>
          <p:cNvSpPr>
            <a:spLocks noGrp="1"/>
          </p:cNvSpPr>
          <p:nvPr/>
        </p:nvSpPr>
        <p:spPr>
          <a:xfrm>
            <a:off x="818661" y="7985455"/>
            <a:ext cx="33243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7" name="Figure 6 plot object 86"/>
          <p:cNvSpPr>
            <a:spLocks noGrp="1"/>
          </p:cNvSpPr>
          <p:nvPr/>
        </p:nvSpPr>
        <p:spPr>
          <a:xfrm>
            <a:off x="1227808" y="735477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88" name="15"/>
          <p:cNvSpPr>
            <a:spLocks noGrp="1"/>
          </p:cNvSpPr>
          <p:nvPr/>
        </p:nvSpPr>
        <p:spPr>
          <a:xfrm>
            <a:off x="821857" y="7239786"/>
            <a:ext cx="32923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15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9" name="Prediction MAE (percentage points)"/>
          <p:cNvSpPr>
            <a:spLocks noGrp="1"/>
          </p:cNvSpPr>
          <p:nvPr/>
        </p:nvSpPr>
        <p:spPr>
          <a:xfrm rot="-5400000">
            <a:off x="-1029947" y="8000698"/>
            <a:ext cx="3311531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Prediction MAE (percentage points)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0" name="Figure 6 plot object 89"/>
          <p:cNvSpPr>
            <a:spLocks noGrp="1"/>
          </p:cNvSpPr>
          <p:nvPr/>
        </p:nvSpPr>
        <p:spPr>
          <a:xfrm>
            <a:off x="1330094" y="6788069"/>
            <a:ext cx="26" cy="2803718"/>
          </a:xfrm>
          <a:custGeom>
            <a:avLst/>
            <a:gdLst/>
            <a:ahLst/>
            <a:cxnLst/>
            <a:pathLst>
              <a:path w="26" h="2803718">
                <a:moveTo>
                  <a:pt x="0" y="2803718"/>
                </a:moveTo>
                <a:lnTo>
                  <a:pt x="0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91" name="Figure 6 plot object 90"/>
          <p:cNvSpPr>
            <a:spLocks noGrp="1"/>
          </p:cNvSpPr>
          <p:nvPr/>
        </p:nvSpPr>
        <p:spPr>
          <a:xfrm>
            <a:off x="1330094" y="9591788"/>
            <a:ext cx="5368823" cy="26"/>
          </a:xfrm>
          <a:custGeom>
            <a:avLst/>
            <a:gdLst/>
            <a:ahLst/>
            <a:cxnLst/>
            <a:pathLst>
              <a:path w="5368823" h="26">
                <a:moveTo>
                  <a:pt x="0" y="0"/>
                </a:moveTo>
                <a:lnTo>
                  <a:pt x="5368823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92" name="16.3"/>
          <p:cNvSpPr>
            <a:spLocks noGrp="1"/>
          </p:cNvSpPr>
          <p:nvPr/>
        </p:nvSpPr>
        <p:spPr>
          <a:xfrm>
            <a:off x="1503849" y="6840846"/>
            <a:ext cx="4666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16.3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3" name="9.1"/>
          <p:cNvSpPr>
            <a:spLocks noGrp="1"/>
          </p:cNvSpPr>
          <p:nvPr/>
        </p:nvSpPr>
        <p:spPr>
          <a:xfrm>
            <a:off x="2707710" y="7916711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9.1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4" name="1.0"/>
          <p:cNvSpPr>
            <a:spLocks noGrp="1"/>
          </p:cNvSpPr>
          <p:nvPr/>
        </p:nvSpPr>
        <p:spPr>
          <a:xfrm>
            <a:off x="4549502" y="9132985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5" name="2.0"/>
          <p:cNvSpPr>
            <a:spLocks noGrp="1"/>
          </p:cNvSpPr>
          <p:nvPr/>
        </p:nvSpPr>
        <p:spPr>
          <a:xfrm>
            <a:off x="5699023" y="8980423"/>
            <a:ext cx="36439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6" name="6.1"/>
          <p:cNvSpPr>
            <a:spLocks noGrp="1"/>
          </p:cNvSpPr>
          <p:nvPr/>
        </p:nvSpPr>
        <p:spPr>
          <a:xfrm>
            <a:off x="1809837" y="8371923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6.1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7" name="6.8"/>
          <p:cNvSpPr>
            <a:spLocks noGrp="1"/>
          </p:cNvSpPr>
          <p:nvPr/>
        </p:nvSpPr>
        <p:spPr>
          <a:xfrm>
            <a:off x="2960957" y="8331183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6.8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8" name="5.0"/>
          <p:cNvSpPr>
            <a:spLocks noGrp="1"/>
          </p:cNvSpPr>
          <p:nvPr/>
        </p:nvSpPr>
        <p:spPr>
          <a:xfrm>
            <a:off x="4802748" y="8533818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5.0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9" name="4.0"/>
          <p:cNvSpPr>
            <a:spLocks noGrp="1"/>
          </p:cNvSpPr>
          <p:nvPr/>
        </p:nvSpPr>
        <p:spPr>
          <a:xfrm>
            <a:off x="5953868" y="8680867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0" name="8.9"/>
          <p:cNvSpPr>
            <a:spLocks noGrp="1"/>
          </p:cNvSpPr>
          <p:nvPr/>
        </p:nvSpPr>
        <p:spPr>
          <a:xfrm>
            <a:off x="2063083" y="7944223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8.9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1" name="7.9"/>
          <p:cNvSpPr>
            <a:spLocks noGrp="1"/>
          </p:cNvSpPr>
          <p:nvPr/>
        </p:nvSpPr>
        <p:spPr>
          <a:xfrm>
            <a:off x="3214203" y="8026033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7.9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2" name="9.2"/>
          <p:cNvSpPr>
            <a:spLocks noGrp="1"/>
          </p:cNvSpPr>
          <p:nvPr/>
        </p:nvSpPr>
        <p:spPr>
          <a:xfrm>
            <a:off x="5054396" y="7907913"/>
            <a:ext cx="36439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9.2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3" name="5.1"/>
          <p:cNvSpPr>
            <a:spLocks noGrp="1"/>
          </p:cNvSpPr>
          <p:nvPr/>
        </p:nvSpPr>
        <p:spPr>
          <a:xfrm>
            <a:off x="6207114" y="8364974"/>
            <a:ext cx="361200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5.1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4" name="Recovery"/>
          <p:cNvSpPr>
            <a:spLocks noGrp="1"/>
          </p:cNvSpPr>
          <p:nvPr/>
        </p:nvSpPr>
        <p:spPr>
          <a:xfrm>
            <a:off x="2088126" y="10244696"/>
            <a:ext cx="96213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Recovery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5" name="Purity"/>
          <p:cNvSpPr>
            <a:spLocks noGrp="1"/>
          </p:cNvSpPr>
          <p:nvPr/>
        </p:nvSpPr>
        <p:spPr>
          <a:xfrm>
            <a:off x="5248852" y="10244696"/>
            <a:ext cx="62650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Purity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6" name="Figure 6 plot object 105"/>
          <p:cNvSpPr>
            <a:spLocks noGrp="1"/>
          </p:cNvSpPr>
          <p:nvPr/>
        </p:nvSpPr>
        <p:spPr>
          <a:xfrm>
            <a:off x="8435499" y="6788069"/>
            <a:ext cx="4639723" cy="2803718"/>
          </a:xfrm>
          <a:custGeom>
            <a:avLst/>
            <a:gdLst/>
            <a:ahLst/>
            <a:cxnLst/>
            <a:pathLst>
              <a:path w="4639723" h="2803718">
                <a:moveTo>
                  <a:pt x="0" y="2803718"/>
                </a:moveTo>
                <a:lnTo>
                  <a:pt x="4639723" y="2803718"/>
                </a:lnTo>
                <a:lnTo>
                  <a:pt x="4639723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07" name="Figure 6 plot object 106"/>
          <p:cNvSpPr>
            <a:spLocks noGrp="1"/>
          </p:cNvSpPr>
          <p:nvPr/>
        </p:nvSpPr>
        <p:spPr>
          <a:xfrm>
            <a:off x="9469406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08" name="12 batches"/>
          <p:cNvSpPr>
            <a:spLocks noGrp="1"/>
          </p:cNvSpPr>
          <p:nvPr/>
        </p:nvSpPr>
        <p:spPr>
          <a:xfrm>
            <a:off x="8970759" y="9831299"/>
            <a:ext cx="109958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9" name="Figure 6 plot object 108"/>
          <p:cNvSpPr>
            <a:spLocks noGrp="1"/>
          </p:cNvSpPr>
          <p:nvPr/>
        </p:nvSpPr>
        <p:spPr>
          <a:xfrm>
            <a:off x="12041315" y="9591788"/>
            <a:ext cx="26" cy="102287"/>
          </a:xfrm>
          <a:custGeom>
            <a:avLst/>
            <a:gdLst/>
            <a:ahLst/>
            <a:cxnLst/>
            <a:pathLst>
              <a:path w="26" h="102287">
                <a:moveTo>
                  <a:pt x="0" y="0"/>
                </a:moveTo>
                <a:lnTo>
                  <a:pt x="0" y="102287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0" name="24 batches"/>
          <p:cNvSpPr>
            <a:spLocks noGrp="1"/>
          </p:cNvSpPr>
          <p:nvPr/>
        </p:nvSpPr>
        <p:spPr>
          <a:xfrm>
            <a:off x="11542667" y="9831299"/>
            <a:ext cx="109958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 batches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1" name="Figure 6 plot object 110"/>
          <p:cNvSpPr>
            <a:spLocks noGrp="1"/>
          </p:cNvSpPr>
          <p:nvPr/>
        </p:nvSpPr>
        <p:spPr>
          <a:xfrm>
            <a:off x="8333212" y="9591788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2" name="0"/>
          <p:cNvSpPr>
            <a:spLocks noGrp="1"/>
          </p:cNvSpPr>
          <p:nvPr/>
        </p:nvSpPr>
        <p:spPr>
          <a:xfrm>
            <a:off x="8039138" y="9476795"/>
            <a:ext cx="21735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3" name="Figure 6 plot object 112"/>
          <p:cNvSpPr>
            <a:spLocks noGrp="1"/>
          </p:cNvSpPr>
          <p:nvPr/>
        </p:nvSpPr>
        <p:spPr>
          <a:xfrm>
            <a:off x="8333212" y="9082021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4" name="20"/>
          <p:cNvSpPr>
            <a:spLocks noGrp="1"/>
          </p:cNvSpPr>
          <p:nvPr/>
        </p:nvSpPr>
        <p:spPr>
          <a:xfrm>
            <a:off x="7927262" y="8967028"/>
            <a:ext cx="32923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5" name="Figure 6 plot object 114"/>
          <p:cNvSpPr>
            <a:spLocks noGrp="1"/>
          </p:cNvSpPr>
          <p:nvPr/>
        </p:nvSpPr>
        <p:spPr>
          <a:xfrm>
            <a:off x="8333212" y="8572254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6" name="40"/>
          <p:cNvSpPr>
            <a:spLocks noGrp="1"/>
          </p:cNvSpPr>
          <p:nvPr/>
        </p:nvSpPr>
        <p:spPr>
          <a:xfrm>
            <a:off x="7924066" y="8457261"/>
            <a:ext cx="33243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7" name="Figure 6 plot object 116"/>
          <p:cNvSpPr>
            <a:spLocks noGrp="1"/>
          </p:cNvSpPr>
          <p:nvPr/>
        </p:nvSpPr>
        <p:spPr>
          <a:xfrm>
            <a:off x="8333212" y="8062487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18" name="60"/>
          <p:cNvSpPr>
            <a:spLocks noGrp="1"/>
          </p:cNvSpPr>
          <p:nvPr/>
        </p:nvSpPr>
        <p:spPr>
          <a:xfrm>
            <a:off x="7927262" y="7947494"/>
            <a:ext cx="329235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60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9" name="Figure 6 plot object 118"/>
          <p:cNvSpPr>
            <a:spLocks noGrp="1"/>
          </p:cNvSpPr>
          <p:nvPr/>
        </p:nvSpPr>
        <p:spPr>
          <a:xfrm>
            <a:off x="8333212" y="7552720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20" name="80"/>
          <p:cNvSpPr>
            <a:spLocks noGrp="1"/>
          </p:cNvSpPr>
          <p:nvPr/>
        </p:nvSpPr>
        <p:spPr>
          <a:xfrm>
            <a:off x="7924066" y="7437727"/>
            <a:ext cx="332432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80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1" name="Figure 6 plot object 120"/>
          <p:cNvSpPr>
            <a:spLocks noGrp="1"/>
          </p:cNvSpPr>
          <p:nvPr/>
        </p:nvSpPr>
        <p:spPr>
          <a:xfrm>
            <a:off x="8333212" y="7042953"/>
            <a:ext cx="102287" cy="26"/>
          </a:xfrm>
          <a:custGeom>
            <a:avLst/>
            <a:gdLst/>
            <a:ahLst/>
            <a:cxnLst/>
            <a:pathLst>
              <a:path w="102287" h="26">
                <a:moveTo>
                  <a:pt x="102287" y="0"/>
                </a:moveTo>
                <a:lnTo>
                  <a:pt x="0" y="0"/>
                </a:lnTo>
              </a:path>
            </a:pathLst>
          </a:custGeom>
          <a:solidFill>
            <a:srgbClr val="111111"/>
          </a:solidFill>
          <a:ln w="23014">
            <a:solidFill>
              <a:srgbClr val="111111"/>
            </a:solidFill>
            <a:prstDash val="solid"/>
          </a:ln>
        </p:spPr>
      </p:sp>
      <p:sp>
        <p:nvSpPr>
          <p:cNvPr id="122" name="100"/>
          <p:cNvSpPr>
            <a:spLocks noGrp="1"/>
          </p:cNvSpPr>
          <p:nvPr/>
        </p:nvSpPr>
        <p:spPr>
          <a:xfrm>
            <a:off x="7808993" y="6927960"/>
            <a:ext cx="447504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100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3" name="Purity interval coverage (%)"/>
          <p:cNvSpPr>
            <a:spLocks noGrp="1"/>
          </p:cNvSpPr>
          <p:nvPr/>
        </p:nvSpPr>
        <p:spPr>
          <a:xfrm rot="-5400000">
            <a:off x="6313306" y="8000698"/>
            <a:ext cx="2608310" cy="276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Purity interval coverage (%)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4" name="Figure 6 plot object 123"/>
          <p:cNvSpPr>
            <a:spLocks noGrp="1"/>
          </p:cNvSpPr>
          <p:nvPr/>
        </p:nvSpPr>
        <p:spPr>
          <a:xfrm>
            <a:off x="8435499" y="6788069"/>
            <a:ext cx="26" cy="2803718"/>
          </a:xfrm>
          <a:custGeom>
            <a:avLst/>
            <a:gdLst/>
            <a:ahLst/>
            <a:cxnLst/>
            <a:pathLst>
              <a:path w="26" h="2803718">
                <a:moveTo>
                  <a:pt x="0" y="2803718"/>
                </a:moveTo>
                <a:lnTo>
                  <a:pt x="0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125" name="Figure 6 plot object 124"/>
          <p:cNvSpPr>
            <a:spLocks noGrp="1"/>
          </p:cNvSpPr>
          <p:nvPr/>
        </p:nvSpPr>
        <p:spPr>
          <a:xfrm>
            <a:off x="8435499" y="9591788"/>
            <a:ext cx="4639723" cy="26"/>
          </a:xfrm>
          <a:custGeom>
            <a:avLst/>
            <a:gdLst/>
            <a:ahLst/>
            <a:cxnLst/>
            <a:pathLst>
              <a:path w="4639723" h="26">
                <a:moveTo>
                  <a:pt x="0" y="0"/>
                </a:moveTo>
                <a:lnTo>
                  <a:pt x="4639723" y="0"/>
                </a:lnTo>
              </a:path>
            </a:pathLst>
          </a:custGeom>
          <a:noFill/>
          <a:ln w="23014">
            <a:solidFill>
              <a:srgbClr val="111111"/>
            </a:solidFill>
            <a:prstDash val="solid"/>
          </a:ln>
        </p:spPr>
      </p:sp>
      <p:sp>
        <p:nvSpPr>
          <p:cNvPr id="126" name="Figure 6 plot object 125"/>
          <p:cNvSpPr>
            <a:spLocks noGrp="1"/>
          </p:cNvSpPr>
          <p:nvPr/>
        </p:nvSpPr>
        <p:spPr>
          <a:xfrm>
            <a:off x="8646395" y="7085433"/>
            <a:ext cx="514382" cy="2506354"/>
          </a:xfrm>
          <a:custGeom>
            <a:avLst/>
            <a:gdLst/>
            <a:ahLst/>
            <a:cxnLst/>
            <a:pathLst>
              <a:path w="514382" h="2506354">
                <a:moveTo>
                  <a:pt x="0" y="2506354"/>
                </a:moveTo>
                <a:lnTo>
                  <a:pt x="514382" y="2506354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127" name="Figure 6 plot object 126"/>
          <p:cNvSpPr>
            <a:spLocks noGrp="1"/>
          </p:cNvSpPr>
          <p:nvPr/>
        </p:nvSpPr>
        <p:spPr>
          <a:xfrm>
            <a:off x="11218304" y="7170394"/>
            <a:ext cx="514382" cy="2421393"/>
          </a:xfrm>
          <a:custGeom>
            <a:avLst/>
            <a:gdLst/>
            <a:ahLst/>
            <a:cxnLst/>
            <a:pathLst>
              <a:path w="514382" h="2421393">
                <a:moveTo>
                  <a:pt x="0" y="2421393"/>
                </a:moveTo>
                <a:lnTo>
                  <a:pt x="514382" y="2421393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noFill/>
            <a:prstDash val="solid"/>
          </a:ln>
        </p:spPr>
      </p:sp>
      <p:sp>
        <p:nvSpPr>
          <p:cNvPr id="128" name="Figure 6 plot object 127"/>
          <p:cNvSpPr>
            <a:spLocks noGrp="1"/>
          </p:cNvSpPr>
          <p:nvPr/>
        </p:nvSpPr>
        <p:spPr>
          <a:xfrm>
            <a:off x="9212215" y="8062487"/>
            <a:ext cx="514382" cy="1529301"/>
          </a:xfrm>
          <a:custGeom>
            <a:avLst/>
            <a:gdLst/>
            <a:ahLst/>
            <a:cxnLst/>
            <a:pathLst>
              <a:path w="514382" h="1529301">
                <a:moveTo>
                  <a:pt x="0" y="1529301"/>
                </a:moveTo>
                <a:lnTo>
                  <a:pt x="514382" y="1529301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129" name="Figure 6 plot object 128"/>
          <p:cNvSpPr>
            <a:spLocks noGrp="1"/>
          </p:cNvSpPr>
          <p:nvPr/>
        </p:nvSpPr>
        <p:spPr>
          <a:xfrm>
            <a:off x="11784124" y="7722642"/>
            <a:ext cx="514382" cy="1869146"/>
          </a:xfrm>
          <a:custGeom>
            <a:avLst/>
            <a:gdLst/>
            <a:ahLst/>
            <a:cxnLst/>
            <a:pathLst>
              <a:path w="514382" h="1869146">
                <a:moveTo>
                  <a:pt x="0" y="1869146"/>
                </a:moveTo>
                <a:lnTo>
                  <a:pt x="514382" y="1869146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noFill/>
            <a:prstDash val="solid"/>
          </a:ln>
        </p:spPr>
      </p:sp>
      <p:sp>
        <p:nvSpPr>
          <p:cNvPr id="130" name="Figure 6 plot object 129"/>
          <p:cNvSpPr>
            <a:spLocks noGrp="1"/>
          </p:cNvSpPr>
          <p:nvPr/>
        </p:nvSpPr>
        <p:spPr>
          <a:xfrm>
            <a:off x="9778035" y="8997059"/>
            <a:ext cx="514382" cy="594728"/>
          </a:xfrm>
          <a:custGeom>
            <a:avLst/>
            <a:gdLst/>
            <a:ahLst/>
            <a:cxnLst/>
            <a:pathLst>
              <a:path w="514382" h="594728">
                <a:moveTo>
                  <a:pt x="0" y="594728"/>
                </a:moveTo>
                <a:lnTo>
                  <a:pt x="514382" y="594728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131" name="Figure 6 plot object 130"/>
          <p:cNvSpPr>
            <a:spLocks noGrp="1"/>
          </p:cNvSpPr>
          <p:nvPr/>
        </p:nvSpPr>
        <p:spPr>
          <a:xfrm>
            <a:off x="12349944" y="8189928"/>
            <a:ext cx="514382" cy="1401859"/>
          </a:xfrm>
          <a:custGeom>
            <a:avLst/>
            <a:gdLst/>
            <a:ahLst/>
            <a:cxnLst/>
            <a:pathLst>
              <a:path w="514382" h="1401859">
                <a:moveTo>
                  <a:pt x="0" y="1401859"/>
                </a:moveTo>
                <a:lnTo>
                  <a:pt x="514382" y="1401859"/>
                </a:lnTo>
                <a:lnTo>
                  <a:pt x="514382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noFill/>
            <a:prstDash val="solid"/>
          </a:ln>
        </p:spPr>
      </p:sp>
      <p:sp>
        <p:nvSpPr>
          <p:cNvPr id="132" name="Figure 6 plot object 131"/>
          <p:cNvSpPr>
            <a:spLocks noGrp="1"/>
          </p:cNvSpPr>
          <p:nvPr/>
        </p:nvSpPr>
        <p:spPr>
          <a:xfrm>
            <a:off x="8435499" y="7552720"/>
            <a:ext cx="4639723" cy="26"/>
          </a:xfrm>
          <a:custGeom>
            <a:avLst/>
            <a:gdLst/>
            <a:ahLst/>
            <a:cxnLst/>
            <a:pathLst>
              <a:path w="4639723" h="26">
                <a:moveTo>
                  <a:pt x="0" y="0"/>
                </a:moveTo>
                <a:lnTo>
                  <a:pt x="4639723" y="0"/>
                </a:lnTo>
              </a:path>
            </a:pathLst>
          </a:custGeom>
          <a:noFill/>
          <a:ln w="25572">
            <a:solidFill>
              <a:srgbClr val="111111"/>
            </a:solidFill>
            <a:custDash>
              <a:ds d="400000" sp="300000"/>
            </a:custDash>
          </a:ln>
        </p:spPr>
      </p:sp>
      <p:sp>
        <p:nvSpPr>
          <p:cNvPr id="133" name="Figure 6 plot object 132"/>
          <p:cNvSpPr>
            <a:spLocks noGrp="1"/>
          </p:cNvSpPr>
          <p:nvPr/>
        </p:nvSpPr>
        <p:spPr>
          <a:xfrm>
            <a:off x="8703543" y="6794326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34" name="98.3"/>
          <p:cNvSpPr>
            <a:spLocks noGrp="1"/>
          </p:cNvSpPr>
          <p:nvPr/>
        </p:nvSpPr>
        <p:spPr>
          <a:xfrm>
            <a:off x="8718192" y="6768584"/>
            <a:ext cx="4666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98.3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5" name="Figure 6 plot object 134"/>
          <p:cNvSpPr>
            <a:spLocks noGrp="1"/>
          </p:cNvSpPr>
          <p:nvPr/>
        </p:nvSpPr>
        <p:spPr>
          <a:xfrm>
            <a:off x="11275452" y="6879287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36" name="95.0"/>
          <p:cNvSpPr>
            <a:spLocks noGrp="1"/>
          </p:cNvSpPr>
          <p:nvPr/>
        </p:nvSpPr>
        <p:spPr>
          <a:xfrm>
            <a:off x="11290100" y="6853546"/>
            <a:ext cx="4666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95.0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7" name="Figure 6 plot object 136"/>
          <p:cNvSpPr>
            <a:spLocks noGrp="1"/>
          </p:cNvSpPr>
          <p:nvPr/>
        </p:nvSpPr>
        <p:spPr>
          <a:xfrm>
            <a:off x="9269363" y="7771379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38" name="60.0"/>
          <p:cNvSpPr>
            <a:spLocks noGrp="1"/>
          </p:cNvSpPr>
          <p:nvPr/>
        </p:nvSpPr>
        <p:spPr>
          <a:xfrm>
            <a:off x="9284012" y="7745638"/>
            <a:ext cx="4666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60.0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39" name="Figure 6 plot object 138"/>
          <p:cNvSpPr>
            <a:spLocks noGrp="1"/>
          </p:cNvSpPr>
          <p:nvPr/>
        </p:nvSpPr>
        <p:spPr>
          <a:xfrm>
            <a:off x="11841271" y="7431535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40" name="73.3"/>
          <p:cNvSpPr>
            <a:spLocks noGrp="1"/>
          </p:cNvSpPr>
          <p:nvPr/>
        </p:nvSpPr>
        <p:spPr>
          <a:xfrm>
            <a:off x="11855920" y="7405793"/>
            <a:ext cx="4666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73.3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1" name="Figure 6 plot object 140"/>
          <p:cNvSpPr>
            <a:spLocks noGrp="1"/>
          </p:cNvSpPr>
          <p:nvPr/>
        </p:nvSpPr>
        <p:spPr>
          <a:xfrm>
            <a:off x="9835183" y="8705952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42" name="23.3"/>
          <p:cNvSpPr>
            <a:spLocks noGrp="1"/>
          </p:cNvSpPr>
          <p:nvPr/>
        </p:nvSpPr>
        <p:spPr>
          <a:xfrm>
            <a:off x="9848233" y="8680211"/>
            <a:ext cx="469879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23.3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3" name="Figure 6 plot object 142"/>
          <p:cNvSpPr>
            <a:spLocks noGrp="1"/>
          </p:cNvSpPr>
          <p:nvPr/>
        </p:nvSpPr>
        <p:spPr>
          <a:xfrm>
            <a:off x="12407091" y="7898821"/>
            <a:ext cx="400087" cy="202246"/>
          </a:xfrm>
          <a:custGeom>
            <a:avLst/>
            <a:gdLst/>
            <a:ahLst/>
            <a:cxnLst/>
            <a:pathLst>
              <a:path w="400087" h="202246">
                <a:moveTo>
                  <a:pt x="0" y="202246"/>
                </a:moveTo>
                <a:lnTo>
                  <a:pt x="400087" y="202246"/>
                </a:lnTo>
                <a:lnTo>
                  <a:pt x="40008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572">
            <a:noFill/>
            <a:prstDash val="solid"/>
          </a:ln>
        </p:spPr>
      </p:sp>
      <p:sp>
        <p:nvSpPr>
          <p:cNvPr id="144" name="55.0"/>
          <p:cNvSpPr>
            <a:spLocks noGrp="1"/>
          </p:cNvSpPr>
          <p:nvPr/>
        </p:nvSpPr>
        <p:spPr>
          <a:xfrm>
            <a:off x="12421740" y="7873079"/>
            <a:ext cx="4666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55.0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5" name="a"/>
          <p:cNvSpPr>
            <a:spLocks noGrp="1"/>
          </p:cNvSpPr>
          <p:nvPr/>
        </p:nvSpPr>
        <p:spPr>
          <a:xfrm>
            <a:off x="680533" y="897902"/>
            <a:ext cx="290878" cy="3711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</a:t>
            </a:r>
            <a:endParaRPr sz="2000" b="1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6" name="Observed and predicted purity"/>
          <p:cNvSpPr>
            <a:spLocks noGrp="1"/>
          </p:cNvSpPr>
          <p:nvPr/>
        </p:nvSpPr>
        <p:spPr>
          <a:xfrm>
            <a:off x="1038454" y="944954"/>
            <a:ext cx="3100565" cy="3020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Observed and predicted purity</a:t>
            </a:r>
            <a:endParaRPr sz="1800" b="1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7" name="b"/>
          <p:cNvSpPr>
            <a:spLocks noGrp="1"/>
          </p:cNvSpPr>
          <p:nvPr/>
        </p:nvSpPr>
        <p:spPr>
          <a:xfrm>
            <a:off x="7388247" y="897902"/>
            <a:ext cx="306860" cy="3711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</a:t>
            </a:r>
            <a:endParaRPr sz="2000" b="1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8" name="Lower MAE than the source-mean baseline"/>
          <p:cNvSpPr>
            <a:spLocks noGrp="1"/>
          </p:cNvSpPr>
          <p:nvPr/>
        </p:nvSpPr>
        <p:spPr>
          <a:xfrm>
            <a:off x="7746169" y="944954"/>
            <a:ext cx="4414309" cy="3020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Lower MAE than the source-mean baseline</a:t>
            </a:r>
            <a:endParaRPr sz="1800" b="1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9" name="c"/>
          <p:cNvSpPr>
            <a:spLocks noGrp="1"/>
          </p:cNvSpPr>
          <p:nvPr/>
        </p:nvSpPr>
        <p:spPr>
          <a:xfrm>
            <a:off x="680533" y="5660246"/>
            <a:ext cx="290878" cy="3711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</a:t>
            </a:r>
            <a:endParaRPr sz="2000" b="1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0" name="Information effects differ across responses"/>
          <p:cNvSpPr>
            <a:spLocks noGrp="1"/>
          </p:cNvSpPr>
          <p:nvPr/>
        </p:nvSpPr>
        <p:spPr>
          <a:xfrm>
            <a:off x="1038454" y="5707298"/>
            <a:ext cx="4343987" cy="3020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Information effects differ across responses</a:t>
            </a:r>
            <a:endParaRPr sz="1800" b="1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1" name="d"/>
          <p:cNvSpPr>
            <a:spLocks noGrp="1"/>
          </p:cNvSpPr>
          <p:nvPr/>
        </p:nvSpPr>
        <p:spPr>
          <a:xfrm>
            <a:off x="7388247" y="5660246"/>
            <a:ext cx="306860" cy="37110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d</a:t>
            </a:r>
            <a:endParaRPr sz="2000" b="1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2" name="Purity intervals can miss the reference"/>
          <p:cNvSpPr>
            <a:spLocks noGrp="1"/>
          </p:cNvSpPr>
          <p:nvPr/>
        </p:nvSpPr>
        <p:spPr>
          <a:xfrm>
            <a:off x="7746169" y="5707298"/>
            <a:ext cx="3918858" cy="3020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Purity intervals can miss the reference</a:t>
            </a:r>
            <a:endParaRPr sz="1800" b="1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3" name="Figure 6 plot object 152"/>
          <p:cNvSpPr>
            <a:spLocks noGrp="1"/>
          </p:cNvSpPr>
          <p:nvPr/>
        </p:nvSpPr>
        <p:spPr>
          <a:xfrm>
            <a:off x="1222570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solidFill>
              <a:srgbClr val="637482"/>
            </a:solidFill>
            <a:prstDash val="solid"/>
          </a:ln>
        </p:spPr>
      </p:sp>
      <p:sp>
        <p:nvSpPr>
          <p:cNvPr id="154" name="Opaque"/>
          <p:cNvSpPr>
            <a:spLocks noGrp="1"/>
          </p:cNvSpPr>
          <p:nvPr/>
        </p:nvSpPr>
        <p:spPr>
          <a:xfrm>
            <a:off x="1611260" y="6195515"/>
            <a:ext cx="8278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Opaque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5" name="Figure 6 plot object 154"/>
          <p:cNvSpPr>
            <a:spLocks noGrp="1"/>
          </p:cNvSpPr>
          <p:nvPr/>
        </p:nvSpPr>
        <p:spPr>
          <a:xfrm>
            <a:off x="2707421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solidFill>
              <a:srgbClr val="277F8A"/>
            </a:solidFill>
            <a:prstDash val="solid"/>
          </a:ln>
        </p:spPr>
      </p:sp>
      <p:sp>
        <p:nvSpPr>
          <p:cNvPr id="156" name="Aligned"/>
          <p:cNvSpPr>
            <a:spLocks noGrp="1"/>
          </p:cNvSpPr>
          <p:nvPr/>
        </p:nvSpPr>
        <p:spPr>
          <a:xfrm>
            <a:off x="3096111" y="6195515"/>
            <a:ext cx="77993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Aligned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7" name="Figure 6 plot object 156"/>
          <p:cNvSpPr>
            <a:spLocks noGrp="1"/>
          </p:cNvSpPr>
          <p:nvPr/>
        </p:nvSpPr>
        <p:spPr>
          <a:xfrm>
            <a:off x="4146754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solidFill>
              <a:srgbClr val="BC7850"/>
            </a:solidFill>
            <a:prstDash val="solid"/>
          </a:ln>
        </p:spPr>
      </p:sp>
      <p:sp>
        <p:nvSpPr>
          <p:cNvPr id="158" name="MisIndexed"/>
          <p:cNvSpPr>
            <a:spLocks noGrp="1"/>
          </p:cNvSpPr>
          <p:nvPr/>
        </p:nvSpPr>
        <p:spPr>
          <a:xfrm>
            <a:off x="4535444" y="6195515"/>
            <a:ext cx="114113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MisIndexed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9" name="Figure 6 plot object 158"/>
          <p:cNvSpPr>
            <a:spLocks noGrp="1"/>
          </p:cNvSpPr>
          <p:nvPr/>
        </p:nvSpPr>
        <p:spPr>
          <a:xfrm>
            <a:off x="7930285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637482"/>
          </a:solidFill>
          <a:ln w="25572">
            <a:solidFill>
              <a:srgbClr val="637482"/>
            </a:solidFill>
            <a:prstDash val="solid"/>
          </a:ln>
        </p:spPr>
      </p:sp>
      <p:sp>
        <p:nvSpPr>
          <p:cNvPr id="160" name="Opaque"/>
          <p:cNvSpPr>
            <a:spLocks noGrp="1"/>
          </p:cNvSpPr>
          <p:nvPr/>
        </p:nvSpPr>
        <p:spPr>
          <a:xfrm>
            <a:off x="8318974" y="6195515"/>
            <a:ext cx="827883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Opaque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1" name="Figure 6 plot object 160"/>
          <p:cNvSpPr>
            <a:spLocks noGrp="1"/>
          </p:cNvSpPr>
          <p:nvPr/>
        </p:nvSpPr>
        <p:spPr>
          <a:xfrm>
            <a:off x="9415135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277F8A"/>
          </a:solidFill>
          <a:ln w="25572">
            <a:solidFill>
              <a:srgbClr val="277F8A"/>
            </a:solidFill>
            <a:prstDash val="solid"/>
          </a:ln>
        </p:spPr>
      </p:sp>
      <p:sp>
        <p:nvSpPr>
          <p:cNvPr id="162" name="Aligned"/>
          <p:cNvSpPr>
            <a:spLocks noGrp="1"/>
          </p:cNvSpPr>
          <p:nvPr/>
        </p:nvSpPr>
        <p:spPr>
          <a:xfrm>
            <a:off x="9803825" y="6195515"/>
            <a:ext cx="77993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Aligned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3" name="Figure 6 plot object 162"/>
          <p:cNvSpPr>
            <a:spLocks noGrp="1"/>
          </p:cNvSpPr>
          <p:nvPr/>
        </p:nvSpPr>
        <p:spPr>
          <a:xfrm>
            <a:off x="10854469" y="6240521"/>
            <a:ext cx="225031" cy="143201"/>
          </a:xfrm>
          <a:custGeom>
            <a:avLst/>
            <a:gdLst/>
            <a:ahLst/>
            <a:cxnLst/>
            <a:pathLst>
              <a:path w="225031" h="143201">
                <a:moveTo>
                  <a:pt x="0" y="143201"/>
                </a:moveTo>
                <a:lnTo>
                  <a:pt x="225031" y="143201"/>
                </a:lnTo>
                <a:lnTo>
                  <a:pt x="225031" y="0"/>
                </a:lnTo>
                <a:lnTo>
                  <a:pt x="0" y="0"/>
                </a:lnTo>
                <a:close/>
              </a:path>
            </a:pathLst>
          </a:custGeom>
          <a:solidFill>
            <a:srgbClr val="BC7850"/>
          </a:solidFill>
          <a:ln w="25572">
            <a:solidFill>
              <a:srgbClr val="BC7850"/>
            </a:solidFill>
            <a:prstDash val="solid"/>
          </a:ln>
        </p:spPr>
      </p:sp>
      <p:sp>
        <p:nvSpPr>
          <p:cNvPr id="164" name="MisIndexed"/>
          <p:cNvSpPr>
            <a:spLocks noGrp="1"/>
          </p:cNvSpPr>
          <p:nvPr/>
        </p:nvSpPr>
        <p:spPr>
          <a:xfrm>
            <a:off x="11243158" y="6195515"/>
            <a:ext cx="1141136" cy="2870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0" i="0">
                <a:solidFill>
                  <a:srgbClr val="11111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0" i="0">
                <a:solidFill>
                  <a:srgbClr val="111111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MisIndexed</a:t>
            </a:r>
            <a:endParaRPr sz="1800" b="0" i="0">
              <a:solidFill>
                <a:srgbClr val="111111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6" name="section-rule-1"/>
          <p:cNvSpPr/>
          <p:nvPr/>
        </p:nvSpPr>
        <p:spPr>
          <a:xfrm>
            <a:off x="1698126" y="429548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17330">
            <a:solidFill>
              <a:srgbClr val="181B1E"/>
            </a:solidFill>
            <a:prstDash val="solid"/>
          </a:ln>
        </p:spPr>
      </p:sp>
      <p:sp>
        <p:nvSpPr>
          <p:cNvPr id="2" name="panel-letter-A-2"/>
          <p:cNvSpPr/>
          <p:nvPr/>
        </p:nvSpPr>
        <p:spPr>
          <a:xfrm>
            <a:off x="1698126" y="490201"/>
            <a:ext cx="268608" cy="3175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</a:t>
            </a:r>
            <a:endParaRPr sz="20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" name="panel-title-A-3"/>
          <p:cNvSpPr/>
          <p:nvPr/>
        </p:nvSpPr>
        <p:spPr>
          <a:xfrm>
            <a:off x="2062047" y="516195"/>
            <a:ext cx="2508885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Source research histories</a:t>
            </a:r>
            <a:endParaRPr sz="18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" name="12-session-bar-5"/>
          <p:cNvSpPr/>
          <p:nvPr/>
        </p:nvSpPr>
        <p:spPr>
          <a:xfrm>
            <a:off x="1698126" y="854122"/>
            <a:ext cx="4895597" cy="320597"/>
          </a:xfrm>
          <a:prstGeom prst="rect">
            <a:avLst/>
          </a:prstGeom>
          <a:gradFill>
            <a:gsLst>
              <a:gs pos="0">
                <a:srgbClr val="4B81A1"/>
              </a:gs>
              <a:gs pos="100000">
                <a:srgbClr val="3F7497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6" name="24-session-bar-6"/>
          <p:cNvSpPr/>
          <p:nvPr/>
        </p:nvSpPr>
        <p:spPr>
          <a:xfrm>
            <a:off x="6966309" y="854122"/>
            <a:ext cx="5060228" cy="320597"/>
          </a:xfrm>
          <a:prstGeom prst="rect">
            <a:avLst/>
          </a:prstGeom>
          <a:gradFill>
            <a:gsLst>
              <a:gs pos="0">
                <a:srgbClr val="1C6B70"/>
              </a:gs>
              <a:gs pos="100000">
                <a:srgbClr val="1D6061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7" name="12-session-title-7"/>
          <p:cNvSpPr/>
          <p:nvPr/>
        </p:nvSpPr>
        <p:spPr>
          <a:xfrm>
            <a:off x="1776109" y="888782"/>
            <a:ext cx="4739632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FFFFFF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12-batch session (W05/Aligned)</a:t>
            </a:r>
            <a:endParaRPr sz="1800" b="1">
              <a:solidFill>
                <a:srgbClr val="FFFFFF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" name="24-session-title-8"/>
          <p:cNvSpPr/>
          <p:nvPr/>
        </p:nvSpPr>
        <p:spPr>
          <a:xfrm>
            <a:off x="7035627" y="888782"/>
            <a:ext cx="4921592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FFFFFF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24-batch session (W05/Aligned)</a:t>
            </a:r>
            <a:endParaRPr sz="1800" b="1">
              <a:solidFill>
                <a:srgbClr val="FFFFFF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" name="session-divider-9"/>
          <p:cNvSpPr/>
          <p:nvPr/>
        </p:nvSpPr>
        <p:spPr>
          <a:xfrm>
            <a:off x="6801678" y="845457"/>
            <a:ext cx="87" cy="1594318"/>
          </a:xfrm>
          <a:custGeom>
            <a:avLst/>
            <a:gdLst/>
            <a:ahLst/>
            <a:cxnLst/>
            <a:pathLst>
              <a:path w="87" h="1594318">
                <a:moveTo>
                  <a:pt x="0" y="0"/>
                </a:moveTo>
                <a:lnTo>
                  <a:pt x="0" y="1594318"/>
                </a:lnTo>
              </a:path>
            </a:pathLst>
          </a:custGeom>
          <a:noFill/>
          <a:ln w="10398">
            <a:solidFill>
              <a:srgbClr val="9EADB8"/>
            </a:solidFill>
            <a:prstDash val="dash"/>
          </a:ln>
        </p:spPr>
      </p:sp>
      <p:sp>
        <p:nvSpPr>
          <p:cNvPr id="10" name="research-timeline-10"/>
          <p:cNvSpPr/>
          <p:nvPr/>
        </p:nvSpPr>
        <p:spPr>
          <a:xfrm>
            <a:off x="1732785" y="1694605"/>
            <a:ext cx="1654972" cy="87"/>
          </a:xfrm>
          <a:custGeom>
            <a:avLst/>
            <a:gdLst/>
            <a:ahLst/>
            <a:cxnLst/>
            <a:pathLst>
              <a:path w="1654972" h="87">
                <a:moveTo>
                  <a:pt x="0" y="0"/>
                </a:moveTo>
                <a:lnTo>
                  <a:pt x="1654972" y="0"/>
                </a:lnTo>
              </a:path>
            </a:pathLst>
          </a:custGeom>
          <a:noFill/>
          <a:ln w="12997">
            <a:solidFill>
              <a:srgbClr val="42799A"/>
            </a:solidFill>
            <a:prstDash val="solid"/>
          </a:ln>
        </p:spPr>
      </p:sp>
      <p:sp>
        <p:nvSpPr>
          <p:cNvPr id="11" name="research-timeline-11"/>
          <p:cNvSpPr/>
          <p:nvPr/>
        </p:nvSpPr>
        <p:spPr>
          <a:xfrm>
            <a:off x="3968297" y="1694605"/>
            <a:ext cx="1213068" cy="87"/>
          </a:xfrm>
          <a:custGeom>
            <a:avLst/>
            <a:gdLst/>
            <a:ahLst/>
            <a:cxnLst/>
            <a:pathLst>
              <a:path w="1213068" h="87">
                <a:moveTo>
                  <a:pt x="0" y="0"/>
                </a:moveTo>
                <a:lnTo>
                  <a:pt x="1213068" y="0"/>
                </a:lnTo>
              </a:path>
            </a:pathLst>
          </a:custGeom>
          <a:noFill/>
          <a:ln w="12997">
            <a:solidFill>
              <a:srgbClr val="42799A"/>
            </a:solidFill>
            <a:prstDash val="solid"/>
          </a:ln>
        </p:spPr>
      </p:sp>
      <p:sp>
        <p:nvSpPr>
          <p:cNvPr id="12" name="batch-marker-12"/>
          <p:cNvSpPr/>
          <p:nvPr/>
        </p:nvSpPr>
        <p:spPr>
          <a:xfrm>
            <a:off x="2022189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3" name="batch-marker-13"/>
          <p:cNvSpPr/>
          <p:nvPr/>
        </p:nvSpPr>
        <p:spPr>
          <a:xfrm>
            <a:off x="2429433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4" name="batch-marker-14"/>
          <p:cNvSpPr/>
          <p:nvPr/>
        </p:nvSpPr>
        <p:spPr>
          <a:xfrm>
            <a:off x="2836678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5" name="batch-marker-15"/>
          <p:cNvSpPr/>
          <p:nvPr/>
        </p:nvSpPr>
        <p:spPr>
          <a:xfrm>
            <a:off x="3243922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6" name="batch-marker-16"/>
          <p:cNvSpPr/>
          <p:nvPr/>
        </p:nvSpPr>
        <p:spPr>
          <a:xfrm>
            <a:off x="3963098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7" name="batch-marker-17"/>
          <p:cNvSpPr/>
          <p:nvPr/>
        </p:nvSpPr>
        <p:spPr>
          <a:xfrm>
            <a:off x="4353013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8" name="batch-marker-18"/>
          <p:cNvSpPr/>
          <p:nvPr/>
        </p:nvSpPr>
        <p:spPr>
          <a:xfrm>
            <a:off x="4734263" y="1620088"/>
            <a:ext cx="149034" cy="149034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19" name="omitted-batch-dot-19"/>
          <p:cNvSpPr/>
          <p:nvPr/>
        </p:nvSpPr>
        <p:spPr>
          <a:xfrm>
            <a:off x="3606110" y="1679008"/>
            <a:ext cx="31193" cy="31193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20" name="omitted-batch-dot-20"/>
          <p:cNvSpPr/>
          <p:nvPr/>
        </p:nvSpPr>
        <p:spPr>
          <a:xfrm>
            <a:off x="3692757" y="1679008"/>
            <a:ext cx="31193" cy="31193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21" name="omitted-batch-dot-21"/>
          <p:cNvSpPr/>
          <p:nvPr/>
        </p:nvSpPr>
        <p:spPr>
          <a:xfrm>
            <a:off x="3779405" y="1679008"/>
            <a:ext cx="31193" cy="31193"/>
          </a:xfrm>
          <a:prstGeom prst="ellipse">
            <a:avLst/>
          </a:prstGeom>
          <a:solidFill>
            <a:srgbClr val="42799A"/>
          </a:solidFill>
          <a:ln w="0">
            <a:noFill/>
            <a:prstDash val="solid"/>
          </a:ln>
        </p:spPr>
      </p:sp>
      <p:sp>
        <p:nvSpPr>
          <p:cNvPr id="22" name="research-timeline-22"/>
          <p:cNvSpPr/>
          <p:nvPr/>
        </p:nvSpPr>
        <p:spPr>
          <a:xfrm>
            <a:off x="6983639" y="1694605"/>
            <a:ext cx="1447017" cy="87"/>
          </a:xfrm>
          <a:custGeom>
            <a:avLst/>
            <a:gdLst/>
            <a:ahLst/>
            <a:cxnLst/>
            <a:pathLst>
              <a:path w="1447017" h="87">
                <a:moveTo>
                  <a:pt x="0" y="0"/>
                </a:moveTo>
                <a:lnTo>
                  <a:pt x="1447017" y="0"/>
                </a:lnTo>
              </a:path>
            </a:pathLst>
          </a:custGeom>
          <a:noFill/>
          <a:ln w="12997">
            <a:solidFill>
              <a:srgbClr val="206A6D"/>
            </a:solidFill>
            <a:prstDash val="solid"/>
          </a:ln>
        </p:spPr>
      </p:sp>
      <p:sp>
        <p:nvSpPr>
          <p:cNvPr id="23" name="research-timeline-23"/>
          <p:cNvSpPr/>
          <p:nvPr/>
        </p:nvSpPr>
        <p:spPr>
          <a:xfrm>
            <a:off x="8950542" y="1694605"/>
            <a:ext cx="1836932" cy="87"/>
          </a:xfrm>
          <a:custGeom>
            <a:avLst/>
            <a:gdLst/>
            <a:ahLst/>
            <a:cxnLst/>
            <a:pathLst>
              <a:path w="1836932" h="87">
                <a:moveTo>
                  <a:pt x="0" y="0"/>
                </a:moveTo>
                <a:lnTo>
                  <a:pt x="1836932" y="0"/>
                </a:lnTo>
              </a:path>
            </a:pathLst>
          </a:custGeom>
          <a:noFill/>
          <a:ln w="12997">
            <a:solidFill>
              <a:srgbClr val="206A6D"/>
            </a:solidFill>
            <a:prstDash val="solid"/>
          </a:ln>
        </p:spPr>
      </p:sp>
      <p:sp>
        <p:nvSpPr>
          <p:cNvPr id="24" name="batch-marker-24"/>
          <p:cNvSpPr/>
          <p:nvPr/>
        </p:nvSpPr>
        <p:spPr>
          <a:xfrm>
            <a:off x="7273042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5" name="batch-marker-25"/>
          <p:cNvSpPr/>
          <p:nvPr/>
        </p:nvSpPr>
        <p:spPr>
          <a:xfrm>
            <a:off x="7610968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6" name="batch-marker-26"/>
          <p:cNvSpPr/>
          <p:nvPr/>
        </p:nvSpPr>
        <p:spPr>
          <a:xfrm>
            <a:off x="7948895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7" name="batch-marker-27"/>
          <p:cNvSpPr/>
          <p:nvPr/>
        </p:nvSpPr>
        <p:spPr>
          <a:xfrm>
            <a:off x="8286821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8" name="batch-marker-28"/>
          <p:cNvSpPr/>
          <p:nvPr/>
        </p:nvSpPr>
        <p:spPr>
          <a:xfrm>
            <a:off x="8945344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29" name="batch-marker-29"/>
          <p:cNvSpPr/>
          <p:nvPr/>
        </p:nvSpPr>
        <p:spPr>
          <a:xfrm>
            <a:off x="9283270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0" name="batch-marker-30"/>
          <p:cNvSpPr/>
          <p:nvPr/>
        </p:nvSpPr>
        <p:spPr>
          <a:xfrm>
            <a:off x="9595202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1" name="batch-marker-31"/>
          <p:cNvSpPr/>
          <p:nvPr/>
        </p:nvSpPr>
        <p:spPr>
          <a:xfrm>
            <a:off x="9863810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2" name="batch-marker-32"/>
          <p:cNvSpPr/>
          <p:nvPr/>
        </p:nvSpPr>
        <p:spPr>
          <a:xfrm>
            <a:off x="10141082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3" name="batch-marker-33"/>
          <p:cNvSpPr/>
          <p:nvPr/>
        </p:nvSpPr>
        <p:spPr>
          <a:xfrm>
            <a:off x="10418355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4" name="batch-marker-34"/>
          <p:cNvSpPr/>
          <p:nvPr/>
        </p:nvSpPr>
        <p:spPr>
          <a:xfrm>
            <a:off x="10643639" y="1620088"/>
            <a:ext cx="149034" cy="149034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5" name="omitted-batch-dot-35"/>
          <p:cNvSpPr/>
          <p:nvPr/>
        </p:nvSpPr>
        <p:spPr>
          <a:xfrm>
            <a:off x="8649008" y="1679008"/>
            <a:ext cx="31193" cy="31193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6" name="omitted-batch-dot-36"/>
          <p:cNvSpPr/>
          <p:nvPr/>
        </p:nvSpPr>
        <p:spPr>
          <a:xfrm>
            <a:off x="8735656" y="1679008"/>
            <a:ext cx="31193" cy="31193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7" name="omitted-batch-dot-37"/>
          <p:cNvSpPr/>
          <p:nvPr/>
        </p:nvSpPr>
        <p:spPr>
          <a:xfrm>
            <a:off x="8822304" y="1679008"/>
            <a:ext cx="31193" cy="31193"/>
          </a:xfrm>
          <a:prstGeom prst="ellipse">
            <a:avLst/>
          </a:prstGeom>
          <a:solidFill>
            <a:srgbClr val="206A6D"/>
          </a:solidFill>
          <a:ln w="0">
            <a:noFill/>
            <a:prstDash val="solid"/>
          </a:ln>
        </p:spPr>
      </p:sp>
      <p:sp>
        <p:nvSpPr>
          <p:cNvPr id="38" name="batch-label-B1-38"/>
          <p:cNvSpPr/>
          <p:nvPr/>
        </p:nvSpPr>
        <p:spPr>
          <a:xfrm>
            <a:off x="1914746" y="1322019"/>
            <a:ext cx="363921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B1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39" name="batch-label-tick-39"/>
          <p:cNvSpPr/>
          <p:nvPr/>
        </p:nvSpPr>
        <p:spPr>
          <a:xfrm>
            <a:off x="2096706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0" name="batch-label-B12-40"/>
          <p:cNvSpPr/>
          <p:nvPr/>
        </p:nvSpPr>
        <p:spPr>
          <a:xfrm>
            <a:off x="4626820" y="1322019"/>
            <a:ext cx="363921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B12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1" name="batch-label-tick-41"/>
          <p:cNvSpPr/>
          <p:nvPr/>
        </p:nvSpPr>
        <p:spPr>
          <a:xfrm>
            <a:off x="4808780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2" name="batch-label-B1-42"/>
          <p:cNvSpPr/>
          <p:nvPr/>
        </p:nvSpPr>
        <p:spPr>
          <a:xfrm>
            <a:off x="7165599" y="1322019"/>
            <a:ext cx="363921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B1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3" name="batch-label-tick-43"/>
          <p:cNvSpPr/>
          <p:nvPr/>
        </p:nvSpPr>
        <p:spPr>
          <a:xfrm>
            <a:off x="7347559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4" name="batch-label-B20-44"/>
          <p:cNvSpPr/>
          <p:nvPr/>
        </p:nvSpPr>
        <p:spPr>
          <a:xfrm>
            <a:off x="9487759" y="1322019"/>
            <a:ext cx="363921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B20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5" name="batch-label-tick-45"/>
          <p:cNvSpPr/>
          <p:nvPr/>
        </p:nvSpPr>
        <p:spPr>
          <a:xfrm>
            <a:off x="9669719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6" name="batch-label-B23-46"/>
          <p:cNvSpPr/>
          <p:nvPr/>
        </p:nvSpPr>
        <p:spPr>
          <a:xfrm>
            <a:off x="10033639" y="1322019"/>
            <a:ext cx="363921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B23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7" name="batch-label-tick-47"/>
          <p:cNvSpPr/>
          <p:nvPr/>
        </p:nvSpPr>
        <p:spPr>
          <a:xfrm>
            <a:off x="10215600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48" name="batch-label-B24-48"/>
          <p:cNvSpPr/>
          <p:nvPr/>
        </p:nvSpPr>
        <p:spPr>
          <a:xfrm>
            <a:off x="10536196" y="1322019"/>
            <a:ext cx="363921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B24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49" name="batch-label-tick-49"/>
          <p:cNvSpPr/>
          <p:nvPr/>
        </p:nvSpPr>
        <p:spPr>
          <a:xfrm>
            <a:off x="10718156" y="1529974"/>
            <a:ext cx="87" cy="86648"/>
          </a:xfrm>
          <a:custGeom>
            <a:avLst/>
            <a:gdLst/>
            <a:ahLst/>
            <a:cxnLst/>
            <a:pathLst>
              <a:path w="87" h="86648">
                <a:moveTo>
                  <a:pt x="0" y="0"/>
                </a:moveTo>
                <a:lnTo>
                  <a:pt x="0" y="86648"/>
                </a:lnTo>
              </a:path>
            </a:pathLst>
          </a:custGeom>
          <a:noFill/>
          <a:ln w="8665">
            <a:solidFill>
              <a:srgbClr val="69747B"/>
            </a:solidFill>
            <a:prstDash val="solid"/>
          </a:ln>
        </p:spPr>
      </p:sp>
      <p:sp>
        <p:nvSpPr>
          <p:cNvPr id="50" name="12-first-feasible-50"/>
          <p:cNvSpPr/>
          <p:nvPr/>
        </p:nvSpPr>
        <p:spPr>
          <a:xfrm>
            <a:off x="1715456" y="1945883"/>
            <a:ext cx="953125" cy="4394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First feasible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batch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1" name="12-refined-51"/>
          <p:cNvSpPr/>
          <p:nvPr/>
        </p:nvSpPr>
        <p:spPr>
          <a:xfrm>
            <a:off x="4384206" y="1945883"/>
            <a:ext cx="892472" cy="4394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Refined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conditions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2" name="24-initial-52"/>
          <p:cNvSpPr/>
          <p:nvPr/>
        </p:nvSpPr>
        <p:spPr>
          <a:xfrm>
            <a:off x="6948980" y="1945883"/>
            <a:ext cx="909801" cy="4394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Initial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exploration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3" name="24-failure-range-53"/>
          <p:cNvSpPr/>
          <p:nvPr/>
        </p:nvSpPr>
        <p:spPr>
          <a:xfrm>
            <a:off x="8032805" y="1946437"/>
            <a:ext cx="1800860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B1–19 fail the fines limit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4" name="24-first-selected-54"/>
          <p:cNvSpPr/>
          <p:nvPr/>
        </p:nvSpPr>
        <p:spPr>
          <a:xfrm>
            <a:off x="9981651" y="1937218"/>
            <a:ext cx="935796" cy="4394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B20 feasible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B23 selected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5" name="budget-box-55"/>
          <p:cNvSpPr/>
          <p:nvPr/>
        </p:nvSpPr>
        <p:spPr>
          <a:xfrm>
            <a:off x="5432425" y="1278890"/>
            <a:ext cx="1091565" cy="1056640"/>
          </a:xfrm>
          <a:prstGeom prst="rect">
            <a:avLst/>
          </a:prstGeom>
          <a:gradFill>
            <a:gsLst>
              <a:gs pos="0">
                <a:srgbClr val="EEF1F4"/>
              </a:gs>
              <a:gs pos="100000">
                <a:srgbClr val="E5EBF1"/>
              </a:gs>
            </a:gsLst>
            <a:lin ang="1800000"/>
          </a:gradFill>
          <a:ln w="8665">
            <a:solidFill>
              <a:srgbClr val="E7ECEF"/>
            </a:solidFill>
            <a:prstDash val="solid"/>
          </a:ln>
        </p:spPr>
      </p:sp>
      <p:sp>
        <p:nvSpPr>
          <p:cNvPr id="56" name="budget-total-56"/>
          <p:cNvSpPr/>
          <p:nvPr/>
        </p:nvSpPr>
        <p:spPr>
          <a:xfrm>
            <a:off x="5475968" y="1382673"/>
            <a:ext cx="1005114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 batches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7" name="budget-independent-57"/>
          <p:cNvSpPr/>
          <p:nvPr/>
        </p:nvSpPr>
        <p:spPr>
          <a:xfrm>
            <a:off x="5458638" y="1615433"/>
            <a:ext cx="1039773" cy="6527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total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(independent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session)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58" name="budget-box-58"/>
          <p:cNvSpPr/>
          <p:nvPr/>
        </p:nvSpPr>
        <p:spPr>
          <a:xfrm>
            <a:off x="11021695" y="1278890"/>
            <a:ext cx="1005205" cy="1056640"/>
          </a:xfrm>
          <a:prstGeom prst="rect">
            <a:avLst/>
          </a:prstGeom>
          <a:gradFill>
            <a:gsLst>
              <a:gs pos="0">
                <a:srgbClr val="EEF1F4"/>
              </a:gs>
              <a:gs pos="100000">
                <a:srgbClr val="E1EBE9"/>
              </a:gs>
            </a:gsLst>
            <a:lin ang="1800000"/>
          </a:gradFill>
          <a:ln w="8665">
            <a:solidFill>
              <a:srgbClr val="E7ECEF"/>
            </a:solidFill>
            <a:prstDash val="solid"/>
          </a:ln>
        </p:spPr>
      </p:sp>
      <p:sp>
        <p:nvSpPr>
          <p:cNvPr id="59" name="budget-total-59"/>
          <p:cNvSpPr/>
          <p:nvPr/>
        </p:nvSpPr>
        <p:spPr>
          <a:xfrm>
            <a:off x="11064747" y="1382673"/>
            <a:ext cx="918466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 batches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60" name="budget-independent-60"/>
          <p:cNvSpPr/>
          <p:nvPr/>
        </p:nvSpPr>
        <p:spPr>
          <a:xfrm>
            <a:off x="11034395" y="1615433"/>
            <a:ext cx="979170" cy="6527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total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(independent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session)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61" name="section-rule-61"/>
          <p:cNvSpPr/>
          <p:nvPr/>
        </p:nvSpPr>
        <p:spPr>
          <a:xfrm>
            <a:off x="1698126" y="2595741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17330">
            <a:solidFill>
              <a:srgbClr val="181B1E"/>
            </a:solidFill>
            <a:prstDash val="solid"/>
          </a:ln>
        </p:spPr>
      </p:sp>
      <p:sp>
        <p:nvSpPr>
          <p:cNvPr id="62" name="panel-letter-B-62"/>
          <p:cNvSpPr/>
          <p:nvPr/>
        </p:nvSpPr>
        <p:spPr>
          <a:xfrm>
            <a:off x="1698126" y="2656395"/>
            <a:ext cx="268608" cy="3175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</a:t>
            </a:r>
            <a:endParaRPr sz="20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63" name="panel-title-B-63"/>
          <p:cNvSpPr/>
          <p:nvPr/>
        </p:nvSpPr>
        <p:spPr>
          <a:xfrm>
            <a:off x="2062047" y="2682389"/>
            <a:ext cx="3418205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Withheld thermal comparison task</a:t>
            </a:r>
            <a:endParaRPr sz="18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65" name="common-header-65"/>
          <p:cNvSpPr/>
          <p:nvPr/>
        </p:nvSpPr>
        <p:spPr>
          <a:xfrm>
            <a:off x="1698126" y="3176281"/>
            <a:ext cx="2634091" cy="580540"/>
          </a:xfrm>
          <a:prstGeom prst="roundRect">
            <a:avLst>
              <a:gd name="adj" fmla="val 11940"/>
            </a:avLst>
          </a:prstGeom>
          <a:gradFill>
            <a:gsLst>
              <a:gs pos="0">
                <a:srgbClr val="EAF0F4"/>
              </a:gs>
              <a:gs pos="100000">
                <a:srgbClr val="DFE6EE"/>
              </a:gs>
            </a:gsLst>
            <a:lin ang="1800000"/>
          </a:gradFill>
          <a:ln w="8665">
            <a:solidFill>
              <a:srgbClr val="E6EBF0"/>
            </a:solidFill>
            <a:prstDash val="solid"/>
          </a:ln>
        </p:spPr>
      </p:sp>
      <p:sp>
        <p:nvSpPr>
          <p:cNvPr id="66" name="common-recipe-title-66"/>
          <p:cNvSpPr/>
          <p:nvPr/>
        </p:nvSpPr>
        <p:spPr>
          <a:xfrm>
            <a:off x="1776109" y="3280258"/>
            <a:ext cx="2478125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Common preceding recipe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67" name="common-recipe-subtitle-67"/>
          <p:cNvSpPr/>
          <p:nvPr/>
        </p:nvSpPr>
        <p:spPr>
          <a:xfrm>
            <a:off x="1776109" y="3547678"/>
            <a:ext cx="2478125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(from source research)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68" name="common-recipe-box-68"/>
          <p:cNvSpPr/>
          <p:nvPr/>
        </p:nvSpPr>
        <p:spPr>
          <a:xfrm>
            <a:off x="1698126" y="3843469"/>
            <a:ext cx="2634091" cy="163764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12997">
            <a:solidFill>
              <a:srgbClr val="CAD4DD"/>
            </a:solidFill>
            <a:prstDash val="solid"/>
          </a:ln>
        </p:spPr>
      </p:sp>
      <p:pic>
        <p:nvPicPr>
          <p:cNvPr id="264" name="Original beaker illustration"/>
          <p:cNvPicPr>
            <a:picLocks noChangeAspect="1"/>
          </p:cNvPicPr>
          <p:nvPr/>
        </p:nvPicPr>
        <p:blipFill>
          <a:blip r:embed="rId1"/>
          <a:srcRect l="2453" t="33359" r="91169" b="57154"/>
          <a:stretch>
            <a:fillRect/>
          </a:stretch>
        </p:blipFill>
        <p:spPr>
          <a:xfrm>
            <a:off x="1819433" y="4060088"/>
            <a:ext cx="675852" cy="1057102"/>
          </a:xfrm>
          <a:prstGeom prst="rect">
            <a:avLst/>
          </a:prstGeom>
        </p:spPr>
      </p:pic>
      <p:sp>
        <p:nvSpPr>
          <p:cNvPr id="70" name="same-system-69"/>
          <p:cNvSpPr/>
          <p:nvPr/>
        </p:nvSpPr>
        <p:spPr>
          <a:xfrm>
            <a:off x="2599263" y="4161629"/>
            <a:ext cx="1568324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•  Same system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1" name="same-formulation-70"/>
          <p:cNvSpPr/>
          <p:nvPr/>
        </p:nvSpPr>
        <p:spPr>
          <a:xfrm>
            <a:off x="2599263" y="4404242"/>
            <a:ext cx="1680966" cy="4394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•  Same base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   formulation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2" name="same-processing-71"/>
          <p:cNvSpPr/>
          <p:nvPr/>
        </p:nvSpPr>
        <p:spPr>
          <a:xfrm>
            <a:off x="2599263" y="4850056"/>
            <a:ext cx="1706961" cy="4445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•  Same processing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   (up to thermal step)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3" name="common-to-question-72"/>
          <p:cNvSpPr/>
          <p:nvPr/>
        </p:nvSpPr>
        <p:spPr>
          <a:xfrm>
            <a:off x="4462189" y="4588639"/>
            <a:ext cx="363921" cy="87"/>
          </a:xfrm>
          <a:custGeom>
            <a:avLst/>
            <a:gdLst/>
            <a:ahLst/>
            <a:cxnLst/>
            <a:pathLst>
              <a:path w="363921" h="87">
                <a:moveTo>
                  <a:pt x="0" y="0"/>
                </a:moveTo>
                <a:lnTo>
                  <a:pt x="363921" y="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74" name="common-to-question-73"/>
          <p:cNvSpPr/>
          <p:nvPr/>
        </p:nvSpPr>
        <p:spPr>
          <a:xfrm>
            <a:off x="4733407" y="4588639"/>
            <a:ext cx="92703" cy="47090"/>
          </a:xfrm>
          <a:custGeom>
            <a:avLst/>
            <a:gdLst/>
            <a:ahLst/>
            <a:cxnLst/>
            <a:pathLst>
              <a:path w="92703" h="47090">
                <a:moveTo>
                  <a:pt x="92703" y="0"/>
                </a:moveTo>
                <a:lnTo>
                  <a:pt x="0" y="4709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75" name="common-to-question-74"/>
          <p:cNvSpPr/>
          <p:nvPr/>
        </p:nvSpPr>
        <p:spPr>
          <a:xfrm>
            <a:off x="4733407" y="4541550"/>
            <a:ext cx="92703" cy="47090"/>
          </a:xfrm>
          <a:custGeom>
            <a:avLst/>
            <a:gdLst/>
            <a:ahLst/>
            <a:cxnLst/>
            <a:pathLst>
              <a:path w="92703" h="47090">
                <a:moveTo>
                  <a:pt x="92703" y="47090"/>
                </a:moveTo>
                <a:lnTo>
                  <a:pt x="0" y="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76" name="withheld-question-frame-75"/>
          <p:cNvSpPr/>
          <p:nvPr/>
        </p:nvSpPr>
        <p:spPr>
          <a:xfrm>
            <a:off x="4930087" y="3054974"/>
            <a:ext cx="4003126" cy="2582103"/>
          </a:xfrm>
          <a:prstGeom prst="roundRect">
            <a:avLst>
              <a:gd name="adj" fmla="val 2013"/>
            </a:avLst>
          </a:prstGeom>
          <a:solidFill>
            <a:srgbClr val="FFFFFF"/>
          </a:solidFill>
          <a:ln w="10398">
            <a:solidFill>
              <a:srgbClr val="68737C"/>
            </a:solidFill>
            <a:prstDash val="dash"/>
          </a:ln>
        </p:spPr>
      </p:sp>
      <p:sp>
        <p:nvSpPr>
          <p:cNvPr id="77" name="withheld-question-header-76"/>
          <p:cNvSpPr/>
          <p:nvPr/>
        </p:nvSpPr>
        <p:spPr>
          <a:xfrm>
            <a:off x="4938752" y="3063639"/>
            <a:ext cx="3985796" cy="571875"/>
          </a:xfrm>
          <a:prstGeom prst="rect">
            <a:avLst/>
          </a:prstGeom>
          <a:gradFill>
            <a:gsLst>
              <a:gs pos="0">
                <a:srgbClr val="FCF2E0"/>
              </a:gs>
              <a:gs pos="100000">
                <a:srgbClr val="FBEDD8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78" name="thermal-question-title-77"/>
          <p:cNvSpPr/>
          <p:nvPr/>
        </p:nvSpPr>
        <p:spPr>
          <a:xfrm>
            <a:off x="5042729" y="3150287"/>
            <a:ext cx="3760512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Withheld thermal question Q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79" name="thermal-question-time-78"/>
          <p:cNvSpPr/>
          <p:nvPr/>
        </p:nvSpPr>
        <p:spPr>
          <a:xfrm>
            <a:off x="5025400" y="3375571"/>
            <a:ext cx="3795171" cy="22528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(revealed to both agents at prediction time)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0" name="thermal-question-79"/>
          <p:cNvSpPr/>
          <p:nvPr/>
        </p:nvSpPr>
        <p:spPr>
          <a:xfrm>
            <a:off x="5042729" y="3696168"/>
            <a:ext cx="3751847" cy="5003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For this formulation, which option produces</a:t>
            </a:r>
            <a:endParaRPr sz="16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fewer fines?</a:t>
            </a:r>
            <a:endParaRPr sz="16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1" name="option-H-box-80"/>
          <p:cNvSpPr/>
          <p:nvPr/>
        </p:nvSpPr>
        <p:spPr>
          <a:xfrm>
            <a:off x="5042535" y="4164330"/>
            <a:ext cx="1871345" cy="1375410"/>
          </a:xfrm>
          <a:prstGeom prst="roundRect">
            <a:avLst>
              <a:gd name="adj" fmla="val 4545"/>
            </a:avLst>
          </a:prstGeom>
          <a:gradFill>
            <a:gsLst>
              <a:gs pos="0">
                <a:srgbClr val="E8EEF2"/>
              </a:gs>
              <a:gs pos="100000">
                <a:srgbClr val="DAE4EB"/>
              </a:gs>
            </a:gsLst>
            <a:lin ang="1800000"/>
          </a:gradFill>
          <a:ln w="0">
            <a:noFill/>
            <a:prstDash val="solid"/>
          </a:ln>
        </p:spPr>
      </p:sp>
      <p:sp>
        <p:nvSpPr>
          <p:cNvPr id="82" name="option-R-box-81"/>
          <p:cNvSpPr/>
          <p:nvPr/>
        </p:nvSpPr>
        <p:spPr>
          <a:xfrm>
            <a:off x="6983730" y="4164330"/>
            <a:ext cx="1837055" cy="1376680"/>
          </a:xfrm>
          <a:prstGeom prst="roundRect">
            <a:avLst>
              <a:gd name="adj" fmla="val 4545"/>
            </a:avLst>
          </a:prstGeom>
          <a:gradFill>
            <a:gsLst>
              <a:gs pos="0">
                <a:srgbClr val="F9ECE6"/>
              </a:gs>
              <a:gs pos="100000">
                <a:srgbClr val="F4E5DD"/>
              </a:gs>
            </a:gsLst>
            <a:lin ang="1800000"/>
          </a:gradFill>
          <a:ln w="0">
            <a:noFill/>
            <a:prstDash val="solid"/>
          </a:ln>
        </p:spPr>
      </p:sp>
      <p:sp>
        <p:nvSpPr>
          <p:cNvPr id="83" name="option-H-label-82"/>
          <p:cNvSpPr/>
          <p:nvPr/>
        </p:nvSpPr>
        <p:spPr>
          <a:xfrm>
            <a:off x="5077388" y="4233384"/>
            <a:ext cx="1802273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276083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276083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Option H</a:t>
            </a:r>
            <a:endParaRPr sz="1400" b="1">
              <a:solidFill>
                <a:srgbClr val="276083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4" name="option-H-copy-83"/>
          <p:cNvSpPr/>
          <p:nvPr/>
        </p:nvSpPr>
        <p:spPr>
          <a:xfrm>
            <a:off x="5112047" y="4432673"/>
            <a:ext cx="1715625" cy="4394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indent="0" algn="ctr" fontAlgn="auto">
              <a:lnSpc>
                <a:spcPct val="100000"/>
              </a:lnSpc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Hold at temperature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indent="0" algn="ctr" fontAlgn="auto">
              <a:lnSpc>
                <a:spcPct val="100000"/>
              </a:lnSpc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(no further change)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5" name="option-R-label-84"/>
          <p:cNvSpPr/>
          <p:nvPr/>
        </p:nvSpPr>
        <p:spPr>
          <a:xfrm>
            <a:off x="7018298" y="4233384"/>
            <a:ext cx="1767614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B94E2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B94E2C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Option R</a:t>
            </a:r>
            <a:endParaRPr sz="1400" b="1">
              <a:solidFill>
                <a:srgbClr val="B94E2C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6" name="option-R-copy-85"/>
          <p:cNvSpPr/>
          <p:nvPr/>
        </p:nvSpPr>
        <p:spPr>
          <a:xfrm>
            <a:off x="7026963" y="4441338"/>
            <a:ext cx="1741620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Reheat then recool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87" name="H-y-axis-86"/>
          <p:cNvSpPr/>
          <p:nvPr/>
        </p:nvSpPr>
        <p:spPr>
          <a:xfrm>
            <a:off x="5510627" y="4848583"/>
            <a:ext cx="87" cy="467898"/>
          </a:xfrm>
          <a:custGeom>
            <a:avLst/>
            <a:gdLst/>
            <a:ahLst/>
            <a:cxnLst/>
            <a:pathLst>
              <a:path w="87" h="467898">
                <a:moveTo>
                  <a:pt x="0" y="467898"/>
                </a:moveTo>
                <a:lnTo>
                  <a:pt x="0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88" name="H-y-axis-87"/>
          <p:cNvSpPr/>
          <p:nvPr/>
        </p:nvSpPr>
        <p:spPr>
          <a:xfrm>
            <a:off x="5510627" y="4848583"/>
            <a:ext cx="23545" cy="46351"/>
          </a:xfrm>
          <a:custGeom>
            <a:avLst/>
            <a:gdLst/>
            <a:ahLst/>
            <a:cxnLst/>
            <a:pathLst>
              <a:path w="23545" h="46351">
                <a:moveTo>
                  <a:pt x="0" y="0"/>
                </a:moveTo>
                <a:lnTo>
                  <a:pt x="23545" y="46351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89" name="H-y-axis-88"/>
          <p:cNvSpPr/>
          <p:nvPr/>
        </p:nvSpPr>
        <p:spPr>
          <a:xfrm>
            <a:off x="5487082" y="4848583"/>
            <a:ext cx="23545" cy="46351"/>
          </a:xfrm>
          <a:custGeom>
            <a:avLst/>
            <a:gdLst/>
            <a:ahLst/>
            <a:cxnLst/>
            <a:pathLst>
              <a:path w="23545" h="46351">
                <a:moveTo>
                  <a:pt x="23545" y="0"/>
                </a:moveTo>
                <a:lnTo>
                  <a:pt x="0" y="46351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0" name="H-x-axis-89"/>
          <p:cNvSpPr/>
          <p:nvPr/>
        </p:nvSpPr>
        <p:spPr>
          <a:xfrm>
            <a:off x="5510627" y="5316480"/>
            <a:ext cx="1135085" cy="87"/>
          </a:xfrm>
          <a:custGeom>
            <a:avLst/>
            <a:gdLst/>
            <a:ahLst/>
            <a:cxnLst/>
            <a:pathLst>
              <a:path w="1135085" h="87">
                <a:moveTo>
                  <a:pt x="0" y="0"/>
                </a:moveTo>
                <a:lnTo>
                  <a:pt x="1135085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1" name="H-x-axis-90"/>
          <p:cNvSpPr/>
          <p:nvPr/>
        </p:nvSpPr>
        <p:spPr>
          <a:xfrm>
            <a:off x="6599361" y="5316480"/>
            <a:ext cx="46351" cy="23545"/>
          </a:xfrm>
          <a:custGeom>
            <a:avLst/>
            <a:gdLst/>
            <a:ahLst/>
            <a:cxnLst/>
            <a:pathLst>
              <a:path w="46351" h="23545">
                <a:moveTo>
                  <a:pt x="46351" y="0"/>
                </a:moveTo>
                <a:lnTo>
                  <a:pt x="0" y="23545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2" name="H-x-axis-91"/>
          <p:cNvSpPr/>
          <p:nvPr/>
        </p:nvSpPr>
        <p:spPr>
          <a:xfrm>
            <a:off x="6599361" y="5292936"/>
            <a:ext cx="46351" cy="23545"/>
          </a:xfrm>
          <a:custGeom>
            <a:avLst/>
            <a:gdLst/>
            <a:ahLst/>
            <a:cxnLst/>
            <a:pathLst>
              <a:path w="46351" h="23545">
                <a:moveTo>
                  <a:pt x="46351" y="23545"/>
                </a:moveTo>
                <a:lnTo>
                  <a:pt x="0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3" name="hold-profile-92"/>
          <p:cNvSpPr/>
          <p:nvPr/>
        </p:nvSpPr>
        <p:spPr>
          <a:xfrm>
            <a:off x="5545286" y="5056537"/>
            <a:ext cx="996449" cy="87"/>
          </a:xfrm>
          <a:custGeom>
            <a:avLst/>
            <a:gdLst/>
            <a:ahLst/>
            <a:cxnLst/>
            <a:pathLst>
              <a:path w="996449" h="87">
                <a:moveTo>
                  <a:pt x="0" y="0"/>
                </a:moveTo>
                <a:lnTo>
                  <a:pt x="996449" y="0"/>
                </a:lnTo>
              </a:path>
            </a:pathLst>
          </a:custGeom>
          <a:noFill/>
          <a:ln w="21662">
            <a:solidFill>
              <a:srgbClr val="215E85"/>
            </a:solidFill>
            <a:prstDash val="solid"/>
          </a:ln>
        </p:spPr>
      </p:sp>
      <p:sp>
        <p:nvSpPr>
          <p:cNvPr id="94" name="H-temperature-93"/>
          <p:cNvSpPr/>
          <p:nvPr/>
        </p:nvSpPr>
        <p:spPr>
          <a:xfrm>
            <a:off x="5523083" y="4885679"/>
            <a:ext cx="1039773" cy="19062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>
                <a:solidFill>
                  <a:srgbClr val="215E85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215E85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278.15 K · 2 h</a:t>
            </a:r>
            <a:endParaRPr sz="1200" b="0">
              <a:solidFill>
                <a:srgbClr val="215E85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5" name="H-T-94"/>
          <p:cNvSpPr/>
          <p:nvPr/>
        </p:nvSpPr>
        <p:spPr>
          <a:xfrm>
            <a:off x="5328667" y="5004549"/>
            <a:ext cx="155966" cy="19062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6" name="H-t-95"/>
          <p:cNvSpPr/>
          <p:nvPr/>
        </p:nvSpPr>
        <p:spPr>
          <a:xfrm>
            <a:off x="5995854" y="5359804"/>
            <a:ext cx="138636" cy="1955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97" name="R-y-axis-96"/>
          <p:cNvSpPr/>
          <p:nvPr/>
        </p:nvSpPr>
        <p:spPr>
          <a:xfrm>
            <a:off x="7425542" y="4848583"/>
            <a:ext cx="87" cy="467898"/>
          </a:xfrm>
          <a:custGeom>
            <a:avLst/>
            <a:gdLst/>
            <a:ahLst/>
            <a:cxnLst/>
            <a:pathLst>
              <a:path w="87" h="467898">
                <a:moveTo>
                  <a:pt x="0" y="467898"/>
                </a:moveTo>
                <a:lnTo>
                  <a:pt x="0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8" name="R-y-axis-97"/>
          <p:cNvSpPr/>
          <p:nvPr/>
        </p:nvSpPr>
        <p:spPr>
          <a:xfrm>
            <a:off x="7425542" y="4848583"/>
            <a:ext cx="23545" cy="46351"/>
          </a:xfrm>
          <a:custGeom>
            <a:avLst/>
            <a:gdLst/>
            <a:ahLst/>
            <a:cxnLst/>
            <a:pathLst>
              <a:path w="23545" h="46351">
                <a:moveTo>
                  <a:pt x="0" y="0"/>
                </a:moveTo>
                <a:lnTo>
                  <a:pt x="23545" y="46351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99" name="R-y-axis-98"/>
          <p:cNvSpPr/>
          <p:nvPr/>
        </p:nvSpPr>
        <p:spPr>
          <a:xfrm>
            <a:off x="7401997" y="4848583"/>
            <a:ext cx="23545" cy="46351"/>
          </a:xfrm>
          <a:custGeom>
            <a:avLst/>
            <a:gdLst/>
            <a:ahLst/>
            <a:cxnLst/>
            <a:pathLst>
              <a:path w="23545" h="46351">
                <a:moveTo>
                  <a:pt x="23545" y="0"/>
                </a:moveTo>
                <a:lnTo>
                  <a:pt x="0" y="46351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00" name="R-x-axis-99"/>
          <p:cNvSpPr/>
          <p:nvPr/>
        </p:nvSpPr>
        <p:spPr>
          <a:xfrm>
            <a:off x="7425542" y="5316480"/>
            <a:ext cx="1126421" cy="87"/>
          </a:xfrm>
          <a:custGeom>
            <a:avLst/>
            <a:gdLst/>
            <a:ahLst/>
            <a:cxnLst/>
            <a:pathLst>
              <a:path w="1126421" h="87">
                <a:moveTo>
                  <a:pt x="0" y="0"/>
                </a:moveTo>
                <a:lnTo>
                  <a:pt x="1126421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01" name="R-x-axis-100"/>
          <p:cNvSpPr/>
          <p:nvPr/>
        </p:nvSpPr>
        <p:spPr>
          <a:xfrm>
            <a:off x="8505611" y="5316480"/>
            <a:ext cx="46351" cy="23545"/>
          </a:xfrm>
          <a:custGeom>
            <a:avLst/>
            <a:gdLst/>
            <a:ahLst/>
            <a:cxnLst/>
            <a:pathLst>
              <a:path w="46351" h="23545">
                <a:moveTo>
                  <a:pt x="46351" y="0"/>
                </a:moveTo>
                <a:lnTo>
                  <a:pt x="0" y="23545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02" name="R-x-axis-101"/>
          <p:cNvSpPr/>
          <p:nvPr/>
        </p:nvSpPr>
        <p:spPr>
          <a:xfrm>
            <a:off x="8505611" y="5292936"/>
            <a:ext cx="46351" cy="23545"/>
          </a:xfrm>
          <a:custGeom>
            <a:avLst/>
            <a:gdLst/>
            <a:ahLst/>
            <a:cxnLst/>
            <a:pathLst>
              <a:path w="46351" h="23545">
                <a:moveTo>
                  <a:pt x="46351" y="23545"/>
                </a:moveTo>
                <a:lnTo>
                  <a:pt x="0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03" name="reheat-recool-profile-102"/>
          <p:cNvSpPr/>
          <p:nvPr/>
        </p:nvSpPr>
        <p:spPr>
          <a:xfrm>
            <a:off x="7451537" y="5238497"/>
            <a:ext cx="86648" cy="87"/>
          </a:xfrm>
          <a:custGeom>
            <a:avLst/>
            <a:gdLst/>
            <a:ahLst/>
            <a:cxnLst/>
            <a:pathLst>
              <a:path w="86648" h="87">
                <a:moveTo>
                  <a:pt x="0" y="0"/>
                </a:moveTo>
                <a:lnTo>
                  <a:pt x="86648" y="0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4" name="reheat-recool-profile-103"/>
          <p:cNvSpPr/>
          <p:nvPr/>
        </p:nvSpPr>
        <p:spPr>
          <a:xfrm>
            <a:off x="7538184" y="4857247"/>
            <a:ext cx="277273" cy="381250"/>
          </a:xfrm>
          <a:custGeom>
            <a:avLst/>
            <a:gdLst/>
            <a:ahLst/>
            <a:cxnLst/>
            <a:pathLst>
              <a:path w="277273" h="381250">
                <a:moveTo>
                  <a:pt x="0" y="381250"/>
                </a:moveTo>
                <a:lnTo>
                  <a:pt x="277273" y="0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5" name="reheat-recool-profile-104"/>
          <p:cNvSpPr/>
          <p:nvPr/>
        </p:nvSpPr>
        <p:spPr>
          <a:xfrm>
            <a:off x="7815457" y="4857247"/>
            <a:ext cx="268608" cy="87"/>
          </a:xfrm>
          <a:custGeom>
            <a:avLst/>
            <a:gdLst/>
            <a:ahLst/>
            <a:cxnLst/>
            <a:pathLst>
              <a:path w="268608" h="87">
                <a:moveTo>
                  <a:pt x="0" y="0"/>
                </a:moveTo>
                <a:lnTo>
                  <a:pt x="268608" y="0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6" name="reheat-recool-profile-105"/>
          <p:cNvSpPr/>
          <p:nvPr/>
        </p:nvSpPr>
        <p:spPr>
          <a:xfrm>
            <a:off x="8084065" y="4857247"/>
            <a:ext cx="225284" cy="303267"/>
          </a:xfrm>
          <a:custGeom>
            <a:avLst/>
            <a:gdLst/>
            <a:ahLst/>
            <a:cxnLst/>
            <a:pathLst>
              <a:path w="225284" h="303267">
                <a:moveTo>
                  <a:pt x="0" y="0"/>
                </a:moveTo>
                <a:lnTo>
                  <a:pt x="225284" y="303267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7" name="reheat-recool-profile-106"/>
          <p:cNvSpPr/>
          <p:nvPr/>
        </p:nvSpPr>
        <p:spPr>
          <a:xfrm>
            <a:off x="8309349" y="5160515"/>
            <a:ext cx="207955" cy="87"/>
          </a:xfrm>
          <a:custGeom>
            <a:avLst/>
            <a:gdLst/>
            <a:ahLst/>
            <a:cxnLst/>
            <a:pathLst>
              <a:path w="207955" h="87">
                <a:moveTo>
                  <a:pt x="0" y="0"/>
                </a:moveTo>
                <a:lnTo>
                  <a:pt x="207955" y="0"/>
                </a:lnTo>
              </a:path>
            </a:pathLst>
          </a:custGeom>
          <a:noFill/>
          <a:ln w="21662">
            <a:solidFill>
              <a:srgbClr val="B94E2C"/>
            </a:solidFill>
            <a:prstDash val="solid"/>
          </a:ln>
        </p:spPr>
      </p:sp>
      <p:sp>
        <p:nvSpPr>
          <p:cNvPr id="108" name="R-temperature-107"/>
          <p:cNvSpPr/>
          <p:nvPr/>
        </p:nvSpPr>
        <p:spPr>
          <a:xfrm>
            <a:off x="7633497" y="4640628"/>
            <a:ext cx="944460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000" b="0">
                <a:solidFill>
                  <a:srgbClr val="B94E2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B94E2C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toward 315 K</a:t>
            </a:r>
            <a:endParaRPr sz="1200" b="0">
              <a:solidFill>
                <a:srgbClr val="B94E2C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09" name="R-T-108"/>
          <p:cNvSpPr/>
          <p:nvPr/>
        </p:nvSpPr>
        <p:spPr>
          <a:xfrm>
            <a:off x="7252247" y="5004549"/>
            <a:ext cx="155966" cy="19062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0" name="R-t-109"/>
          <p:cNvSpPr/>
          <p:nvPr/>
        </p:nvSpPr>
        <p:spPr>
          <a:xfrm>
            <a:off x="7919434" y="5359804"/>
            <a:ext cx="138636" cy="1955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1" name="question-to-forecast-110"/>
          <p:cNvSpPr/>
          <p:nvPr/>
        </p:nvSpPr>
        <p:spPr>
          <a:xfrm>
            <a:off x="9071849" y="4588639"/>
            <a:ext cx="346591" cy="87"/>
          </a:xfrm>
          <a:custGeom>
            <a:avLst/>
            <a:gdLst/>
            <a:ahLst/>
            <a:cxnLst/>
            <a:pathLst>
              <a:path w="346591" h="87">
                <a:moveTo>
                  <a:pt x="0" y="0"/>
                </a:moveTo>
                <a:lnTo>
                  <a:pt x="346591" y="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112" name="question-to-forecast-111"/>
          <p:cNvSpPr/>
          <p:nvPr/>
        </p:nvSpPr>
        <p:spPr>
          <a:xfrm>
            <a:off x="9325737" y="4588639"/>
            <a:ext cx="92703" cy="47090"/>
          </a:xfrm>
          <a:custGeom>
            <a:avLst/>
            <a:gdLst/>
            <a:ahLst/>
            <a:cxnLst/>
            <a:pathLst>
              <a:path w="92703" h="47090">
                <a:moveTo>
                  <a:pt x="92703" y="0"/>
                </a:moveTo>
                <a:lnTo>
                  <a:pt x="0" y="4709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113" name="question-to-forecast-112"/>
          <p:cNvSpPr/>
          <p:nvPr/>
        </p:nvSpPr>
        <p:spPr>
          <a:xfrm>
            <a:off x="9325737" y="4541550"/>
            <a:ext cx="92703" cy="47090"/>
          </a:xfrm>
          <a:custGeom>
            <a:avLst/>
            <a:gdLst/>
            <a:ahLst/>
            <a:cxnLst/>
            <a:pathLst>
              <a:path w="92703" h="47090">
                <a:moveTo>
                  <a:pt x="92703" y="47090"/>
                </a:moveTo>
                <a:lnTo>
                  <a:pt x="0" y="0"/>
                </a:lnTo>
              </a:path>
            </a:pathLst>
          </a:custGeom>
          <a:noFill/>
          <a:ln w="36392">
            <a:solidFill>
              <a:srgbClr val="2C3B45"/>
            </a:solidFill>
            <a:prstDash val="solid"/>
          </a:ln>
        </p:spPr>
      </p:sp>
      <p:sp>
        <p:nvSpPr>
          <p:cNvPr id="114" name="sealed-header-113"/>
          <p:cNvSpPr/>
          <p:nvPr/>
        </p:nvSpPr>
        <p:spPr>
          <a:xfrm>
            <a:off x="9548412" y="3176281"/>
            <a:ext cx="2478125" cy="511222"/>
          </a:xfrm>
          <a:prstGeom prst="roundRect">
            <a:avLst>
              <a:gd name="adj" fmla="val 13559"/>
            </a:avLst>
          </a:prstGeom>
          <a:gradFill>
            <a:gsLst>
              <a:gs pos="0">
                <a:srgbClr val="EAF0F4"/>
              </a:gs>
              <a:gs pos="100000">
                <a:srgbClr val="DFE6EE"/>
              </a:gs>
            </a:gsLst>
            <a:lin ang="1800000"/>
          </a:gradFill>
          <a:ln w="0">
            <a:noFill/>
            <a:prstDash val="solid"/>
          </a:ln>
        </p:spPr>
      </p:sp>
      <p:sp>
        <p:nvSpPr>
          <p:cNvPr id="115" name="sealed-title-114"/>
          <p:cNvSpPr/>
          <p:nvPr/>
        </p:nvSpPr>
        <p:spPr>
          <a:xfrm>
            <a:off x="9609065" y="3254264"/>
            <a:ext cx="2356819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Sealed predictions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6" name="sealed-subtitle-115"/>
          <p:cNvSpPr/>
          <p:nvPr/>
        </p:nvSpPr>
        <p:spPr>
          <a:xfrm>
            <a:off x="9609065" y="3513019"/>
            <a:ext cx="2356819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(from each session)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17" name="sealed-12-116"/>
          <p:cNvSpPr/>
          <p:nvPr/>
        </p:nvSpPr>
        <p:spPr>
          <a:xfrm>
            <a:off x="9539747" y="3765486"/>
            <a:ext cx="1247728" cy="1715625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997">
            <a:solidFill>
              <a:srgbClr val="42799A"/>
            </a:solidFill>
            <a:prstDash val="solid"/>
          </a:ln>
        </p:spPr>
      </p:sp>
      <p:sp>
        <p:nvSpPr>
          <p:cNvPr id="118" name="sealed-agent-12-117"/>
          <p:cNvSpPr/>
          <p:nvPr/>
        </p:nvSpPr>
        <p:spPr>
          <a:xfrm>
            <a:off x="9574406" y="3878128"/>
            <a:ext cx="1178409" cy="6527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42799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42799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12-batch agent</a:t>
            </a:r>
            <a:endParaRPr sz="1400" b="0">
              <a:solidFill>
                <a:srgbClr val="42799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42799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42799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prediction</a:t>
            </a:r>
            <a:endParaRPr sz="1400" b="1">
              <a:solidFill>
                <a:srgbClr val="42799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42799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42799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(sealed)</a:t>
            </a:r>
            <a:endParaRPr sz="1400" b="1">
              <a:solidFill>
                <a:srgbClr val="42799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14" name="Original sealed document 12"/>
          <p:cNvPicPr>
            <a:picLocks noChangeAspect="1"/>
          </p:cNvPicPr>
          <p:nvPr/>
        </p:nvPicPr>
        <p:blipFill>
          <a:blip r:embed="rId1"/>
          <a:srcRect l="77923" t="38336" r="14554" b="55832"/>
          <a:stretch>
            <a:fillRect/>
          </a:stretch>
        </p:blipFill>
        <p:spPr>
          <a:xfrm>
            <a:off x="9817020" y="4614634"/>
            <a:ext cx="797159" cy="649858"/>
          </a:xfrm>
          <a:prstGeom prst="rect">
            <a:avLst/>
          </a:prstGeom>
        </p:spPr>
      </p:pic>
      <p:sp>
        <p:nvSpPr>
          <p:cNvPr id="120" name="sealed-values-12-118"/>
          <p:cNvSpPr/>
          <p:nvPr/>
        </p:nvSpPr>
        <p:spPr>
          <a:xfrm>
            <a:off x="9574406" y="5281821"/>
            <a:ext cx="1178409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42799A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1">
                <a:solidFill>
                  <a:srgbClr val="42799A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17% → 12%</a:t>
            </a:r>
            <a:endParaRPr sz="1200" b="1">
              <a:solidFill>
                <a:srgbClr val="42799A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1" name="sealed-24-119"/>
          <p:cNvSpPr/>
          <p:nvPr/>
        </p:nvSpPr>
        <p:spPr>
          <a:xfrm>
            <a:off x="10856793" y="3765486"/>
            <a:ext cx="1169745" cy="1715625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997">
            <a:solidFill>
              <a:srgbClr val="B94E2C"/>
            </a:solidFill>
            <a:prstDash val="solid"/>
          </a:ln>
        </p:spPr>
      </p:sp>
      <p:sp>
        <p:nvSpPr>
          <p:cNvPr id="122" name="sealed-agent-24-120"/>
          <p:cNvSpPr/>
          <p:nvPr/>
        </p:nvSpPr>
        <p:spPr>
          <a:xfrm>
            <a:off x="10876515" y="3878128"/>
            <a:ext cx="1130300" cy="6527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B94E2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B94E2C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24-batch agent</a:t>
            </a:r>
            <a:endParaRPr sz="1400" b="0">
              <a:solidFill>
                <a:srgbClr val="B94E2C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B94E2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B94E2C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prediction</a:t>
            </a:r>
            <a:endParaRPr sz="1400" b="1">
              <a:solidFill>
                <a:srgbClr val="B94E2C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400" b="1">
                <a:solidFill>
                  <a:srgbClr val="B94E2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B94E2C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(sealed)</a:t>
            </a:r>
            <a:endParaRPr sz="1400" b="1">
              <a:solidFill>
                <a:srgbClr val="B94E2C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18" name="Original sealed document 24"/>
          <p:cNvPicPr>
            <a:picLocks noChangeAspect="1"/>
          </p:cNvPicPr>
          <p:nvPr/>
        </p:nvPicPr>
        <p:blipFill>
          <a:blip r:embed="rId1"/>
          <a:srcRect l="89697" t="38336" r="2780" b="55832"/>
          <a:stretch>
            <a:fillRect/>
          </a:stretch>
        </p:blipFill>
        <p:spPr>
          <a:xfrm>
            <a:off x="11064747" y="4614634"/>
            <a:ext cx="797159" cy="649858"/>
          </a:xfrm>
          <a:prstGeom prst="rect">
            <a:avLst/>
          </a:prstGeom>
        </p:spPr>
      </p:pic>
      <p:sp>
        <p:nvSpPr>
          <p:cNvPr id="124" name="sealed-values-24-121"/>
          <p:cNvSpPr/>
          <p:nvPr/>
        </p:nvSpPr>
        <p:spPr>
          <a:xfrm>
            <a:off x="10891452" y="5281821"/>
            <a:ext cx="1100426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B94E2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1">
                <a:solidFill>
                  <a:srgbClr val="B94E2C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49% → 35%</a:t>
            </a:r>
            <a:endParaRPr sz="1200" b="1">
              <a:solidFill>
                <a:srgbClr val="B94E2C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5" name="section-rule-122"/>
          <p:cNvSpPr/>
          <p:nvPr/>
        </p:nvSpPr>
        <p:spPr>
          <a:xfrm>
            <a:off x="1698126" y="5879691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17330">
            <a:solidFill>
              <a:srgbClr val="181B1E"/>
            </a:solidFill>
            <a:prstDash val="solid"/>
          </a:ln>
        </p:spPr>
      </p:sp>
      <p:sp>
        <p:nvSpPr>
          <p:cNvPr id="126" name="panel-letter-C-123"/>
          <p:cNvSpPr/>
          <p:nvPr/>
        </p:nvSpPr>
        <p:spPr>
          <a:xfrm>
            <a:off x="1698126" y="5940344"/>
            <a:ext cx="268608" cy="3175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</a:t>
            </a:r>
            <a:endParaRPr sz="20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7" name="panel-title-C-124"/>
          <p:cNvSpPr/>
          <p:nvPr/>
        </p:nvSpPr>
        <p:spPr>
          <a:xfrm>
            <a:off x="2062047" y="5966339"/>
            <a:ext cx="6160655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Post-prediction reflection (K2) and proposed next test</a:t>
            </a:r>
            <a:endParaRPr sz="18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29" name="table-header-126"/>
          <p:cNvSpPr/>
          <p:nvPr/>
        </p:nvSpPr>
        <p:spPr>
          <a:xfrm>
            <a:off x="1698126" y="6356253"/>
            <a:ext cx="10328411" cy="545881"/>
          </a:xfrm>
          <a:prstGeom prst="rect">
            <a:avLst/>
          </a:prstGeom>
          <a:solidFill>
            <a:srgbClr val="F1F3F5"/>
          </a:solidFill>
          <a:ln w="8665">
            <a:noFill/>
            <a:prstDash val="solid"/>
          </a:ln>
        </p:spPr>
      </p:sp>
      <p:sp>
        <p:nvSpPr>
          <p:cNvPr id="130" name="12-row-color-127"/>
          <p:cNvSpPr/>
          <p:nvPr/>
        </p:nvSpPr>
        <p:spPr>
          <a:xfrm>
            <a:off x="1698126" y="6902134"/>
            <a:ext cx="953125" cy="1022443"/>
          </a:xfrm>
          <a:prstGeom prst="rect">
            <a:avLst/>
          </a:prstGeom>
          <a:gradFill>
            <a:gsLst>
              <a:gs pos="0">
                <a:srgbClr val="4B81A1"/>
              </a:gs>
              <a:gs pos="100000">
                <a:srgbClr val="3F7497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131" name="24-row-color-128"/>
          <p:cNvSpPr/>
          <p:nvPr/>
        </p:nvSpPr>
        <p:spPr>
          <a:xfrm>
            <a:off x="1698126" y="7924578"/>
            <a:ext cx="953125" cy="1369034"/>
          </a:xfrm>
          <a:prstGeom prst="rect">
            <a:avLst/>
          </a:prstGeom>
          <a:gradFill>
            <a:gsLst>
              <a:gs pos="0">
                <a:srgbClr val="1C6B70"/>
              </a:gs>
              <a:gs pos="100000">
                <a:srgbClr val="1D6061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132" name="table-column-129"/>
          <p:cNvSpPr/>
          <p:nvPr/>
        </p:nvSpPr>
        <p:spPr>
          <a:xfrm>
            <a:off x="1698126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3" name="table-column-130"/>
          <p:cNvSpPr/>
          <p:nvPr/>
        </p:nvSpPr>
        <p:spPr>
          <a:xfrm>
            <a:off x="2651252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4" name="table-column-131"/>
          <p:cNvSpPr/>
          <p:nvPr/>
        </p:nvSpPr>
        <p:spPr>
          <a:xfrm>
            <a:off x="5302673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5" name="table-column-132"/>
          <p:cNvSpPr/>
          <p:nvPr/>
        </p:nvSpPr>
        <p:spPr>
          <a:xfrm>
            <a:off x="8188042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6" name="table-column-133"/>
          <p:cNvSpPr/>
          <p:nvPr/>
        </p:nvSpPr>
        <p:spPr>
          <a:xfrm>
            <a:off x="10752816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7" name="table-column-134"/>
          <p:cNvSpPr/>
          <p:nvPr/>
        </p:nvSpPr>
        <p:spPr>
          <a:xfrm>
            <a:off x="12026537" y="6356253"/>
            <a:ext cx="87" cy="2937358"/>
          </a:xfrm>
          <a:custGeom>
            <a:avLst/>
            <a:gdLst/>
            <a:ahLst/>
            <a:cxnLst/>
            <a:pathLst>
              <a:path w="87" h="2937358">
                <a:moveTo>
                  <a:pt x="0" y="0"/>
                </a:moveTo>
                <a:lnTo>
                  <a:pt x="0" y="2937358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8" name="table-row-135"/>
          <p:cNvSpPr/>
          <p:nvPr/>
        </p:nvSpPr>
        <p:spPr>
          <a:xfrm>
            <a:off x="1698126" y="6356253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39" name="table-row-136"/>
          <p:cNvSpPr/>
          <p:nvPr/>
        </p:nvSpPr>
        <p:spPr>
          <a:xfrm>
            <a:off x="1698126" y="6902134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40" name="table-row-137"/>
          <p:cNvSpPr/>
          <p:nvPr/>
        </p:nvSpPr>
        <p:spPr>
          <a:xfrm>
            <a:off x="1698126" y="7924578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41" name="table-row-138"/>
          <p:cNvSpPr/>
          <p:nvPr/>
        </p:nvSpPr>
        <p:spPr>
          <a:xfrm>
            <a:off x="1698126" y="9293612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8665">
            <a:solidFill>
              <a:srgbClr val="8F969E"/>
            </a:solidFill>
            <a:prstDash val="solid"/>
          </a:ln>
        </p:spPr>
      </p:sp>
      <p:sp>
        <p:nvSpPr>
          <p:cNvPr id="142" name="table-session-139"/>
          <p:cNvSpPr/>
          <p:nvPr/>
        </p:nvSpPr>
        <p:spPr>
          <a:xfrm>
            <a:off x="1750115" y="6520884"/>
            <a:ext cx="849148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Session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3" name="table-evidence-140"/>
          <p:cNvSpPr/>
          <p:nvPr/>
        </p:nvSpPr>
        <p:spPr>
          <a:xfrm>
            <a:off x="2729235" y="6506851"/>
            <a:ext cx="2495455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Observed evidence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5" name="table-review-142"/>
          <p:cNvSpPr/>
          <p:nvPr/>
        </p:nvSpPr>
        <p:spPr>
          <a:xfrm>
            <a:off x="5380655" y="6506851"/>
            <a:ext cx="2729404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Agent review (K2)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7" name="table-proposed-144"/>
          <p:cNvSpPr/>
          <p:nvPr/>
        </p:nvSpPr>
        <p:spPr>
          <a:xfrm>
            <a:off x="8257361" y="6506851"/>
            <a:ext cx="2426137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Proposed next test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49" name="table-status-146"/>
          <p:cNvSpPr/>
          <p:nvPr/>
        </p:nvSpPr>
        <p:spPr>
          <a:xfrm>
            <a:off x="10796139" y="6520884"/>
            <a:ext cx="1178409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Status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0" name="table12-147"/>
          <p:cNvSpPr/>
          <p:nvPr/>
        </p:nvSpPr>
        <p:spPr>
          <a:xfrm>
            <a:off x="1750115" y="7214066"/>
            <a:ext cx="849148" cy="5003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FFFFFF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12-batch</a:t>
            </a:r>
            <a:endParaRPr sz="1600" b="1">
              <a:solidFill>
                <a:srgbClr val="FFFFFF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6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FFFFFF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session</a:t>
            </a:r>
            <a:endParaRPr sz="1600" b="1">
              <a:solidFill>
                <a:srgbClr val="FFFFFF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1" name="table24-148"/>
          <p:cNvSpPr/>
          <p:nvPr/>
        </p:nvSpPr>
        <p:spPr>
          <a:xfrm>
            <a:off x="1750115" y="8444464"/>
            <a:ext cx="849148" cy="5003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FFFFFF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24-batch</a:t>
            </a:r>
            <a:endParaRPr sz="1600" b="1">
              <a:solidFill>
                <a:srgbClr val="FFFFFF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6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FFFFFF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session</a:t>
            </a:r>
            <a:endParaRPr sz="1600" b="1">
              <a:solidFill>
                <a:srgbClr val="FFFFFF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2" name="12-observed-149"/>
          <p:cNvSpPr/>
          <p:nvPr/>
        </p:nvSpPr>
        <p:spPr>
          <a:xfrm>
            <a:off x="2781223" y="7136083"/>
            <a:ext cx="2452131" cy="693182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•  B1 first met the fines rule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•  12 source batches completed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•  Reheat–recool was untested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3" name="24-observed-150"/>
          <p:cNvSpPr/>
          <p:nvPr/>
        </p:nvSpPr>
        <p:spPr>
          <a:xfrm>
            <a:off x="2781223" y="8357816"/>
            <a:ext cx="2452131" cy="727841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•  B1–19 failed the fines limit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•  B20 first passed; B23 selected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•  B8 showed no improvement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pic>
        <p:nvPicPr>
          <p:cNvPr id="349" name="Original 12-batch thinking agent"/>
          <p:cNvPicPr>
            <a:picLocks noChangeAspect="1"/>
          </p:cNvPicPr>
          <p:nvPr/>
        </p:nvPicPr>
        <p:blipFill>
          <a:blip r:embed="rId1"/>
          <a:srcRect l="36549" t="59487" r="54211" b="32504"/>
          <a:stretch>
            <a:fillRect/>
          </a:stretch>
        </p:blipFill>
        <p:spPr>
          <a:xfrm>
            <a:off x="5432644" y="6971452"/>
            <a:ext cx="979119" cy="892472"/>
          </a:xfrm>
          <a:prstGeom prst="rect">
            <a:avLst/>
          </a:prstGeom>
        </p:spPr>
      </p:pic>
      <p:pic>
        <p:nvPicPr>
          <p:cNvPr id="350" name="Original 24-batch thinking agent"/>
          <p:cNvPicPr>
            <a:picLocks noChangeAspect="1"/>
          </p:cNvPicPr>
          <p:nvPr/>
        </p:nvPicPr>
        <p:blipFill>
          <a:blip r:embed="rId1"/>
          <a:srcRect l="36549" t="69673" r="54211" b="20451"/>
          <a:stretch>
            <a:fillRect/>
          </a:stretch>
        </p:blipFill>
        <p:spPr>
          <a:xfrm>
            <a:off x="5432644" y="8106538"/>
            <a:ext cx="979119" cy="1100426"/>
          </a:xfrm>
          <a:prstGeom prst="rect">
            <a:avLst/>
          </a:prstGeom>
        </p:spPr>
      </p:pic>
      <p:sp>
        <p:nvSpPr>
          <p:cNvPr id="156" name="12-reflection-151"/>
          <p:cNvSpPr/>
          <p:nvPr/>
        </p:nvSpPr>
        <p:spPr>
          <a:xfrm>
            <a:off x="6507076" y="7003860"/>
            <a:ext cx="1602983" cy="8661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Thermal cycling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was untested; seed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survival had been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assumed.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7" name="24-reflection-152"/>
          <p:cNvSpPr/>
          <p:nvPr/>
        </p:nvSpPr>
        <p:spPr>
          <a:xfrm>
            <a:off x="6507076" y="8305828"/>
            <a:ext cx="1663700" cy="8661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B8 negative evidence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was underused; even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the predicted direction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is uncertain.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8" name="no-test-dash-153"/>
          <p:cNvSpPr/>
          <p:nvPr/>
        </p:nvSpPr>
        <p:spPr>
          <a:xfrm>
            <a:off x="8300684" y="7101424"/>
            <a:ext cx="2348154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800" b="1">
                <a:solidFill>
                  <a:srgbClr val="747A8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747A80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–</a:t>
            </a:r>
            <a:endParaRPr sz="1800" b="1">
              <a:solidFill>
                <a:srgbClr val="747A80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59" name="no-test-154"/>
          <p:cNvSpPr/>
          <p:nvPr/>
        </p:nvSpPr>
        <p:spPr>
          <a:xfrm>
            <a:off x="8292020" y="7378697"/>
            <a:ext cx="2374148" cy="22528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666C7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666C74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(no specific test proposed)</a:t>
            </a:r>
            <a:endParaRPr sz="1400" b="0">
              <a:solidFill>
                <a:srgbClr val="666C74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0" name="not-proposed-155"/>
          <p:cNvSpPr/>
          <p:nvPr/>
        </p:nvSpPr>
        <p:spPr>
          <a:xfrm>
            <a:off x="10804804" y="7378697"/>
            <a:ext cx="1169745" cy="225284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0">
                <a:solidFill>
                  <a:srgbClr val="666C7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666C74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Not proposed</a:t>
            </a:r>
            <a:endParaRPr sz="1400" b="0">
              <a:solidFill>
                <a:srgbClr val="666C74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1" name="cooling-substitution-156"/>
          <p:cNvSpPr/>
          <p:nvPr/>
        </p:nvSpPr>
        <p:spPr>
          <a:xfrm>
            <a:off x="8318014" y="8045884"/>
            <a:ext cx="2348154" cy="1143750"/>
          </a:xfrm>
          <a:prstGeom prst="rect">
            <a:avLst/>
          </a:prstGeom>
          <a:solidFill>
            <a:srgbClr val="FFFFFF"/>
          </a:solidFill>
          <a:ln w="8665">
            <a:solidFill>
              <a:srgbClr val="9CAEB7"/>
            </a:solidFill>
            <a:prstDash val="dash"/>
          </a:ln>
        </p:spPr>
      </p:sp>
      <p:sp>
        <p:nvSpPr>
          <p:cNvPr id="162" name="cooling-substitution-title-157"/>
          <p:cNvSpPr/>
          <p:nvPr/>
        </p:nvSpPr>
        <p:spPr>
          <a:xfrm>
            <a:off x="8361338" y="8106538"/>
            <a:ext cx="2261506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4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Cooling-only substitution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3" name="cooling-substitution-which-158"/>
          <p:cNvSpPr/>
          <p:nvPr/>
        </p:nvSpPr>
        <p:spPr>
          <a:xfrm>
            <a:off x="8352673" y="8323157"/>
            <a:ext cx="2278836" cy="19929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(B23: staged → direct cooling)</a:t>
            </a:r>
            <a:endParaRPr sz="12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64" name="cooling-y-axis-159"/>
          <p:cNvSpPr/>
          <p:nvPr/>
        </p:nvSpPr>
        <p:spPr>
          <a:xfrm>
            <a:off x="9045855" y="8539777"/>
            <a:ext cx="87" cy="476563"/>
          </a:xfrm>
          <a:custGeom>
            <a:avLst/>
            <a:gdLst/>
            <a:ahLst/>
            <a:cxnLst/>
            <a:pathLst>
              <a:path w="87" h="476563">
                <a:moveTo>
                  <a:pt x="0" y="476563"/>
                </a:moveTo>
                <a:lnTo>
                  <a:pt x="0" y="0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5" name="cooling-y-axis-160"/>
          <p:cNvSpPr/>
          <p:nvPr/>
        </p:nvSpPr>
        <p:spPr>
          <a:xfrm>
            <a:off x="9045855" y="8539777"/>
            <a:ext cx="19621" cy="38626"/>
          </a:xfrm>
          <a:custGeom>
            <a:avLst/>
            <a:gdLst/>
            <a:ahLst/>
            <a:cxnLst/>
            <a:pathLst>
              <a:path w="19621" h="38626">
                <a:moveTo>
                  <a:pt x="0" y="0"/>
                </a:moveTo>
                <a:lnTo>
                  <a:pt x="19621" y="38626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6" name="cooling-y-axis-161"/>
          <p:cNvSpPr/>
          <p:nvPr/>
        </p:nvSpPr>
        <p:spPr>
          <a:xfrm>
            <a:off x="9026234" y="8539777"/>
            <a:ext cx="19621" cy="38626"/>
          </a:xfrm>
          <a:custGeom>
            <a:avLst/>
            <a:gdLst/>
            <a:ahLst/>
            <a:cxnLst/>
            <a:pathLst>
              <a:path w="19621" h="38626">
                <a:moveTo>
                  <a:pt x="19621" y="0"/>
                </a:moveTo>
                <a:lnTo>
                  <a:pt x="0" y="38626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7" name="cooling-x-axis-162"/>
          <p:cNvSpPr/>
          <p:nvPr/>
        </p:nvSpPr>
        <p:spPr>
          <a:xfrm>
            <a:off x="9045855" y="9016339"/>
            <a:ext cx="1013779" cy="87"/>
          </a:xfrm>
          <a:custGeom>
            <a:avLst/>
            <a:gdLst/>
            <a:ahLst/>
            <a:cxnLst/>
            <a:pathLst>
              <a:path w="1013779" h="87">
                <a:moveTo>
                  <a:pt x="0" y="0"/>
                </a:moveTo>
                <a:lnTo>
                  <a:pt x="1013779" y="0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8" name="cooling-x-axis-163"/>
          <p:cNvSpPr/>
          <p:nvPr/>
        </p:nvSpPr>
        <p:spPr>
          <a:xfrm>
            <a:off x="10021007" y="9016339"/>
            <a:ext cx="38626" cy="19621"/>
          </a:xfrm>
          <a:custGeom>
            <a:avLst/>
            <a:gdLst/>
            <a:ahLst/>
            <a:cxnLst/>
            <a:pathLst>
              <a:path w="38626" h="19621">
                <a:moveTo>
                  <a:pt x="38626" y="0"/>
                </a:moveTo>
                <a:lnTo>
                  <a:pt x="0" y="19621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69" name="cooling-x-axis-164"/>
          <p:cNvSpPr/>
          <p:nvPr/>
        </p:nvSpPr>
        <p:spPr>
          <a:xfrm>
            <a:off x="10021007" y="8996718"/>
            <a:ext cx="38626" cy="19621"/>
          </a:xfrm>
          <a:custGeom>
            <a:avLst/>
            <a:gdLst/>
            <a:ahLst/>
            <a:cxnLst/>
            <a:pathLst>
              <a:path w="38626" h="19621">
                <a:moveTo>
                  <a:pt x="38626" y="19621"/>
                </a:moveTo>
                <a:lnTo>
                  <a:pt x="0" y="0"/>
                </a:lnTo>
              </a:path>
            </a:pathLst>
          </a:custGeom>
          <a:noFill/>
          <a:ln w="9531">
            <a:solidFill>
              <a:srgbClr val="304B57"/>
            </a:solidFill>
            <a:prstDash val="solid"/>
          </a:ln>
        </p:spPr>
      </p:sp>
      <p:sp>
        <p:nvSpPr>
          <p:cNvPr id="170" name="direct-cooling-profile-165"/>
          <p:cNvSpPr/>
          <p:nvPr/>
        </p:nvSpPr>
        <p:spPr>
          <a:xfrm>
            <a:off x="9201821" y="8583100"/>
            <a:ext cx="294602" cy="285938"/>
          </a:xfrm>
          <a:custGeom>
            <a:avLst/>
            <a:gdLst/>
            <a:ahLst/>
            <a:cxnLst/>
            <a:pathLst>
              <a:path w="294602" h="285938">
                <a:moveTo>
                  <a:pt x="0" y="0"/>
                </a:moveTo>
                <a:lnTo>
                  <a:pt x="294602" y="285938"/>
                </a:lnTo>
              </a:path>
            </a:pathLst>
          </a:custGeom>
          <a:noFill/>
          <a:ln w="21662">
            <a:solidFill>
              <a:srgbClr val="477D8D"/>
            </a:solidFill>
            <a:prstDash val="solid"/>
          </a:ln>
        </p:spPr>
      </p:sp>
      <p:sp>
        <p:nvSpPr>
          <p:cNvPr id="171" name="direct-cooling-profile-166"/>
          <p:cNvSpPr/>
          <p:nvPr/>
        </p:nvSpPr>
        <p:spPr>
          <a:xfrm>
            <a:off x="9496423" y="8869038"/>
            <a:ext cx="485227" cy="87"/>
          </a:xfrm>
          <a:custGeom>
            <a:avLst/>
            <a:gdLst/>
            <a:ahLst/>
            <a:cxnLst/>
            <a:pathLst>
              <a:path w="485227" h="87">
                <a:moveTo>
                  <a:pt x="0" y="0"/>
                </a:moveTo>
                <a:lnTo>
                  <a:pt x="485227" y="0"/>
                </a:lnTo>
              </a:path>
            </a:pathLst>
          </a:custGeom>
          <a:noFill/>
          <a:ln w="21662">
            <a:solidFill>
              <a:srgbClr val="477D8D"/>
            </a:solidFill>
            <a:prstDash val="solid"/>
          </a:ln>
        </p:spPr>
      </p:sp>
      <p:sp>
        <p:nvSpPr>
          <p:cNvPr id="172" name="cooling-T-167"/>
          <p:cNvSpPr/>
          <p:nvPr/>
        </p:nvSpPr>
        <p:spPr>
          <a:xfrm>
            <a:off x="8872560" y="8583100"/>
            <a:ext cx="138636" cy="1955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>
                <a:solidFill>
                  <a:srgbClr val="304B5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304B5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</a:t>
            </a:r>
            <a:endParaRPr sz="1200" b="0">
              <a:solidFill>
                <a:srgbClr val="304B5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3" name="cooling-t-168"/>
          <p:cNvSpPr/>
          <p:nvPr/>
        </p:nvSpPr>
        <p:spPr>
          <a:xfrm>
            <a:off x="9505088" y="9042333"/>
            <a:ext cx="129972" cy="1955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0">
                <a:solidFill>
                  <a:srgbClr val="304B57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304B57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t</a:t>
            </a:r>
            <a:endParaRPr sz="1200" b="0">
              <a:solidFill>
                <a:srgbClr val="304B57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4" name="unexecuted-status-169"/>
          <p:cNvSpPr/>
          <p:nvPr/>
        </p:nvSpPr>
        <p:spPr>
          <a:xfrm>
            <a:off x="10839463" y="8097873"/>
            <a:ext cx="1109091" cy="1057102"/>
          </a:xfrm>
          <a:prstGeom prst="rect">
            <a:avLst/>
          </a:prstGeom>
          <a:gradFill>
            <a:gsLst>
              <a:gs pos="0">
                <a:srgbClr val="F1F3F5"/>
              </a:gs>
              <a:gs pos="100000">
                <a:srgbClr val="DFE3E7"/>
              </a:gs>
            </a:gsLst>
            <a:lin ang="1800000"/>
          </a:gradFill>
          <a:ln w="8665">
            <a:solidFill>
              <a:srgbClr val="9CA5AE"/>
            </a:solidFill>
            <a:prstDash val="dash"/>
          </a:ln>
        </p:spPr>
      </p:sp>
      <p:sp>
        <p:nvSpPr>
          <p:cNvPr id="175" name="unexecuted-status-text-170"/>
          <p:cNvSpPr/>
          <p:nvPr/>
        </p:nvSpPr>
        <p:spPr>
          <a:xfrm>
            <a:off x="10882787" y="8403968"/>
            <a:ext cx="1022443" cy="5613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Proposed</a:t>
            </a:r>
            <a:endParaRPr sz="12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but not</a:t>
            </a:r>
            <a:endParaRPr sz="12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ctr">
              <a:defRPr sz="12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executed</a:t>
            </a:r>
            <a:endParaRPr sz="12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6" name="section-rule-171"/>
          <p:cNvSpPr/>
          <p:nvPr/>
        </p:nvSpPr>
        <p:spPr>
          <a:xfrm>
            <a:off x="1698126" y="9579549"/>
            <a:ext cx="10328411" cy="87"/>
          </a:xfrm>
          <a:custGeom>
            <a:avLst/>
            <a:gdLst/>
            <a:ahLst/>
            <a:cxnLst/>
            <a:pathLst>
              <a:path w="10328411" h="87">
                <a:moveTo>
                  <a:pt x="0" y="0"/>
                </a:moveTo>
                <a:lnTo>
                  <a:pt x="10328411" y="0"/>
                </a:lnTo>
              </a:path>
            </a:pathLst>
          </a:custGeom>
          <a:noFill/>
          <a:ln w="17330">
            <a:solidFill>
              <a:srgbClr val="181B1E"/>
            </a:solidFill>
            <a:prstDash val="solid"/>
          </a:ln>
        </p:spPr>
      </p:sp>
      <p:sp>
        <p:nvSpPr>
          <p:cNvPr id="177" name="panel-letter-D-172"/>
          <p:cNvSpPr/>
          <p:nvPr/>
        </p:nvSpPr>
        <p:spPr>
          <a:xfrm>
            <a:off x="1698126" y="9640203"/>
            <a:ext cx="268608" cy="3175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0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20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D</a:t>
            </a:r>
            <a:endParaRPr sz="20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78" name="panel-title-D-173"/>
          <p:cNvSpPr/>
          <p:nvPr/>
        </p:nvSpPr>
        <p:spPr>
          <a:xfrm>
            <a:off x="2062047" y="9666197"/>
            <a:ext cx="5207529" cy="28702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8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Evaluator reference for the withheld question</a:t>
            </a:r>
            <a:endParaRPr sz="18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0" name="reference-box-175"/>
          <p:cNvSpPr/>
          <p:nvPr/>
        </p:nvSpPr>
        <p:spPr>
          <a:xfrm>
            <a:off x="1698126" y="10021453"/>
            <a:ext cx="10328411" cy="1013779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 w="9531">
            <a:solidFill>
              <a:srgbClr val="8EA7B5"/>
            </a:solidFill>
            <a:prstDash val="solid"/>
          </a:ln>
        </p:spPr>
      </p:sp>
      <p:pic>
        <p:nvPicPr>
          <p:cNvPr id="376" name="Original evaluator document"/>
          <p:cNvPicPr>
            <a:picLocks noChangeAspect="1"/>
          </p:cNvPicPr>
          <p:nvPr/>
        </p:nvPicPr>
        <p:blipFill>
          <a:blip r:embed="rId1"/>
          <a:srcRect l="3516" t="88647" r="91333" b="5288"/>
          <a:stretch>
            <a:fillRect/>
          </a:stretch>
        </p:blipFill>
        <p:spPr>
          <a:xfrm>
            <a:off x="1932075" y="10220743"/>
            <a:ext cx="545881" cy="675852"/>
          </a:xfrm>
          <a:prstGeom prst="rect">
            <a:avLst/>
          </a:prstGeom>
        </p:spPr>
      </p:pic>
      <p:sp>
        <p:nvSpPr>
          <p:cNvPr id="182" name="reference-document-title-176"/>
          <p:cNvSpPr/>
          <p:nvPr/>
        </p:nvSpPr>
        <p:spPr>
          <a:xfrm>
            <a:off x="2677246" y="10350714"/>
            <a:ext cx="1793608" cy="25654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6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Evaluator reference</a:t>
            </a:r>
            <a:endParaRPr sz="16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3" name="reference-document-description-177"/>
          <p:cNvSpPr/>
          <p:nvPr/>
        </p:nvSpPr>
        <p:spPr>
          <a:xfrm>
            <a:off x="2677246" y="10618134"/>
            <a:ext cx="1793608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(for thermal question Q)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4" name="reference-divider-178"/>
          <p:cNvSpPr/>
          <p:nvPr/>
        </p:nvSpPr>
        <p:spPr>
          <a:xfrm>
            <a:off x="4490621" y="10203413"/>
            <a:ext cx="87" cy="693182"/>
          </a:xfrm>
          <a:custGeom>
            <a:avLst/>
            <a:gdLst/>
            <a:ahLst/>
            <a:cxnLst/>
            <a:pathLst>
              <a:path w="87" h="693182">
                <a:moveTo>
                  <a:pt x="0" y="0"/>
                </a:moveTo>
                <a:lnTo>
                  <a:pt x="0" y="693182"/>
                </a:lnTo>
              </a:path>
            </a:pathLst>
          </a:custGeom>
          <a:noFill/>
          <a:ln w="12997">
            <a:solidFill>
              <a:srgbClr val="8BA0AF"/>
            </a:solidFill>
            <a:prstDash val="solid"/>
          </a:ln>
        </p:spPr>
      </p:sp>
      <p:sp>
        <p:nvSpPr>
          <p:cNvPr id="185" name="reference-disclosure-179"/>
          <p:cNvSpPr/>
          <p:nvPr/>
        </p:nvSpPr>
        <p:spPr>
          <a:xfrm>
            <a:off x="4618155" y="10350714"/>
            <a:ext cx="4860938" cy="537216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Independent evaluation of H vs R, using the same formulation.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  <a:p>
            <a:pPr algn="l">
              <a:defRPr sz="1400" b="0">
                <a:solidFill>
                  <a:srgbClr val="3D424B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3D424B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Unavailable during the agents’ Q forecasts and K2 reviews.</a:t>
            </a:r>
            <a:endParaRPr sz="1400" b="0">
              <a:solidFill>
                <a:srgbClr val="3D424B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6" name="reference-chart-box-180"/>
          <p:cNvSpPr/>
          <p:nvPr/>
        </p:nvSpPr>
        <p:spPr>
          <a:xfrm>
            <a:off x="9609065" y="10108101"/>
            <a:ext cx="2322160" cy="823154"/>
          </a:xfrm>
          <a:prstGeom prst="rect">
            <a:avLst/>
          </a:prstGeom>
          <a:gradFill>
            <a:gsLst>
              <a:gs pos="0">
                <a:srgbClr val="FCF6EB"/>
              </a:gs>
              <a:gs pos="100000">
                <a:srgbClr val="FAEFDC"/>
              </a:gs>
            </a:gsLst>
            <a:lin ang="1800000"/>
          </a:gradFill>
          <a:ln w="8665">
            <a:noFill/>
            <a:prstDash val="solid"/>
          </a:ln>
        </p:spPr>
      </p:sp>
      <p:sp>
        <p:nvSpPr>
          <p:cNvPr id="187" name="reference-chart-title-181"/>
          <p:cNvSpPr/>
          <p:nvPr/>
        </p:nvSpPr>
        <p:spPr>
          <a:xfrm>
            <a:off x="9678384" y="10255402"/>
            <a:ext cx="1204404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1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1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Fines reference</a:t>
            </a:r>
            <a:endParaRPr sz="1400" b="1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8" name="reference-chart-subtitle-182"/>
          <p:cNvSpPr/>
          <p:nvPr/>
        </p:nvSpPr>
        <p:spPr>
          <a:xfrm>
            <a:off x="9678384" y="10454692"/>
            <a:ext cx="1204404" cy="22606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200" b="0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400" b="0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(revealed here)</a:t>
            </a:r>
            <a:endParaRPr sz="1400" b="0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89" name="fines-reference-H-183"/>
          <p:cNvSpPr/>
          <p:nvPr/>
        </p:nvSpPr>
        <p:spPr>
          <a:xfrm>
            <a:off x="11056083" y="10549571"/>
            <a:ext cx="164631" cy="130405"/>
          </a:xfrm>
          <a:prstGeom prst="rect">
            <a:avLst/>
          </a:prstGeom>
          <a:solidFill>
            <a:srgbClr val="42799A"/>
          </a:solidFill>
          <a:ln w="8665">
            <a:noFill/>
            <a:prstDash val="solid"/>
          </a:ln>
        </p:spPr>
      </p:sp>
      <p:sp>
        <p:nvSpPr>
          <p:cNvPr id="190" name="fines-reference-R-184"/>
          <p:cNvSpPr/>
          <p:nvPr/>
        </p:nvSpPr>
        <p:spPr>
          <a:xfrm>
            <a:off x="11454662" y="10307390"/>
            <a:ext cx="164631" cy="372585"/>
          </a:xfrm>
          <a:prstGeom prst="rect">
            <a:avLst/>
          </a:prstGeom>
          <a:solidFill>
            <a:srgbClr val="B94E2C"/>
          </a:solidFill>
          <a:ln w="8665">
            <a:noFill/>
            <a:prstDash val="solid"/>
          </a:ln>
        </p:spPr>
      </p:sp>
      <p:sp>
        <p:nvSpPr>
          <p:cNvPr id="191" name="reference-bar-baseline-185"/>
          <p:cNvSpPr/>
          <p:nvPr/>
        </p:nvSpPr>
        <p:spPr>
          <a:xfrm>
            <a:off x="10917446" y="10679976"/>
            <a:ext cx="814489" cy="87"/>
          </a:xfrm>
          <a:custGeom>
            <a:avLst/>
            <a:gdLst/>
            <a:ahLst/>
            <a:cxnLst/>
            <a:pathLst>
              <a:path w="814489" h="87">
                <a:moveTo>
                  <a:pt x="0" y="0"/>
                </a:moveTo>
                <a:lnTo>
                  <a:pt x="814489" y="0"/>
                </a:lnTo>
              </a:path>
            </a:pathLst>
          </a:custGeom>
          <a:noFill/>
          <a:ln w="10398">
            <a:solidFill>
              <a:srgbClr val="181B1E"/>
            </a:solidFill>
            <a:prstDash val="solid"/>
          </a:ln>
        </p:spPr>
      </p:sp>
      <p:sp>
        <p:nvSpPr>
          <p:cNvPr id="192" name="reference-H-value-186"/>
          <p:cNvSpPr/>
          <p:nvPr/>
        </p:nvSpPr>
        <p:spPr>
          <a:xfrm>
            <a:off x="10978100" y="10384940"/>
            <a:ext cx="320597" cy="1651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000" b="0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000" b="0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35%</a:t>
            </a:r>
            <a:endParaRPr sz="1000" b="0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93" name="reference-R-value-187"/>
          <p:cNvSpPr/>
          <p:nvPr/>
        </p:nvSpPr>
        <p:spPr>
          <a:xfrm>
            <a:off x="11368015" y="10142760"/>
            <a:ext cx="363921" cy="16510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000" b="0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000" b="0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100%</a:t>
            </a:r>
            <a:endParaRPr sz="1000" b="0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94" name="reference-H-option-188"/>
          <p:cNvSpPr/>
          <p:nvPr/>
        </p:nvSpPr>
        <p:spPr>
          <a:xfrm>
            <a:off x="10767299" y="10731964"/>
            <a:ext cx="589205" cy="190625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000" b="0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Option H</a:t>
            </a:r>
            <a:endParaRPr sz="1200" b="0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  <p:sp>
        <p:nvSpPr>
          <p:cNvPr id="195" name="reference-R-option-189"/>
          <p:cNvSpPr/>
          <p:nvPr/>
        </p:nvSpPr>
        <p:spPr>
          <a:xfrm>
            <a:off x="11444809" y="10731964"/>
            <a:ext cx="575945" cy="195580"/>
          </a:xfrm>
          <a:prstGeom prst="rect">
            <a:avLst/>
          </a:prstGeom>
          <a:noFill/>
          <a:ln w="8665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defRPr sz="1000" b="0">
                <a:solidFill>
                  <a:srgbClr val="181B1E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defRPr>
            </a:pPr>
            <a:r>
              <a:rPr sz="1200" b="0">
                <a:solidFill>
                  <a:srgbClr val="181B1E"/>
                </a:solidFill>
                <a:latin typeface="Times New Roman" panose="02020603050405020304" charset="0"/>
                <a:ea typeface="Times New Roman" panose="02020603050405020304"/>
                <a:cs typeface="Times New Roman" panose="02020603050405020304" charset="0"/>
              </a:rPr>
              <a:t>Option R</a:t>
            </a:r>
            <a:endParaRPr sz="1200" b="0">
              <a:solidFill>
                <a:srgbClr val="181B1E"/>
              </a:solidFill>
              <a:latin typeface="Times New Roman" panose="02020603050405020304" charset="0"/>
              <a:ea typeface="Times New Roman" panose="02020603050405020304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Times New Roman"/>
        <a:ea typeface="Times New Roman"/>
        <a:cs typeface="Times New Roman"/>
      </a:majorFont>
      <a:minorFont>
        <a:latin typeface="Times New Roman"/>
        <a:ea typeface="Times New Roman"/>
        <a:cs typeface="Times New Roman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Times New Roman"/>
        <a:ea typeface="Times New Roman"/>
        <a:cs typeface="Times New Roman"/>
      </a:majorFont>
      <a:minorFont>
        <a:latin typeface="Times New Roman"/>
        <a:ea typeface="Times New Roman"/>
        <a:cs typeface="Times New Roman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7226</Words>
  <Application>WPS 演示</Application>
  <PresentationFormat>Converted Presentation</PresentationFormat>
  <Paragraphs>1269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5" baseType="lpstr">
      <vt:lpstr>Arial</vt:lpstr>
      <vt:lpstr>宋体</vt:lpstr>
      <vt:lpstr>Wingdings</vt:lpstr>
      <vt:lpstr>Times New Roman</vt:lpstr>
      <vt:lpstr>Times New Roman</vt:lpstr>
      <vt:lpstr>微软雅黑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邱江杰(2025311052)</cp:lastModifiedBy>
  <cp:revision>9</cp:revision>
  <dcterms:created xsi:type="dcterms:W3CDTF">2026-09-26T08:15:00Z</dcterms:created>
  <dcterms:modified xsi:type="dcterms:W3CDTF">2026-09-26T10:52:32Z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D2E98FC89FAC4FDA8ED28F321230427C_12</vt:lpwstr>
  </property>
  <property fmtid="{D5CDD505-2E9C-101B-9397-08002B2CF9AE}" pid="3" name="KSOProductBuildVer">
    <vt:lpwstr>2052-12.1.0.28022</vt:lpwstr>
  </property>
</Properties>
</file>